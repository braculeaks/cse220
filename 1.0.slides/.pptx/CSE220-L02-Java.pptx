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y="6858000" cx="12192000"/>
  <p:notesSz cx="6858000" cy="9144000"/>
  <p:embeddedFontLst>
    <p:embeddedFont>
      <p:font typeface="Century Schoolbook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font" Target="fonts/CenturySchoolbook-boldItalic.fnt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font" Target="fonts/CenturySchoolbook-regular.fntdata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font" Target="fonts/CenturySchoolbook-italic.fntdata"/><Relationship Id="rId14" Type="http://schemas.openxmlformats.org/officeDocument/2006/relationships/slide" Target="slides/slide10.xml"/><Relationship Id="rId58" Type="http://schemas.openxmlformats.org/officeDocument/2006/relationships/font" Target="fonts/CenturySchoolbook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0aa0607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0aa060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30aa06070b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30aa06070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341085ddfb_0_5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341085ddfb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1085ddfb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341085ddf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41085ddfb_0_5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41085ddfb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341085ddfb_0_5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341085ddfb_0_5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41085ddfb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341085ddf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41085ddf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41085dd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341085ddfb_0_5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341085ddfb_0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41085ddfb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341085ddf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341085ddfb_0_5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341085ddfb_0_5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341085ddfb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341085ddf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341085ddfb_0_5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341085ddfb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41085ddf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41085dd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341085ddfb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341085ddf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41085ddfb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341085ddf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41085ddfb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341085ddf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41085ddfb_0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341085ddf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341085ddfb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341085ddf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341085ddfb_0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341085ddf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341085ddfb_0_7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341085ddfb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41085ddfb_0_6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341085ddfb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41085ddfb_0_6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341085ddfb_0_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341085ddfb_0_7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341085ddfb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41085ddfb_0_7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341085ddfb_0_7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341085ddfb_0_6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341085ddfb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341085ddfb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341085ddf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341085ddfb_0_19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341085ddfb_0_19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341085ddfb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341085ddf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341085ddfb_0_2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341085ddfb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341085ddfb_0_8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341085ddfb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41085ddfb_0_10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341085ddfb_0_1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341085ddfb_0_1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341085ddfb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41085ddfb_0_9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341085ddfb_0_9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341085ddfb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341085ddfb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341085ddfb_0_10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341085ddfb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3341085ddfb_0_1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3341085ddfb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341085ddfb_0_1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341085ddfb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341085ddfb_0_12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3341085ddfb_0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341085ddfb_0_1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341085ddfb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341085ddfb_0_1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3341085ddfb_0_1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341085ddfb_0_14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341085ddfb_0_1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345e552c1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3345e552c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341085ddfb_0_20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341085ddfb_0_2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341085ddfb_0_19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341085ddfb_0_1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341085ddfb_0_14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3341085ddfb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341085ddfb_0_16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341085ddfb_0_1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3341085ddfb_0_17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3341085ddfb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g3341085ddfb_0_18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1" name="Google Shape;1431;g3341085ddfb_0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341085ddfb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341085ddfb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3341085ddfb_0_19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3341085ddfb_0_1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" name="Google Shape;46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-4175" y="6501098"/>
            <a:ext cx="3765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Anwarul Bashir Shuaib [AWBS]</a:t>
            </a:r>
            <a:endParaRPr sz="11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visualgo.net/en/list" TargetMode="External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hyperlink" Target="https://dev.to/tastaslim/an-introduction-to-linked-list-1bmp" TargetMode="External"/><Relationship Id="rId5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5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34.png"/><Relationship Id="rId5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Relationship Id="rId4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2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png"/><Relationship Id="rId4" Type="http://schemas.openxmlformats.org/officeDocument/2006/relationships/image" Target="../media/image35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/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CSE </a:t>
            </a:r>
            <a:r>
              <a:rPr lang="en-US" sz="6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6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6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 sz="4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1524000" y="3602045"/>
            <a:ext cx="9144000" cy="10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Lecture 0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br>
              <a:rPr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Linked List Primer</a:t>
            </a: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1524000" y="5009325"/>
            <a:ext cx="91440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Anwarul Bashir Shuaib [AWBS]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Lecturer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8315"/>
              <a:buFont typeface="Arial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Department of Computer Science and Engineering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8315"/>
              <a:buNone/>
            </a:pPr>
            <a:r>
              <a:rPr lang="en-US" sz="2225">
                <a:solidFill>
                  <a:schemeClr val="accen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BRAC University </a:t>
            </a:r>
            <a:endParaRPr sz="2225">
              <a:solidFill>
                <a:schemeClr val="accen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Review: Time and Space Complexity</a:t>
            </a:r>
            <a:endParaRPr/>
          </a:p>
        </p:txBody>
      </p:sp>
      <p:sp>
        <p:nvSpPr>
          <p:cNvPr id="127" name="Google Shape;127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Big-O</a:t>
            </a:r>
            <a:r>
              <a:rPr lang="en-US"/>
              <a:t> is like a "</a:t>
            </a:r>
            <a:r>
              <a:rPr i="1" lang="en-US"/>
              <a:t>speedometer</a:t>
            </a:r>
            <a:r>
              <a:rPr lang="en-US"/>
              <a:t>" for your code.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tells you </a:t>
            </a:r>
            <a:r>
              <a:rPr b="1" lang="en-US"/>
              <a:t>how fast your code runs</a:t>
            </a:r>
            <a:r>
              <a:rPr lang="en-US"/>
              <a:t> or </a:t>
            </a:r>
            <a:r>
              <a:rPr b="1" lang="en-US"/>
              <a:t>how much memory it uses</a:t>
            </a:r>
            <a:r>
              <a:rPr lang="en-US"/>
              <a:t> </a:t>
            </a:r>
            <a:r>
              <a:rPr lang="en-US">
                <a:solidFill>
                  <a:srgbClr val="FF0000"/>
                </a:solidFill>
              </a:rPr>
              <a:t>as the input grows</a:t>
            </a:r>
            <a:r>
              <a:rPr lang="en-US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It’s Not Exact:</a:t>
            </a:r>
            <a:r>
              <a:rPr lang="en-US"/>
              <a:t> Big-O doesn’t count every single step. Instead, it gives you a general idea of </a:t>
            </a:r>
            <a:r>
              <a:rPr lang="en-US">
                <a:solidFill>
                  <a:srgbClr val="FF0000"/>
                </a:solidFill>
              </a:rPr>
              <a:t>how your code scales.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If your code takes				   steps, Big-O simplifies it to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Why? Because as n gets really big, the	 part dominates the others </a:t>
            </a:r>
            <a:endParaRPr/>
          </a:p>
        </p:txBody>
      </p:sp>
      <p:pic>
        <p:nvPicPr>
          <p:cNvPr id="128" name="Google Shape;12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7796" y="4535066"/>
            <a:ext cx="1505500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0729" y="4550114"/>
            <a:ext cx="629852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9300" y="4928543"/>
            <a:ext cx="312116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89650" y="4911450"/>
            <a:ext cx="1794076" cy="179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38" name="Google Shape;13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25" y="2614613"/>
            <a:ext cx="5238750" cy="1628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625" y="2614613"/>
            <a:ext cx="5238750" cy="16287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" name="Google Shape;146;p16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1971675"/>
            <a:ext cx="6248400" cy="2914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4" name="Google Shape;154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800" y="1971675"/>
            <a:ext cx="6248400" cy="2914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" name="Google Shape;161;p18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O(n)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68" name="Google Shape;1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00" y="3012438"/>
            <a:ext cx="5105400" cy="2867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00" y="3012438"/>
            <a:ext cx="5105400" cy="28670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6" name="Google Shape;176;p20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588" y="1986650"/>
            <a:ext cx="7143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9425" y="2415275"/>
            <a:ext cx="7143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1909763"/>
            <a:ext cx="710565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3175" y="1909763"/>
            <a:ext cx="7105650" cy="3038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22"/>
          <p:cNvSpPr txBox="1"/>
          <p:nvPr/>
        </p:nvSpPr>
        <p:spPr>
          <a:xfrm>
            <a:off x="816225" y="1858050"/>
            <a:ext cx="192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250" y="1909763"/>
            <a:ext cx="78105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50" y="1948500"/>
            <a:ext cx="7534275" cy="3438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08" name="Google Shape;20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2250" y="1948500"/>
            <a:ext cx="7534275" cy="34385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9" name="Google Shape;209;p24"/>
          <p:cNvSpPr txBox="1"/>
          <p:nvPr/>
        </p:nvSpPr>
        <p:spPr>
          <a:xfrm>
            <a:off x="816225" y="1858050"/>
            <a:ext cx="192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O(nlogn)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O(1)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16" name="Google Shape;21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100" y="1407075"/>
            <a:ext cx="8756036" cy="4862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pic>
        <p:nvPicPr>
          <p:cNvPr id="223" name="Google Shape;2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100" y="1407075"/>
            <a:ext cx="8756036" cy="48623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4" name="Google Shape;224;p26"/>
          <p:cNvSpPr txBox="1"/>
          <p:nvPr/>
        </p:nvSpPr>
        <p:spPr>
          <a:xfrm>
            <a:off x="816225" y="1858050"/>
            <a:ext cx="1925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600" y="2003033"/>
            <a:ext cx="116205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600" y="2396076"/>
            <a:ext cx="11620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Goal</a:t>
            </a:r>
            <a:endParaRPr/>
          </a:p>
        </p:txBody>
      </p:sp>
      <p:sp>
        <p:nvSpPr>
          <p:cNvPr id="233" name="Google Shape;233;p2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Design data structures that lets us perform the following tasks in an efficient way: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Insertion</a:t>
            </a:r>
            <a:r>
              <a:rPr lang="en-US"/>
              <a:t> of a new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Deletion</a:t>
            </a:r>
            <a:r>
              <a:rPr lang="en-US"/>
              <a:t> of an existing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Checking</a:t>
            </a:r>
            <a:r>
              <a:rPr lang="en-US"/>
              <a:t> if an element exists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lang="en-US"/>
              <a:t>Modification</a:t>
            </a:r>
            <a:r>
              <a:rPr lang="en-US"/>
              <a:t> of an existing element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Finding the </a:t>
            </a:r>
            <a:r>
              <a:rPr b="1" lang="en-US"/>
              <a:t>minimum</a:t>
            </a:r>
            <a:r>
              <a:rPr lang="en-US"/>
              <a:t> / </a:t>
            </a:r>
            <a:r>
              <a:rPr b="1" lang="en-US"/>
              <a:t>maximum</a:t>
            </a:r>
            <a:r>
              <a:rPr lang="en-US"/>
              <a:t> element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There is no “one size fits all” solution! </a:t>
            </a:r>
            <a:endParaRPr/>
          </a:p>
        </p:txBody>
      </p:sp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Arrays vs. Linked Lists</a:t>
            </a:r>
            <a:endParaRPr/>
          </a:p>
        </p:txBody>
      </p:sp>
      <p:sp>
        <p:nvSpPr>
          <p:cNvPr id="240" name="Google Shape;240;p28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Arrays: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Fixed size (static).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expensive (requires shifting elements).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fast ⇒ O(1). </a:t>
            </a:r>
            <a:br>
              <a:rPr lang="en-US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Linked Lists: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Dynamic size (grows/shrinks as needed).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Insertion/deletion is efficient ( O(1) at head/tail). 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Sequential access (no random access, O(n) for traversal). </a:t>
            </a:r>
            <a:endParaRPr/>
          </a:p>
        </p:txBody>
      </p:sp>
      <p:sp>
        <p:nvSpPr>
          <p:cNvPr id="241" name="Google Shape;241;p2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Interactive Visualization</a:t>
            </a:r>
            <a:endParaRPr/>
          </a:p>
        </p:txBody>
      </p:sp>
      <p:sp>
        <p:nvSpPr>
          <p:cNvPr id="247" name="Google Shape;247;p29"/>
          <p:cNvSpPr txBox="1"/>
          <p:nvPr/>
        </p:nvSpPr>
        <p:spPr>
          <a:xfrm>
            <a:off x="4315600" y="14863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u="sng">
                <a:solidFill>
                  <a:schemeClr val="hlink"/>
                </a:solidFill>
                <a:hlinkClick r:id="rId3"/>
              </a:rPr>
              <a:t>https://visualgo.net/en/list</a:t>
            </a:r>
            <a:endParaRPr sz="2300"/>
          </a:p>
        </p:txBody>
      </p:sp>
      <p:pic>
        <p:nvPicPr>
          <p:cNvPr id="248" name="Google Shape;24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0000" y="1963325"/>
            <a:ext cx="8862064" cy="458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pic>
        <p:nvPicPr>
          <p:cNvPr id="255" name="Google Shape;2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050" y="1618775"/>
            <a:ext cx="7336824" cy="41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/>
        </p:nvSpPr>
        <p:spPr>
          <a:xfrm>
            <a:off x="315525" y="2169525"/>
            <a:ext cx="3272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is the building block for linked lists.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two key things: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AutoNum type="arabicPeriod"/>
            </a:pP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 to next node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0"/>
          <p:cNvSpPr txBox="1"/>
          <p:nvPr/>
        </p:nvSpPr>
        <p:spPr>
          <a:xfrm>
            <a:off x="5335175" y="5745750"/>
            <a:ext cx="732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https://dev.to/tastaslim/an-introduction-to-linked-list-1bmp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5513" y="4293525"/>
            <a:ext cx="2489626" cy="248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Overview</a:t>
            </a:r>
            <a:endParaRPr/>
          </a:p>
        </p:txBody>
      </p:sp>
      <p:sp>
        <p:nvSpPr>
          <p:cNvPr id="265" name="Google Shape;265;p31"/>
          <p:cNvSpPr txBox="1"/>
          <p:nvPr/>
        </p:nvSpPr>
        <p:spPr>
          <a:xfrm>
            <a:off x="315525" y="2169525"/>
            <a:ext cx="3272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first element is often 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called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element is often called “</a:t>
            </a:r>
            <a:r>
              <a:rPr b="1"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8950" y="4449125"/>
            <a:ext cx="7200900" cy="1704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Node</a:t>
            </a:r>
            <a:endParaRPr/>
          </a:p>
        </p:txBody>
      </p:sp>
      <p:pic>
        <p:nvPicPr>
          <p:cNvPr id="273" name="Google Shape;27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375" y="2287900"/>
            <a:ext cx="3357450" cy="27942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4" name="Google Shape;27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9375" y="5394025"/>
            <a:ext cx="2360525" cy="415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5" name="Google Shape;275;p32"/>
          <p:cNvSpPr/>
          <p:nvPr/>
        </p:nvSpPr>
        <p:spPr>
          <a:xfrm>
            <a:off x="3564725" y="1544850"/>
            <a:ext cx="4593000" cy="4632000"/>
          </a:xfrm>
          <a:prstGeom prst="roundRect">
            <a:avLst>
              <a:gd fmla="val 65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2"/>
          <p:cNvSpPr txBox="1"/>
          <p:nvPr/>
        </p:nvSpPr>
        <p:spPr>
          <a:xfrm>
            <a:off x="3564725" y="1544850"/>
            <a:ext cx="751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83" name="Google Shape;283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</a:t>
            </a:r>
            <a:r>
              <a:rPr lang="en-US"/>
              <a:t>21, 43, 31, 10</a:t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33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293" name="Google Shape;2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4" name="Google Shape;294;p34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34"/>
          <p:cNvCxnSpPr>
            <a:stCxn id="294" idx="0"/>
            <a:endCxn id="294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4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4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4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4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4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4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34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34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34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6" name="Google Shape;306;p34"/>
          <p:cNvSpPr/>
          <p:nvPr/>
        </p:nvSpPr>
        <p:spPr>
          <a:xfrm>
            <a:off x="1481350" y="4355900"/>
            <a:ext cx="3824100" cy="180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7" name="Google Shape;307;p34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08" name="Google Shape;308;p34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34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0" name="Google Shape;310;p34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34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2" name="Google Shape;312;p34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34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14" name="Google Shape;314;p34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21" name="Google Shape;321;p3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22" name="Google Shape;3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3" name="Google Shape;323;p35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35"/>
          <p:cNvCxnSpPr>
            <a:stCxn id="323" idx="0"/>
            <a:endCxn id="323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5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5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5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5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35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5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5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35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5"/>
          <p:cNvSpPr/>
          <p:nvPr/>
        </p:nvSpPr>
        <p:spPr>
          <a:xfrm>
            <a:off x="1481350" y="4836175"/>
            <a:ext cx="3824100" cy="13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7" name="Google Shape;337;p35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38" name="Google Shape;338;p35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9" name="Google Shape;339;p35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0" name="Google Shape;340;p35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35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2" name="Google Shape;342;p35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3" name="Google Shape;343;p35"/>
          <p:cNvCxnSpPr/>
          <p:nvPr/>
        </p:nvCxnSpPr>
        <p:spPr>
          <a:xfrm>
            <a:off x="66922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44" name="Google Shape;344;p35"/>
          <p:cNvSpPr txBox="1"/>
          <p:nvPr/>
        </p:nvSpPr>
        <p:spPr>
          <a:xfrm>
            <a:off x="63922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51" name="Google Shape;351;p3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52" name="Google Shape;35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3" name="Google Shape;353;p36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36"/>
          <p:cNvCxnSpPr>
            <a:stCxn id="353" idx="0"/>
            <a:endCxn id="353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" name="Google Shape;355;p36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6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6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6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6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6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6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36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6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6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6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6"/>
          <p:cNvSpPr/>
          <p:nvPr/>
        </p:nvSpPr>
        <p:spPr>
          <a:xfrm>
            <a:off x="1481350" y="5237325"/>
            <a:ext cx="3824100" cy="924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36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68" name="Google Shape;368;p36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36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0" name="Google Shape;370;p36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1" name="Google Shape;371;p36"/>
          <p:cNvCxnSpPr/>
          <p:nvPr/>
        </p:nvCxnSpPr>
        <p:spPr>
          <a:xfrm>
            <a:off x="81400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2" name="Google Shape;372;p36"/>
          <p:cNvSpPr txBox="1"/>
          <p:nvPr/>
        </p:nvSpPr>
        <p:spPr>
          <a:xfrm>
            <a:off x="78400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6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74" name="Google Shape;374;p3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380" name="Google Shape;380;p3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2" name="Google Shape;382;p37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3" name="Google Shape;383;p37"/>
          <p:cNvCxnSpPr>
            <a:stCxn id="382" idx="0"/>
            <a:endCxn id="382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37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7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7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7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7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p37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37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" name="Google Shape;393;p37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7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7"/>
          <p:cNvSpPr/>
          <p:nvPr/>
        </p:nvSpPr>
        <p:spPr>
          <a:xfrm>
            <a:off x="1481350" y="5546325"/>
            <a:ext cx="3824100" cy="6156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37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7" name="Google Shape;397;p37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8" name="Google Shape;398;p37"/>
          <p:cNvCxnSpPr/>
          <p:nvPr/>
        </p:nvCxnSpPr>
        <p:spPr>
          <a:xfrm>
            <a:off x="9587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399" name="Google Shape;399;p37"/>
          <p:cNvSpPr txBox="1"/>
          <p:nvPr/>
        </p:nvSpPr>
        <p:spPr>
          <a:xfrm>
            <a:off x="9287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37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01" name="Google Shape;401;p37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02" name="Google Shape;402;p3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08" name="Google Shape;408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409" name="Google Shape;40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0" name="Google Shape;410;p38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38"/>
          <p:cNvCxnSpPr>
            <a:stCxn id="410" idx="0"/>
            <a:endCxn id="410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2" name="Google Shape;412;p38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8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8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9" name="Google Shape;419;p38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8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8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38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1452925" y="5751125"/>
            <a:ext cx="3824100" cy="425700"/>
          </a:xfrm>
          <a:prstGeom prst="roundRect">
            <a:avLst>
              <a:gd fmla="val 8134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4" name="Google Shape;424;p38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5" name="Google Shape;425;p38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6" name="Google Shape;426;p38"/>
          <p:cNvCxnSpPr/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7" name="Google Shape;427;p38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28" name="Google Shape;428;p38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29" name="Google Shape;42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35" name="Google Shape;435;p3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these elements: 21, 43, 31, 10</a:t>
            </a:r>
            <a:endParaRPr/>
          </a:p>
        </p:txBody>
      </p:sp>
      <p:pic>
        <p:nvPicPr>
          <p:cNvPr id="436" name="Google Shape;4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0850" y="2758150"/>
            <a:ext cx="4116900" cy="35490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7" name="Google Shape;437;p39"/>
          <p:cNvSpPr/>
          <p:nvPr/>
        </p:nvSpPr>
        <p:spPr>
          <a:xfrm>
            <a:off x="5981275" y="3019025"/>
            <a:ext cx="977700" cy="4434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39"/>
          <p:cNvCxnSpPr>
            <a:stCxn id="437" idx="0"/>
            <a:endCxn id="437" idx="2"/>
          </p:cNvCxnSpPr>
          <p:nvPr/>
        </p:nvCxnSpPr>
        <p:spPr>
          <a:xfrm>
            <a:off x="6470125" y="3019025"/>
            <a:ext cx="0" cy="4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39"/>
          <p:cNvSpPr txBox="1"/>
          <p:nvPr/>
        </p:nvSpPr>
        <p:spPr>
          <a:xfrm>
            <a:off x="59572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9"/>
          <p:cNvSpPr/>
          <p:nvPr/>
        </p:nvSpPr>
        <p:spPr>
          <a:xfrm>
            <a:off x="74290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9"/>
          <p:cNvSpPr txBox="1"/>
          <p:nvPr/>
        </p:nvSpPr>
        <p:spPr>
          <a:xfrm>
            <a:off x="74050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9"/>
          <p:cNvSpPr/>
          <p:nvPr/>
        </p:nvSpPr>
        <p:spPr>
          <a:xfrm>
            <a:off x="8876875" y="3019025"/>
            <a:ext cx="977700" cy="44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9"/>
          <p:cNvSpPr txBox="1"/>
          <p:nvPr/>
        </p:nvSpPr>
        <p:spPr>
          <a:xfrm>
            <a:off x="8852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9"/>
          <p:cNvSpPr/>
          <p:nvPr/>
        </p:nvSpPr>
        <p:spPr>
          <a:xfrm>
            <a:off x="10400875" y="3019025"/>
            <a:ext cx="977700" cy="4434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9"/>
          <p:cNvSpPr txBox="1"/>
          <p:nvPr/>
        </p:nvSpPr>
        <p:spPr>
          <a:xfrm>
            <a:off x="10376824" y="2932925"/>
            <a:ext cx="586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6" name="Google Shape;446;p39"/>
          <p:cNvCxnSpPr/>
          <p:nvPr/>
        </p:nvCxnSpPr>
        <p:spPr>
          <a:xfrm>
            <a:off x="7918125" y="3011800"/>
            <a:ext cx="4800" cy="47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9"/>
          <p:cNvCxnSpPr/>
          <p:nvPr/>
        </p:nvCxnSpPr>
        <p:spPr>
          <a:xfrm rot="10800000">
            <a:off x="9376400" y="2997475"/>
            <a:ext cx="0" cy="46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9"/>
          <p:cNvCxnSpPr/>
          <p:nvPr/>
        </p:nvCxnSpPr>
        <p:spPr>
          <a:xfrm rot="10800000">
            <a:off x="10922275" y="3011875"/>
            <a:ext cx="4800" cy="44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9"/>
          <p:cNvCxnSpPr>
            <a:endCxn id="441" idx="1"/>
          </p:cNvCxnSpPr>
          <p:nvPr/>
        </p:nvCxnSpPr>
        <p:spPr>
          <a:xfrm flipH="1" rot="10800000">
            <a:off x="67684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0" name="Google Shape;450;p39"/>
          <p:cNvCxnSpPr/>
          <p:nvPr/>
        </p:nvCxnSpPr>
        <p:spPr>
          <a:xfrm flipH="1" rot="10800000">
            <a:off x="8216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1" name="Google Shape;451;p39"/>
          <p:cNvCxnSpPr/>
          <p:nvPr/>
        </p:nvCxnSpPr>
        <p:spPr>
          <a:xfrm flipH="1" rot="10800000">
            <a:off x="9740224" y="3240725"/>
            <a:ext cx="636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452" name="Google Shape;452;p39"/>
          <p:cNvCxnSpPr/>
          <p:nvPr/>
        </p:nvCxnSpPr>
        <p:spPr>
          <a:xfrm>
            <a:off x="11111824" y="3242225"/>
            <a:ext cx="54900" cy="4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453" name="Google Shape;453;p39"/>
          <p:cNvSpPr txBox="1"/>
          <p:nvPr/>
        </p:nvSpPr>
        <p:spPr>
          <a:xfrm>
            <a:off x="10811825" y="3462425"/>
            <a:ext cx="117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5957225" y="249357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10300625" y="2393325"/>
            <a:ext cx="616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62" name="Google Shape;462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an array                        arr = [</a:t>
            </a:r>
            <a:r>
              <a:rPr lang="en-US"/>
              <a:t>21, 43, 31, 10]</a:t>
            </a:r>
            <a:endParaRPr/>
          </a:p>
        </p:txBody>
      </p:sp>
      <p:pic>
        <p:nvPicPr>
          <p:cNvPr id="463" name="Google Shape;46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75" y="2612800"/>
            <a:ext cx="5760101" cy="297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64" name="Google Shape;46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3400" y="40660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Linked List Creation</a:t>
            </a:r>
            <a:endParaRPr/>
          </a:p>
        </p:txBody>
      </p:sp>
      <p:sp>
        <p:nvSpPr>
          <p:cNvPr id="471" name="Google Shape;471;p4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Create a linked list from an array                        arr = [21, 43, 31, 10]</a:t>
            </a:r>
            <a:endParaRPr/>
          </a:p>
        </p:txBody>
      </p:sp>
      <p:pic>
        <p:nvPicPr>
          <p:cNvPr id="472" name="Google Shape;47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875" y="2612800"/>
            <a:ext cx="5760101" cy="297662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3" name="Google Shape;47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83400" y="40660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688" y="2306476"/>
            <a:ext cx="2923075" cy="4473449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Sequential Traversal</a:t>
            </a:r>
            <a:endParaRPr/>
          </a:p>
        </p:txBody>
      </p:sp>
      <p:sp>
        <p:nvSpPr>
          <p:cNvPr id="481" name="Google Shape;481;p42"/>
          <p:cNvSpPr txBox="1"/>
          <p:nvPr/>
        </p:nvSpPr>
        <p:spPr>
          <a:xfrm>
            <a:off x="2936150" y="481625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21-&gt;43-&gt;31-&gt;10-&gt;</a:t>
            </a:r>
            <a:endParaRPr b="1"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2" name="Google Shape;482;p42"/>
          <p:cNvSpPr txBox="1"/>
          <p:nvPr/>
        </p:nvSpPr>
        <p:spPr>
          <a:xfrm>
            <a:off x="2662375" y="5685800"/>
            <a:ext cx="750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Think: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Why did we need a “current” node?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7825" y="2162000"/>
            <a:ext cx="4914900" cy="24003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84" name="Google Shape;48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5325" y="3072963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5" name="Google Shape;485;p4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Access</a:t>
            </a:r>
            <a:endParaRPr/>
          </a:p>
        </p:txBody>
      </p:sp>
      <p:pic>
        <p:nvPicPr>
          <p:cNvPr id="491" name="Google Shape;4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88" y="2666888"/>
            <a:ext cx="3876675" cy="34575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2" name="Google Shape;49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1813" y="2409725"/>
            <a:ext cx="4219575" cy="37147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3" name="Google Shape;493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93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3150" y="6189675"/>
            <a:ext cx="916925" cy="5783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01" name="Google Shape;501;p44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02" name="Google Shape;502;p44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44"/>
          <p:cNvCxnSpPr>
            <a:stCxn id="502" idx="0"/>
            <a:endCxn id="502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4" name="Google Shape;504;p44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4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4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4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4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4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4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1" name="Google Shape;511;p44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4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4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4"/>
          <p:cNvCxnSpPr>
            <a:endCxn id="506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5" name="Google Shape;515;p44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6" name="Google Shape;516;p44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17" name="Google Shape;517;p44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18" name="Google Shape;518;p44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4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4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4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2" name="Google Shape;522;p44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23" name="Google Shape;523;p44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4" name="Google Shape;52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44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4"/>
          <p:cNvSpPr txBox="1"/>
          <p:nvPr/>
        </p:nvSpPr>
        <p:spPr>
          <a:xfrm>
            <a:off x="58581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4"/>
          <p:cNvSpPr/>
          <p:nvPr/>
        </p:nvSpPr>
        <p:spPr>
          <a:xfrm>
            <a:off x="1310750" y="371617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4"/>
          <p:cNvSpPr/>
          <p:nvPr/>
        </p:nvSpPr>
        <p:spPr>
          <a:xfrm>
            <a:off x="2251025" y="5644025"/>
            <a:ext cx="4151100" cy="93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35" name="Google Shape;535;p45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36" name="Google Shape;536;p45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7" name="Google Shape;537;p45"/>
          <p:cNvCxnSpPr>
            <a:stCxn id="536" idx="0"/>
            <a:endCxn id="536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45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5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5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5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5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5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5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45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5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5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45"/>
          <p:cNvCxnSpPr>
            <a:endCxn id="540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49" name="Google Shape;549;p45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0" name="Google Shape;550;p45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1" name="Google Shape;551;p45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52" name="Google Shape;552;p45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5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45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45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p45"/>
          <p:cNvCxnSpPr/>
          <p:nvPr/>
        </p:nvCxnSpPr>
        <p:spPr>
          <a:xfrm>
            <a:off x="5975964" y="5949725"/>
            <a:ext cx="116100" cy="32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57" name="Google Shape;557;p45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58" name="Google Shape;55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9" name="Google Shape;559;p45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45"/>
          <p:cNvSpPr txBox="1"/>
          <p:nvPr/>
        </p:nvSpPr>
        <p:spPr>
          <a:xfrm>
            <a:off x="58581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45"/>
          <p:cNvSpPr/>
          <p:nvPr/>
        </p:nvSpPr>
        <p:spPr>
          <a:xfrm>
            <a:off x="1310750" y="4014725"/>
            <a:ext cx="2701200" cy="63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4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568" name="Google Shape;568;p46"/>
          <p:cNvSpPr txBox="1"/>
          <p:nvPr>
            <p:ph idx="1" type="body"/>
          </p:nvPr>
        </p:nvSpPr>
        <p:spPr>
          <a:xfrm>
            <a:off x="838200" y="18699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569" name="Google Shape;569;p46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0" name="Google Shape;570;p46"/>
          <p:cNvCxnSpPr>
            <a:stCxn id="569" idx="0"/>
            <a:endCxn id="569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46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6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6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6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6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46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6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6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46"/>
          <p:cNvCxnSpPr>
            <a:endCxn id="573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2" name="Google Shape;582;p46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3" name="Google Shape;583;p46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84" name="Google Shape;584;p46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585" name="Google Shape;585;p46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46"/>
          <p:cNvSpPr txBox="1"/>
          <p:nvPr/>
        </p:nvSpPr>
        <p:spPr>
          <a:xfrm>
            <a:off x="66289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6"/>
          <p:cNvSpPr/>
          <p:nvPr/>
        </p:nvSpPr>
        <p:spPr>
          <a:xfrm>
            <a:off x="52573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6"/>
          <p:cNvSpPr txBox="1"/>
          <p:nvPr/>
        </p:nvSpPr>
        <p:spPr>
          <a:xfrm>
            <a:off x="52353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9" name="Google Shape;589;p46"/>
          <p:cNvCxnSpPr/>
          <p:nvPr/>
        </p:nvCxnSpPr>
        <p:spPr>
          <a:xfrm flipH="1" rot="10800000">
            <a:off x="5975964" y="5948225"/>
            <a:ext cx="6516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590" name="Google Shape;590;p46"/>
          <p:cNvCxnSpPr/>
          <p:nvPr/>
        </p:nvCxnSpPr>
        <p:spPr>
          <a:xfrm flipH="1">
            <a:off x="57061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1" name="Google Shape;59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2" name="Google Shape;592;p46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/>
          <p:nvPr/>
        </p:nvSpPr>
        <p:spPr>
          <a:xfrm>
            <a:off x="1310750" y="4355525"/>
            <a:ext cx="2701200" cy="29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Element Insertion (At the beginning)</a:t>
            </a:r>
            <a:endParaRPr/>
          </a:p>
        </p:txBody>
      </p:sp>
      <p:sp>
        <p:nvSpPr>
          <p:cNvPr id="600" name="Google Shape;600;p47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Prepend 99 to the list</a:t>
            </a:r>
            <a:endParaRPr/>
          </a:p>
        </p:txBody>
      </p:sp>
      <p:sp>
        <p:nvSpPr>
          <p:cNvPr id="601" name="Google Shape;601;p47"/>
          <p:cNvSpPr/>
          <p:nvPr/>
        </p:nvSpPr>
        <p:spPr>
          <a:xfrm>
            <a:off x="6628911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2" name="Google Shape;602;p47"/>
          <p:cNvCxnSpPr>
            <a:stCxn id="601" idx="0"/>
            <a:endCxn id="601" idx="2"/>
          </p:cNvCxnSpPr>
          <p:nvPr/>
        </p:nvCxnSpPr>
        <p:spPr>
          <a:xfrm>
            <a:off x="7075311" y="5791297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47"/>
          <p:cNvSpPr txBox="1"/>
          <p:nvPr/>
        </p:nvSpPr>
        <p:spPr>
          <a:xfrm>
            <a:off x="66069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7"/>
          <p:cNvSpPr/>
          <p:nvPr/>
        </p:nvSpPr>
        <p:spPr>
          <a:xfrm>
            <a:off x="7950926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7"/>
          <p:cNvSpPr txBox="1"/>
          <p:nvPr/>
        </p:nvSpPr>
        <p:spPr>
          <a:xfrm>
            <a:off x="7928964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7"/>
          <p:cNvSpPr/>
          <p:nvPr/>
        </p:nvSpPr>
        <p:spPr>
          <a:xfrm>
            <a:off x="9272940" y="5791297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7"/>
          <p:cNvSpPr txBox="1"/>
          <p:nvPr/>
        </p:nvSpPr>
        <p:spPr>
          <a:xfrm>
            <a:off x="9250978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7"/>
          <p:cNvSpPr/>
          <p:nvPr/>
        </p:nvSpPr>
        <p:spPr>
          <a:xfrm>
            <a:off x="10664534" y="5791297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10642572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0" name="Google Shape;610;p47"/>
          <p:cNvCxnSpPr/>
          <p:nvPr/>
        </p:nvCxnSpPr>
        <p:spPr>
          <a:xfrm>
            <a:off x="8397487" y="5786428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" name="Google Shape;611;p47"/>
          <p:cNvCxnSpPr/>
          <p:nvPr/>
        </p:nvCxnSpPr>
        <p:spPr>
          <a:xfrm rot="10800000">
            <a:off x="9729066" y="5776713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47"/>
          <p:cNvCxnSpPr/>
          <p:nvPr/>
        </p:nvCxnSpPr>
        <p:spPr>
          <a:xfrm rot="10800000">
            <a:off x="11140517" y="5786613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47"/>
          <p:cNvCxnSpPr>
            <a:endCxn id="605" idx="1"/>
          </p:cNvCxnSpPr>
          <p:nvPr/>
        </p:nvCxnSpPr>
        <p:spPr>
          <a:xfrm flipH="1" rot="10800000">
            <a:off x="73475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4" name="Google Shape;614;p47"/>
          <p:cNvCxnSpPr/>
          <p:nvPr/>
        </p:nvCxnSpPr>
        <p:spPr>
          <a:xfrm flipH="1" rot="10800000">
            <a:off x="8669687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5" name="Google Shape;615;p47"/>
          <p:cNvCxnSpPr/>
          <p:nvPr/>
        </p:nvCxnSpPr>
        <p:spPr>
          <a:xfrm flipH="1" rot="10800000">
            <a:off x="10061281" y="5940810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16" name="Google Shape;616;p47"/>
          <p:cNvCxnSpPr/>
          <p:nvPr/>
        </p:nvCxnSpPr>
        <p:spPr>
          <a:xfrm>
            <a:off x="11313715" y="5941710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17" name="Google Shape;617;p47"/>
          <p:cNvSpPr txBox="1"/>
          <p:nvPr/>
        </p:nvSpPr>
        <p:spPr>
          <a:xfrm>
            <a:off x="11039780" y="6090101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7"/>
          <p:cNvSpPr txBox="1"/>
          <p:nvPr/>
        </p:nvSpPr>
        <p:spPr>
          <a:xfrm>
            <a:off x="5333500" y="5289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7"/>
          <p:cNvSpPr/>
          <p:nvPr/>
        </p:nvSpPr>
        <p:spPr>
          <a:xfrm>
            <a:off x="5333511" y="5791297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7"/>
          <p:cNvSpPr txBox="1"/>
          <p:nvPr/>
        </p:nvSpPr>
        <p:spPr>
          <a:xfrm>
            <a:off x="5311550" y="5733275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47"/>
          <p:cNvCxnSpPr/>
          <p:nvPr/>
        </p:nvCxnSpPr>
        <p:spPr>
          <a:xfrm flipH="1" rot="10800000">
            <a:off x="6052164" y="5948825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22" name="Google Shape;622;p47"/>
          <p:cNvCxnSpPr/>
          <p:nvPr/>
        </p:nvCxnSpPr>
        <p:spPr>
          <a:xfrm flipH="1">
            <a:off x="5782375" y="5780225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3" name="Google Shape;6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100" y="3346553"/>
            <a:ext cx="4806125" cy="1397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24" name="Google Shape;624;p47"/>
          <p:cNvSpPr txBox="1"/>
          <p:nvPr/>
        </p:nvSpPr>
        <p:spPr>
          <a:xfrm>
            <a:off x="10594975" y="5313400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5" name="Google Shape;62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1350" y="4875271"/>
            <a:ext cx="892800" cy="590404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8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632" name="Google Shape;632;p48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633" name="Google Shape;633;p48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4" name="Google Shape;634;p48"/>
          <p:cNvCxnSpPr>
            <a:stCxn id="633" idx="0"/>
            <a:endCxn id="633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8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8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8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8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8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8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8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8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48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8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8"/>
          <p:cNvCxnSpPr>
            <a:endCxn id="637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6" name="Google Shape;646;p48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7" name="Google Shape;647;p48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48" name="Google Shape;648;p48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49" name="Google Shape;649;p48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8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8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8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3" name="Google Shape;653;p48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54" name="Google Shape;654;p48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48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8"/>
          <p:cNvSpPr/>
          <p:nvPr/>
        </p:nvSpPr>
        <p:spPr>
          <a:xfrm>
            <a:off x="5670725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7" name="Google Shape;657;p48"/>
          <p:cNvCxnSpPr>
            <a:stCxn id="656" idx="0"/>
            <a:endCxn id="656" idx="2"/>
          </p:cNvCxnSpPr>
          <p:nvPr/>
        </p:nvCxnSpPr>
        <p:spPr>
          <a:xfrm>
            <a:off x="6117125" y="45436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8" name="Google Shape;658;p48"/>
          <p:cNvSpPr txBox="1"/>
          <p:nvPr/>
        </p:nvSpPr>
        <p:spPr>
          <a:xfrm>
            <a:off x="5648763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8"/>
          <p:cNvSpPr/>
          <p:nvPr/>
        </p:nvSpPr>
        <p:spPr>
          <a:xfrm>
            <a:off x="6992739" y="4543664"/>
            <a:ext cx="89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8"/>
          <p:cNvSpPr txBox="1"/>
          <p:nvPr/>
        </p:nvSpPr>
        <p:spPr>
          <a:xfrm>
            <a:off x="6970778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8"/>
          <p:cNvSpPr/>
          <p:nvPr/>
        </p:nvSpPr>
        <p:spPr>
          <a:xfrm>
            <a:off x="8314753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8"/>
          <p:cNvSpPr txBox="1"/>
          <p:nvPr/>
        </p:nvSpPr>
        <p:spPr>
          <a:xfrm>
            <a:off x="8292792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8"/>
          <p:cNvSpPr/>
          <p:nvPr/>
        </p:nvSpPr>
        <p:spPr>
          <a:xfrm>
            <a:off x="9706347" y="45436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8"/>
          <p:cNvSpPr txBox="1"/>
          <p:nvPr/>
        </p:nvSpPr>
        <p:spPr>
          <a:xfrm>
            <a:off x="9684386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48"/>
          <p:cNvCxnSpPr/>
          <p:nvPr/>
        </p:nvCxnSpPr>
        <p:spPr>
          <a:xfrm>
            <a:off x="7439300" y="45387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6" name="Google Shape;666;p48"/>
          <p:cNvCxnSpPr/>
          <p:nvPr/>
        </p:nvCxnSpPr>
        <p:spPr>
          <a:xfrm rot="10800000">
            <a:off x="8770879" y="45290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8"/>
          <p:cNvCxnSpPr/>
          <p:nvPr/>
        </p:nvCxnSpPr>
        <p:spPr>
          <a:xfrm rot="10800000">
            <a:off x="10182331" y="45389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8"/>
          <p:cNvCxnSpPr>
            <a:endCxn id="660" idx="1"/>
          </p:cNvCxnSpPr>
          <p:nvPr/>
        </p:nvCxnSpPr>
        <p:spPr>
          <a:xfrm flipH="1" rot="10800000">
            <a:off x="6389378" y="47011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69" name="Google Shape;669;p48"/>
          <p:cNvCxnSpPr/>
          <p:nvPr/>
        </p:nvCxnSpPr>
        <p:spPr>
          <a:xfrm flipH="1" rot="10800000">
            <a:off x="7711500" y="46931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0" name="Google Shape;670;p48"/>
          <p:cNvCxnSpPr/>
          <p:nvPr/>
        </p:nvCxnSpPr>
        <p:spPr>
          <a:xfrm flipH="1" rot="10800000">
            <a:off x="9103094" y="46931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71" name="Google Shape;671;p48"/>
          <p:cNvSpPr txBox="1"/>
          <p:nvPr/>
        </p:nvSpPr>
        <p:spPr>
          <a:xfrm>
            <a:off x="4375313" y="40417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8"/>
          <p:cNvSpPr/>
          <p:nvPr/>
        </p:nvSpPr>
        <p:spPr>
          <a:xfrm>
            <a:off x="4375325" y="45436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8"/>
          <p:cNvSpPr txBox="1"/>
          <p:nvPr/>
        </p:nvSpPr>
        <p:spPr>
          <a:xfrm>
            <a:off x="4353363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4" name="Google Shape;674;p48"/>
          <p:cNvCxnSpPr/>
          <p:nvPr/>
        </p:nvCxnSpPr>
        <p:spPr>
          <a:xfrm flipH="1" rot="10800000">
            <a:off x="5093978" y="47011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75" name="Google Shape;675;p48"/>
          <p:cNvCxnSpPr/>
          <p:nvPr/>
        </p:nvCxnSpPr>
        <p:spPr>
          <a:xfrm flipH="1">
            <a:off x="4824188" y="45325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48"/>
          <p:cNvSpPr txBox="1"/>
          <p:nvPr/>
        </p:nvSpPr>
        <p:spPr>
          <a:xfrm>
            <a:off x="11193288" y="39829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8"/>
          <p:cNvSpPr/>
          <p:nvPr/>
        </p:nvSpPr>
        <p:spPr>
          <a:xfrm>
            <a:off x="11077947" y="45436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8"/>
          <p:cNvSpPr txBox="1"/>
          <p:nvPr/>
        </p:nvSpPr>
        <p:spPr>
          <a:xfrm>
            <a:off x="11055986" y="44856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9" name="Google Shape;679;p48"/>
          <p:cNvCxnSpPr/>
          <p:nvPr/>
        </p:nvCxnSpPr>
        <p:spPr>
          <a:xfrm rot="10800000">
            <a:off x="11553931" y="45389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48"/>
          <p:cNvCxnSpPr/>
          <p:nvPr/>
        </p:nvCxnSpPr>
        <p:spPr>
          <a:xfrm flipH="1" rot="10800000">
            <a:off x="10474694" y="46931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681" name="Google Shape;681;p48"/>
          <p:cNvCxnSpPr/>
          <p:nvPr/>
        </p:nvCxnSpPr>
        <p:spPr>
          <a:xfrm>
            <a:off x="11727128" y="46940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682" name="Google Shape;682;p48"/>
          <p:cNvSpPr txBox="1"/>
          <p:nvPr/>
        </p:nvSpPr>
        <p:spPr>
          <a:xfrm>
            <a:off x="11453194" y="48424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8"/>
          <p:cNvSpPr/>
          <p:nvPr/>
        </p:nvSpPr>
        <p:spPr>
          <a:xfrm>
            <a:off x="6424513" y="34527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8"/>
          <p:cNvCxnSpPr/>
          <p:nvPr/>
        </p:nvCxnSpPr>
        <p:spPr>
          <a:xfrm flipH="1">
            <a:off x="6755725" y="1995975"/>
            <a:ext cx="341100" cy="76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5" name="Google Shape;685;p48"/>
          <p:cNvSpPr txBox="1"/>
          <p:nvPr/>
        </p:nvSpPr>
        <p:spPr>
          <a:xfrm>
            <a:off x="6563525" y="1441550"/>
            <a:ext cx="548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here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8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8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48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9" name="Google Shape;689;p48"/>
          <p:cNvSpPr/>
          <p:nvPr/>
        </p:nvSpPr>
        <p:spPr>
          <a:xfrm rot="-5400000">
            <a:off x="8983900" y="1783525"/>
            <a:ext cx="113700" cy="3789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8"/>
          <p:cNvSpPr/>
          <p:nvPr/>
        </p:nvSpPr>
        <p:spPr>
          <a:xfrm rot="-5400000">
            <a:off x="10126900" y="3383725"/>
            <a:ext cx="113700" cy="3789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1" name="Google Shape;69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92" name="Google Shape;692;p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9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698" name="Google Shape;698;p49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699" name="Google Shape;699;p49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49"/>
          <p:cNvCxnSpPr>
            <a:stCxn id="699" idx="0"/>
            <a:endCxn id="699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1" name="Google Shape;701;p49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9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9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9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8" name="Google Shape;708;p49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49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0" name="Google Shape;710;p49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49"/>
          <p:cNvCxnSpPr>
            <a:endCxn id="703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2" name="Google Shape;712;p49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3" name="Google Shape;713;p49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14" name="Google Shape;714;p49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15" name="Google Shape;715;p49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9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9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9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9" name="Google Shape;719;p49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20" name="Google Shape;720;p49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9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2" name="Google Shape;72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3" name="Google Shape;723;p49"/>
          <p:cNvSpPr/>
          <p:nvPr/>
        </p:nvSpPr>
        <p:spPr>
          <a:xfrm>
            <a:off x="301400" y="4916750"/>
            <a:ext cx="3923700" cy="15288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0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730" name="Google Shape;730;p50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731" name="Google Shape;731;p50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2" name="Google Shape;732;p50"/>
          <p:cNvCxnSpPr>
            <a:stCxn id="731" idx="0"/>
            <a:endCxn id="731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50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50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50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0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0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0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0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0" name="Google Shape;740;p50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50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2" name="Google Shape;742;p50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50"/>
          <p:cNvCxnSpPr>
            <a:endCxn id="735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4" name="Google Shape;744;p50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5" name="Google Shape;745;p50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46" name="Google Shape;746;p50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47" name="Google Shape;747;p50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0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0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0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1" name="Google Shape;751;p50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52" name="Google Shape;752;p50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50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0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0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6" name="Google Shape;756;p50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57" name="Google Shape;75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58" name="Google Shape;758;p50"/>
          <p:cNvSpPr/>
          <p:nvPr/>
        </p:nvSpPr>
        <p:spPr>
          <a:xfrm>
            <a:off x="301400" y="5180475"/>
            <a:ext cx="3923700" cy="12651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9" name="Google Shape;759;p50"/>
          <p:cNvCxnSpPr/>
          <p:nvPr/>
        </p:nvCxnSpPr>
        <p:spPr>
          <a:xfrm>
            <a:off x="7764728" y="13412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60" name="Google Shape;760;p50"/>
          <p:cNvSpPr txBox="1"/>
          <p:nvPr/>
        </p:nvSpPr>
        <p:spPr>
          <a:xfrm>
            <a:off x="7490794" y="14896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5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767" name="Google Shape;767;p51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768" name="Google Shape;768;p51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9" name="Google Shape;769;p51"/>
          <p:cNvCxnSpPr>
            <a:stCxn id="768" idx="0"/>
            <a:endCxn id="768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51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51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51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51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1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51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1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51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0" name="Google Shape;780;p51"/>
          <p:cNvCxnSpPr>
            <a:endCxn id="772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1" name="Google Shape;781;p51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2" name="Google Shape;782;p51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3" name="Google Shape;783;p51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84" name="Google Shape;784;p51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1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1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1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8" name="Google Shape;788;p51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789" name="Google Shape;789;p51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51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1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1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3" name="Google Shape;793;p51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4" name="Google Shape;7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5" name="Google Shape;795;p51"/>
          <p:cNvSpPr/>
          <p:nvPr/>
        </p:nvSpPr>
        <p:spPr>
          <a:xfrm>
            <a:off x="301400" y="5436350"/>
            <a:ext cx="3923700" cy="10092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1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97" name="Google Shape;797;p51"/>
          <p:cNvCxnSpPr/>
          <p:nvPr/>
        </p:nvCxnSpPr>
        <p:spPr>
          <a:xfrm>
            <a:off x="7764728" y="13412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798" name="Google Shape;798;p51"/>
          <p:cNvSpPr txBox="1"/>
          <p:nvPr/>
        </p:nvSpPr>
        <p:spPr>
          <a:xfrm>
            <a:off x="7490794" y="14896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5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0" name="Google Shape;800;p51"/>
          <p:cNvSpPr/>
          <p:nvPr/>
        </p:nvSpPr>
        <p:spPr>
          <a:xfrm>
            <a:off x="2413575" y="5129575"/>
            <a:ext cx="512100" cy="24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2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06" name="Google Shape;806;p52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07" name="Google Shape;807;p52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8" name="Google Shape;808;p52"/>
          <p:cNvCxnSpPr>
            <a:stCxn id="807" idx="0"/>
            <a:endCxn id="807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52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2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2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2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52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2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2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6" name="Google Shape;816;p52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52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52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52"/>
          <p:cNvCxnSpPr>
            <a:endCxn id="811" idx="1"/>
          </p:cNvCxnSpPr>
          <p:nvPr/>
        </p:nvCxnSpPr>
        <p:spPr>
          <a:xfrm flipH="1" rot="10800000">
            <a:off x="63893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0" name="Google Shape;820;p52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1" name="Google Shape;821;p52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2" name="Google Shape;822;p52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23" name="Google Shape;823;p52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2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2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7" name="Google Shape;827;p52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28" name="Google Shape;828;p52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52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2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2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2" name="Google Shape;832;p52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33" name="Google Shape;8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34" name="Google Shape;834;p52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2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36" name="Google Shape;836;p52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2"/>
          <p:cNvSpPr/>
          <p:nvPr/>
        </p:nvSpPr>
        <p:spPr>
          <a:xfrm flipH="1" rot="10800000">
            <a:off x="429675" y="5921100"/>
            <a:ext cx="33831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8" name="Google Shape;838;p52"/>
          <p:cNvCxnSpPr>
            <a:endCxn id="811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39" name="Google Shape;839;p5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53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45" name="Google Shape;845;p53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46" name="Google Shape;846;p53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7" name="Google Shape;847;p53"/>
          <p:cNvCxnSpPr>
            <a:stCxn id="846" idx="0"/>
            <a:endCxn id="846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53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53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3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3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3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53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3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5" name="Google Shape;855;p53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6" name="Google Shape;856;p53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7" name="Google Shape;857;p53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53"/>
          <p:cNvCxnSpPr>
            <a:endCxn id="859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0" name="Google Shape;860;p53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1" name="Google Shape;861;p53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2" name="Google Shape;862;p53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63" name="Google Shape;863;p53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3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53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3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7" name="Google Shape;867;p53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68" name="Google Shape;868;p53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53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3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53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72" name="Google Shape;87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3" name="Google Shape;873;p53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3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5" name="Google Shape;875;p53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6" name="Google Shape;876;p53"/>
          <p:cNvCxnSpPr>
            <a:endCxn id="850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877" name="Google Shape;877;p5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4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883" name="Google Shape;883;p54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884" name="Google Shape;884;p54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5" name="Google Shape;885;p54"/>
          <p:cNvCxnSpPr>
            <a:stCxn id="884" idx="0"/>
            <a:endCxn id="884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54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54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4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54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4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54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4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3" name="Google Shape;893;p54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54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54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54"/>
          <p:cNvCxnSpPr>
            <a:endCxn id="897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8" name="Google Shape;898;p54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899" name="Google Shape;899;p54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0" name="Google Shape;900;p54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01" name="Google Shape;901;p54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4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54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4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5" name="Google Shape;905;p54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06" name="Google Shape;906;p54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54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54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4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9" name="Google Shape;909;p54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0" name="Google Shape;91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1" name="Google Shape;911;p54"/>
          <p:cNvSpPr/>
          <p:nvPr/>
        </p:nvSpPr>
        <p:spPr>
          <a:xfrm flipH="1" rot="10800000">
            <a:off x="301400" y="5436500"/>
            <a:ext cx="3923700" cy="2040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54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13" name="Google Shape;913;p54"/>
          <p:cNvSpPr/>
          <p:nvPr/>
        </p:nvSpPr>
        <p:spPr>
          <a:xfrm flipH="1" rot="10800000">
            <a:off x="309950" y="6232575"/>
            <a:ext cx="3923700" cy="242700"/>
          </a:xfrm>
          <a:prstGeom prst="roundRect">
            <a:avLst>
              <a:gd fmla="val 7692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4" name="Google Shape;914;p54"/>
          <p:cNvCxnSpPr>
            <a:endCxn id="888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15" name="Google Shape;915;p54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6" name="Google Shape;916;p54"/>
          <p:cNvCxnSpPr>
            <a:stCxn id="915" idx="0"/>
            <a:endCxn id="915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54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54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4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4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54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54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54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4" name="Google Shape;924;p54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5" name="Google Shape;925;p54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4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54"/>
          <p:cNvCxnSpPr>
            <a:endCxn id="919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8" name="Google Shape;928;p54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29" name="Google Shape;929;p54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30" name="Google Shape;930;p54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54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54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3" name="Google Shape;933;p54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34" name="Google Shape;934;p54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54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54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54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8" name="Google Shape;938;p54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54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40" name="Google Shape;940;p54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41" name="Google Shape;941;p54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54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5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55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949" name="Google Shape;949;p55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950" name="Google Shape;950;p55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1" name="Google Shape;951;p55"/>
          <p:cNvCxnSpPr>
            <a:stCxn id="950" idx="0"/>
            <a:endCxn id="950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55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55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55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55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55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55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55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9" name="Google Shape;959;p55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55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55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2" name="Google Shape;962;p55"/>
          <p:cNvCxnSpPr>
            <a:endCxn id="963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4" name="Google Shape;964;p55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5" name="Google Shape;965;p55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66" name="Google Shape;966;p55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67" name="Google Shape;967;p55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5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55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5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55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72" name="Google Shape;972;p55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55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55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5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5" name="Google Shape;975;p55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76" name="Google Shape;97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77" name="Google Shape;977;p55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978" name="Google Shape;978;p55"/>
          <p:cNvCxnSpPr>
            <a:endCxn id="954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79" name="Google Shape;979;p55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0" name="Google Shape;980;p55"/>
          <p:cNvCxnSpPr>
            <a:stCxn id="979" idx="0"/>
            <a:endCxn id="979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55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55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55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55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55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5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5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8" name="Google Shape;988;p55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55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0" name="Google Shape;990;p55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1" name="Google Shape;991;p55"/>
          <p:cNvCxnSpPr>
            <a:endCxn id="983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2" name="Google Shape;992;p55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3" name="Google Shape;993;p55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994" name="Google Shape;994;p55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5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55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7" name="Google Shape;997;p55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998" name="Google Shape;998;p55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55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55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55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2" name="Google Shape;1002;p55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3" name="Google Shape;1003;p55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04" name="Google Shape;1004;p55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05" name="Google Shape;1005;p55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5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7" name="Google Shape;1007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8" name="Google Shape;1008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5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6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1015" name="Google Shape;1015;p56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1016" name="Google Shape;1016;p56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7" name="Google Shape;1017;p56"/>
          <p:cNvCxnSpPr>
            <a:stCxn id="1016" idx="0"/>
            <a:endCxn id="1016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56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56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6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56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56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56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6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5" name="Google Shape;1025;p56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56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7" name="Google Shape;1027;p56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56"/>
          <p:cNvCxnSpPr>
            <a:endCxn id="1029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0" name="Google Shape;1030;p56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1" name="Google Shape;1031;p56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2" name="Google Shape;1032;p56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33" name="Google Shape;1033;p56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56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56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56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7" name="Google Shape;1037;p56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38" name="Google Shape;1038;p56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56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56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56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1" name="Google Shape;1041;p56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2" name="Google Shape;104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43" name="Google Shape;1043;p56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044" name="Google Shape;1044;p56"/>
          <p:cNvCxnSpPr>
            <a:endCxn id="1020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45" name="Google Shape;1045;p56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6" name="Google Shape;1046;p56"/>
          <p:cNvCxnSpPr>
            <a:stCxn id="1045" idx="0"/>
            <a:endCxn id="1045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56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56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56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6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56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56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56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4" name="Google Shape;1054;p56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5" name="Google Shape;1055;p56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6" name="Google Shape;1056;p56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56"/>
          <p:cNvCxnSpPr>
            <a:endCxn id="1049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8" name="Google Shape;1058;p56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59" name="Google Shape;1059;p56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60" name="Google Shape;1060;p56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56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56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3" name="Google Shape;1063;p56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64" name="Google Shape;1064;p56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5" name="Google Shape;1065;p56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56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56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68" name="Google Shape;1068;p56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9" name="Google Shape;1069;p56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70" name="Google Shape;1070;p56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071" name="Google Shape;1071;p56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6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3" name="Google Shape;107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4" name="Google Shape;107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56"/>
          <p:cNvSpPr/>
          <p:nvPr/>
        </p:nvSpPr>
        <p:spPr>
          <a:xfrm>
            <a:off x="3455075" y="5751575"/>
            <a:ext cx="50100" cy="492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56"/>
          <p:cNvSpPr txBox="1"/>
          <p:nvPr/>
        </p:nvSpPr>
        <p:spPr>
          <a:xfrm>
            <a:off x="4318675" y="5699550"/>
            <a:ext cx="2335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Ordering is important!</a:t>
            </a:r>
            <a:endParaRPr b="1" sz="2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7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Element Insertion (any position)</a:t>
            </a:r>
            <a:endParaRPr sz="4300"/>
          </a:p>
        </p:txBody>
      </p:sp>
      <p:sp>
        <p:nvSpPr>
          <p:cNvPr id="1083" name="Google Shape;1083;p57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Insert 100 at position 2</a:t>
            </a:r>
            <a:endParaRPr/>
          </a:p>
        </p:txBody>
      </p:sp>
      <p:sp>
        <p:nvSpPr>
          <p:cNvPr id="1084" name="Google Shape;1084;p57"/>
          <p:cNvSpPr/>
          <p:nvPr/>
        </p:nvSpPr>
        <p:spPr>
          <a:xfrm>
            <a:off x="5670725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5" name="Google Shape;1085;p57"/>
          <p:cNvCxnSpPr>
            <a:stCxn id="1084" idx="0"/>
            <a:endCxn id="1084" idx="2"/>
          </p:cNvCxnSpPr>
          <p:nvPr/>
        </p:nvCxnSpPr>
        <p:spPr>
          <a:xfrm>
            <a:off x="6117125" y="29434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57"/>
          <p:cNvSpPr txBox="1"/>
          <p:nvPr/>
        </p:nvSpPr>
        <p:spPr>
          <a:xfrm>
            <a:off x="56487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57"/>
          <p:cNvSpPr/>
          <p:nvPr/>
        </p:nvSpPr>
        <p:spPr>
          <a:xfrm>
            <a:off x="6992739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7"/>
          <p:cNvSpPr txBox="1"/>
          <p:nvPr/>
        </p:nvSpPr>
        <p:spPr>
          <a:xfrm>
            <a:off x="6970778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57"/>
          <p:cNvSpPr/>
          <p:nvPr/>
        </p:nvSpPr>
        <p:spPr>
          <a:xfrm>
            <a:off x="8314753" y="29434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57"/>
          <p:cNvSpPr txBox="1"/>
          <p:nvPr/>
        </p:nvSpPr>
        <p:spPr>
          <a:xfrm>
            <a:off x="8292792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57"/>
          <p:cNvSpPr/>
          <p:nvPr/>
        </p:nvSpPr>
        <p:spPr>
          <a:xfrm>
            <a:off x="9706347" y="29434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9684386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3" name="Google Shape;1093;p57"/>
          <p:cNvCxnSpPr/>
          <p:nvPr/>
        </p:nvCxnSpPr>
        <p:spPr>
          <a:xfrm>
            <a:off x="7439300" y="29385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57"/>
          <p:cNvCxnSpPr/>
          <p:nvPr/>
        </p:nvCxnSpPr>
        <p:spPr>
          <a:xfrm rot="10800000">
            <a:off x="8770879" y="29288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5" name="Google Shape;1095;p57"/>
          <p:cNvCxnSpPr/>
          <p:nvPr/>
        </p:nvCxnSpPr>
        <p:spPr>
          <a:xfrm rot="10800000">
            <a:off x="10182331" y="29387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6" name="Google Shape;1096;p57"/>
          <p:cNvCxnSpPr>
            <a:endCxn id="1097" idx="1"/>
          </p:cNvCxnSpPr>
          <p:nvPr/>
        </p:nvCxnSpPr>
        <p:spPr>
          <a:xfrm flipH="1" rot="10800000">
            <a:off x="6389378" y="1348392"/>
            <a:ext cx="657600" cy="175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8" name="Google Shape;1098;p57"/>
          <p:cNvCxnSpPr/>
          <p:nvPr/>
        </p:nvCxnSpPr>
        <p:spPr>
          <a:xfrm flipH="1" rot="10800000">
            <a:off x="7711500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099" name="Google Shape;1099;p57"/>
          <p:cNvCxnSpPr/>
          <p:nvPr/>
        </p:nvCxnSpPr>
        <p:spPr>
          <a:xfrm flipH="1" rot="10800000">
            <a:off x="9103094" y="30929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00" name="Google Shape;1100;p57"/>
          <p:cNvCxnSpPr/>
          <p:nvPr/>
        </p:nvCxnSpPr>
        <p:spPr>
          <a:xfrm>
            <a:off x="10355528" y="30938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01" name="Google Shape;1101;p57"/>
          <p:cNvSpPr txBox="1"/>
          <p:nvPr/>
        </p:nvSpPr>
        <p:spPr>
          <a:xfrm>
            <a:off x="10081594" y="32422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57"/>
          <p:cNvSpPr txBox="1"/>
          <p:nvPr/>
        </p:nvSpPr>
        <p:spPr>
          <a:xfrm>
            <a:off x="4375313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57"/>
          <p:cNvSpPr/>
          <p:nvPr/>
        </p:nvSpPr>
        <p:spPr>
          <a:xfrm>
            <a:off x="4375325" y="29434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57"/>
          <p:cNvSpPr txBox="1"/>
          <p:nvPr/>
        </p:nvSpPr>
        <p:spPr>
          <a:xfrm>
            <a:off x="4353363" y="28854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5" name="Google Shape;1105;p57"/>
          <p:cNvCxnSpPr/>
          <p:nvPr/>
        </p:nvCxnSpPr>
        <p:spPr>
          <a:xfrm flipH="1" rot="10800000">
            <a:off x="5093978" y="31009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06" name="Google Shape;1106;p57"/>
          <p:cNvCxnSpPr/>
          <p:nvPr/>
        </p:nvCxnSpPr>
        <p:spPr>
          <a:xfrm flipH="1">
            <a:off x="4824188" y="29323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57"/>
          <p:cNvSpPr txBox="1"/>
          <p:nvPr/>
        </p:nvSpPr>
        <p:spPr>
          <a:xfrm>
            <a:off x="9764738" y="24415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7"/>
          <p:cNvSpPr/>
          <p:nvPr/>
        </p:nvSpPr>
        <p:spPr>
          <a:xfrm>
            <a:off x="7068939" y="11908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57"/>
          <p:cNvSpPr txBox="1"/>
          <p:nvPr/>
        </p:nvSpPr>
        <p:spPr>
          <a:xfrm>
            <a:off x="7046978" y="11328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9" name="Google Shape;1109;p57"/>
          <p:cNvCxnSpPr/>
          <p:nvPr/>
        </p:nvCxnSpPr>
        <p:spPr>
          <a:xfrm>
            <a:off x="7515500" y="11859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0" name="Google Shape;111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76" y="4840475"/>
            <a:ext cx="4046456" cy="1721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1" name="Google Shape;1111;p57"/>
          <p:cNvSpPr/>
          <p:nvPr/>
        </p:nvSpPr>
        <p:spPr>
          <a:xfrm>
            <a:off x="5439595" y="2641066"/>
            <a:ext cx="1301825" cy="804975"/>
          </a:xfrm>
          <a:custGeom>
            <a:rect b="b" l="l" r="r" t="t"/>
            <a:pathLst>
              <a:path extrusionOk="0" h="32199" w="52073">
                <a:moveTo>
                  <a:pt x="22503" y="5473"/>
                </a:moveTo>
                <a:cubicBezTo>
                  <a:pt x="17101" y="6989"/>
                  <a:pt x="5822" y="6136"/>
                  <a:pt x="2600" y="9453"/>
                </a:cubicBezTo>
                <a:cubicBezTo>
                  <a:pt x="-622" y="12770"/>
                  <a:pt x="-1285" y="21585"/>
                  <a:pt x="3169" y="25376"/>
                </a:cubicBezTo>
                <a:cubicBezTo>
                  <a:pt x="7624" y="29167"/>
                  <a:pt x="21650" y="32199"/>
                  <a:pt x="29327" y="32199"/>
                </a:cubicBezTo>
                <a:cubicBezTo>
                  <a:pt x="37004" y="32199"/>
                  <a:pt x="45723" y="28409"/>
                  <a:pt x="49230" y="25376"/>
                </a:cubicBezTo>
                <a:cubicBezTo>
                  <a:pt x="52737" y="22343"/>
                  <a:pt x="52737" y="18172"/>
                  <a:pt x="50367" y="14002"/>
                </a:cubicBezTo>
                <a:cubicBezTo>
                  <a:pt x="47998" y="9832"/>
                  <a:pt x="39657" y="1777"/>
                  <a:pt x="35013" y="355"/>
                </a:cubicBezTo>
                <a:cubicBezTo>
                  <a:pt x="30369" y="-1066"/>
                  <a:pt x="27905" y="3957"/>
                  <a:pt x="22503" y="5473"/>
                </a:cubicBezTo>
                <a:close/>
              </a:path>
            </a:pathLst>
          </a:custGeom>
          <a:solidFill>
            <a:srgbClr val="00FF00">
              <a:alpha val="182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12" name="Google Shape;1112;p57"/>
          <p:cNvCxnSpPr>
            <a:endCxn id="1088" idx="0"/>
          </p:cNvCxnSpPr>
          <p:nvPr/>
        </p:nvCxnSpPr>
        <p:spPr>
          <a:xfrm flipH="1">
            <a:off x="7238678" y="1323642"/>
            <a:ext cx="631200" cy="15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13" name="Google Shape;1113;p57"/>
          <p:cNvSpPr/>
          <p:nvPr/>
        </p:nvSpPr>
        <p:spPr>
          <a:xfrm>
            <a:off x="5670725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4" name="Google Shape;1114;p57"/>
          <p:cNvCxnSpPr>
            <a:stCxn id="1113" idx="0"/>
            <a:endCxn id="1113" idx="2"/>
          </p:cNvCxnSpPr>
          <p:nvPr/>
        </p:nvCxnSpPr>
        <p:spPr>
          <a:xfrm>
            <a:off x="6117125" y="46960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5" name="Google Shape;1115;p57"/>
          <p:cNvSpPr txBox="1"/>
          <p:nvPr/>
        </p:nvSpPr>
        <p:spPr>
          <a:xfrm>
            <a:off x="56487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57"/>
          <p:cNvSpPr/>
          <p:nvPr/>
        </p:nvSpPr>
        <p:spPr>
          <a:xfrm>
            <a:off x="6992739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57"/>
          <p:cNvSpPr txBox="1"/>
          <p:nvPr/>
        </p:nvSpPr>
        <p:spPr>
          <a:xfrm>
            <a:off x="6970778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57"/>
          <p:cNvSpPr/>
          <p:nvPr/>
        </p:nvSpPr>
        <p:spPr>
          <a:xfrm>
            <a:off x="8314753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57"/>
          <p:cNvSpPr txBox="1"/>
          <p:nvPr/>
        </p:nvSpPr>
        <p:spPr>
          <a:xfrm>
            <a:off x="8292792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57"/>
          <p:cNvSpPr/>
          <p:nvPr/>
        </p:nvSpPr>
        <p:spPr>
          <a:xfrm>
            <a:off x="9706347" y="46960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57"/>
          <p:cNvSpPr txBox="1"/>
          <p:nvPr/>
        </p:nvSpPr>
        <p:spPr>
          <a:xfrm>
            <a:off x="96843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2" name="Google Shape;1122;p57"/>
          <p:cNvCxnSpPr/>
          <p:nvPr/>
        </p:nvCxnSpPr>
        <p:spPr>
          <a:xfrm>
            <a:off x="7439300" y="46911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3" name="Google Shape;1123;p57"/>
          <p:cNvCxnSpPr/>
          <p:nvPr/>
        </p:nvCxnSpPr>
        <p:spPr>
          <a:xfrm rot="10800000">
            <a:off x="8770879" y="46814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57"/>
          <p:cNvCxnSpPr/>
          <p:nvPr/>
        </p:nvCxnSpPr>
        <p:spPr>
          <a:xfrm rot="10800000">
            <a:off x="101823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57"/>
          <p:cNvCxnSpPr>
            <a:endCxn id="1117" idx="1"/>
          </p:cNvCxnSpPr>
          <p:nvPr/>
        </p:nvCxnSpPr>
        <p:spPr>
          <a:xfrm flipH="1" rot="10800000">
            <a:off x="6389378" y="4853592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6" name="Google Shape;1126;p57"/>
          <p:cNvCxnSpPr/>
          <p:nvPr/>
        </p:nvCxnSpPr>
        <p:spPr>
          <a:xfrm flipH="1" rot="10800000">
            <a:off x="7711500" y="4845577"/>
            <a:ext cx="581400" cy="9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27" name="Google Shape;1127;p57"/>
          <p:cNvCxnSpPr/>
          <p:nvPr/>
        </p:nvCxnSpPr>
        <p:spPr>
          <a:xfrm flipH="1" rot="10800000">
            <a:off x="91030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28" name="Google Shape;1128;p57"/>
          <p:cNvSpPr txBox="1"/>
          <p:nvPr/>
        </p:nvSpPr>
        <p:spPr>
          <a:xfrm>
            <a:off x="4375313" y="4194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7"/>
          <p:cNvSpPr/>
          <p:nvPr/>
        </p:nvSpPr>
        <p:spPr>
          <a:xfrm>
            <a:off x="4375325" y="46960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57"/>
          <p:cNvSpPr txBox="1"/>
          <p:nvPr/>
        </p:nvSpPr>
        <p:spPr>
          <a:xfrm>
            <a:off x="4353363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1" name="Google Shape;1131;p57"/>
          <p:cNvCxnSpPr/>
          <p:nvPr/>
        </p:nvCxnSpPr>
        <p:spPr>
          <a:xfrm flipH="1" rot="10800000">
            <a:off x="5093978" y="48535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2" name="Google Shape;1132;p57"/>
          <p:cNvCxnSpPr/>
          <p:nvPr/>
        </p:nvCxnSpPr>
        <p:spPr>
          <a:xfrm flipH="1">
            <a:off x="4824188" y="46849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57"/>
          <p:cNvSpPr txBox="1"/>
          <p:nvPr/>
        </p:nvSpPr>
        <p:spPr>
          <a:xfrm>
            <a:off x="11193288" y="41353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7"/>
          <p:cNvSpPr/>
          <p:nvPr/>
        </p:nvSpPr>
        <p:spPr>
          <a:xfrm>
            <a:off x="11077947" y="46960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7"/>
          <p:cNvSpPr txBox="1"/>
          <p:nvPr/>
        </p:nvSpPr>
        <p:spPr>
          <a:xfrm>
            <a:off x="11055986" y="46380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6" name="Google Shape;1136;p57"/>
          <p:cNvCxnSpPr/>
          <p:nvPr/>
        </p:nvCxnSpPr>
        <p:spPr>
          <a:xfrm rot="10800000">
            <a:off x="11553931" y="46913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7" name="Google Shape;1137;p57"/>
          <p:cNvCxnSpPr/>
          <p:nvPr/>
        </p:nvCxnSpPr>
        <p:spPr>
          <a:xfrm flipH="1" rot="10800000">
            <a:off x="10474694" y="48455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38" name="Google Shape;1138;p57"/>
          <p:cNvCxnSpPr/>
          <p:nvPr/>
        </p:nvCxnSpPr>
        <p:spPr>
          <a:xfrm>
            <a:off x="11727128" y="48464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39" name="Google Shape;1139;p57"/>
          <p:cNvSpPr txBox="1"/>
          <p:nvPr/>
        </p:nvSpPr>
        <p:spPr>
          <a:xfrm>
            <a:off x="11453194" y="49948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57"/>
          <p:cNvSpPr/>
          <p:nvPr/>
        </p:nvSpPr>
        <p:spPr>
          <a:xfrm>
            <a:off x="6424513" y="3605142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1" name="Google Shape;114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0469" y="5396223"/>
            <a:ext cx="28003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9256" y="4074905"/>
            <a:ext cx="892800" cy="563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8375" y="3359285"/>
            <a:ext cx="4370650" cy="3261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8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150" name="Google Shape;1150;p58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200 (Insert at the end)</a:t>
            </a:r>
            <a:endParaRPr/>
          </a:p>
        </p:txBody>
      </p:sp>
      <p:sp>
        <p:nvSpPr>
          <p:cNvPr id="1151" name="Google Shape;1151;p58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2" name="Google Shape;1152;p58"/>
          <p:cNvCxnSpPr>
            <a:stCxn id="1151" idx="0"/>
            <a:endCxn id="1151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58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58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58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58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58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58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58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0" name="Google Shape;1160;p58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1" name="Google Shape;1161;p58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2" name="Google Shape;1162;p58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3" name="Google Shape;1163;p58"/>
          <p:cNvCxnSpPr>
            <a:endCxn id="1155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64" name="Google Shape;1164;p58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65" name="Google Shape;1165;p58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66" name="Google Shape;1166;p58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58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58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9" name="Google Shape;1169;p58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70" name="Google Shape;1170;p58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1" name="Google Shape;1171;p58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58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58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4" name="Google Shape;1174;p58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5" name="Google Shape;1175;p58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76" name="Google Shape;1176;p58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7" name="Google Shape;1177;p58"/>
          <p:cNvCxnSpPr>
            <a:stCxn id="1176" idx="0"/>
            <a:endCxn id="1176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8" name="Google Shape;1178;p58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58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0" name="Google Shape;1180;p58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58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58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58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58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5" name="Google Shape;1185;p58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6" name="Google Shape;1186;p58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7" name="Google Shape;1187;p58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8" name="Google Shape;1188;p58"/>
          <p:cNvCxnSpPr>
            <a:endCxn id="1180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89" name="Google Shape;1189;p58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0" name="Google Shape;1190;p58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191" name="Google Shape;1191;p58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58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58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4" name="Google Shape;1194;p58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195" name="Google Shape;1195;p58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58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58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58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58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0" name="Google Shape;1200;p58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01" name="Google Shape;1201;p58"/>
          <p:cNvCxnSpPr/>
          <p:nvPr/>
        </p:nvCxnSpPr>
        <p:spPr>
          <a:xfrm>
            <a:off x="9669728" y="3017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02" name="Google Shape;1202;p58"/>
          <p:cNvSpPr txBox="1"/>
          <p:nvPr/>
        </p:nvSpPr>
        <p:spPr>
          <a:xfrm>
            <a:off x="9395794" y="3166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58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58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58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6" name="Google Shape;1206;p58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07" name="Google Shape;1207;p58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58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209" name="Google Shape;12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10" name="Google Shape;1210;p58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58"/>
          <p:cNvSpPr/>
          <p:nvPr/>
        </p:nvSpPr>
        <p:spPr>
          <a:xfrm>
            <a:off x="1830050" y="5467300"/>
            <a:ext cx="4075500" cy="917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5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59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218" name="Google Shape;1218;p59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200 (Insert at the end)</a:t>
            </a:r>
            <a:endParaRPr/>
          </a:p>
        </p:txBody>
      </p:sp>
      <p:sp>
        <p:nvSpPr>
          <p:cNvPr id="1219" name="Google Shape;1219;p59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0" name="Google Shape;1220;p59"/>
          <p:cNvCxnSpPr>
            <a:stCxn id="1219" idx="0"/>
            <a:endCxn id="1219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1" name="Google Shape;1221;p59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59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59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59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59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59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59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8" name="Google Shape;1228;p59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59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0" name="Google Shape;1230;p59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9"/>
          <p:cNvCxnSpPr>
            <a:endCxn id="1223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2" name="Google Shape;1232;p59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3" name="Google Shape;1233;p59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34" name="Google Shape;1234;p59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59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59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7" name="Google Shape;1237;p59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38" name="Google Shape;1238;p59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9" name="Google Shape;1239;p59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59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59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2" name="Google Shape;1242;p59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3" name="Google Shape;1243;p59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44" name="Google Shape;1244;p59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59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6" name="Google Shape;1246;p59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7" name="Google Shape;1247;p59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8" name="Google Shape;1248;p59"/>
          <p:cNvCxnSpPr>
            <a:stCxn id="1247" idx="0"/>
            <a:endCxn id="1247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9" name="Google Shape;1249;p59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59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59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59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59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9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59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6" name="Google Shape;1256;p59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7" name="Google Shape;1257;p59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8" name="Google Shape;1258;p59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9" name="Google Shape;1259;p59"/>
          <p:cNvCxnSpPr>
            <a:endCxn id="1251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0" name="Google Shape;1260;p59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1" name="Google Shape;1261;p59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62" name="Google Shape;1262;p59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59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59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5" name="Google Shape;1265;p59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66" name="Google Shape;1266;p59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9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59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59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0" name="Google Shape;1270;p59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59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272" name="Google Shape;1272;p59"/>
          <p:cNvCxnSpPr/>
          <p:nvPr/>
        </p:nvCxnSpPr>
        <p:spPr>
          <a:xfrm>
            <a:off x="9669728" y="3017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3" name="Google Shape;1273;p59"/>
          <p:cNvSpPr txBox="1"/>
          <p:nvPr/>
        </p:nvSpPr>
        <p:spPr>
          <a:xfrm>
            <a:off x="9395794" y="3166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59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59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6" name="Google Shape;1276;p59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7" name="Google Shape;1277;p59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78" name="Google Shape;1278;p59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9" name="Google Shape;1279;p59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280" name="Google Shape;128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1" name="Google Shape;1281;p59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59"/>
          <p:cNvSpPr/>
          <p:nvPr/>
        </p:nvSpPr>
        <p:spPr>
          <a:xfrm>
            <a:off x="1830050" y="5830550"/>
            <a:ext cx="2502000" cy="55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3" name="Google Shape;1283;p59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284" name="Google Shape;1284;p59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5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60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291" name="Google Shape;1291;p60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292" name="Google Shape;1292;p60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3" name="Google Shape;1293;p60"/>
          <p:cNvCxnSpPr>
            <a:stCxn id="1292" idx="0"/>
            <a:endCxn id="1292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4" name="Google Shape;1294;p60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60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60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60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60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60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60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1" name="Google Shape;1301;p60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60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3" name="Google Shape;1303;p60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4" name="Google Shape;1304;p60"/>
          <p:cNvCxnSpPr>
            <a:endCxn id="1296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5" name="Google Shape;1305;p60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06" name="Google Shape;1306;p60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07" name="Google Shape;1307;p60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60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60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0" name="Google Shape;1310;p60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11" name="Google Shape;1311;p60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2" name="Google Shape;1312;p60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60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60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5" name="Google Shape;1315;p60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6" name="Google Shape;1316;p60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17" name="Google Shape;1317;p60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60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9" name="Google Shape;1319;p60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60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1" name="Google Shape;1321;p60"/>
          <p:cNvCxnSpPr>
            <a:stCxn id="1320" idx="0"/>
            <a:endCxn id="1320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60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60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60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60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60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60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60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9" name="Google Shape;1329;p60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0" name="Google Shape;1330;p60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60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60"/>
          <p:cNvCxnSpPr>
            <a:endCxn id="1324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3" name="Google Shape;1333;p60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4" name="Google Shape;1334;p60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35" name="Google Shape;1335;p60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60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60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8" name="Google Shape;1338;p60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39" name="Google Shape;1339;p60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0" name="Google Shape;1340;p60"/>
          <p:cNvSpPr txBox="1"/>
          <p:nvPr/>
        </p:nvSpPr>
        <p:spPr>
          <a:xfrm>
            <a:off x="9135888" y="2306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1" name="Google Shape;1341;p60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60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3" name="Google Shape;1343;p60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4" name="Google Shape;1344;p60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45" name="Google Shape;1345;p60"/>
          <p:cNvCxnSpPr>
            <a:endCxn id="1318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46" name="Google Shape;1346;p60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60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8" name="Google Shape;1348;p60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9" name="Google Shape;1349;p60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0" name="Google Shape;1350;p60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1" name="Google Shape;1351;p60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352" name="Google Shape;13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3" name="Google Shape;1353;p60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60"/>
          <p:cNvSpPr/>
          <p:nvPr/>
        </p:nvSpPr>
        <p:spPr>
          <a:xfrm>
            <a:off x="1927925" y="6163800"/>
            <a:ext cx="2502000" cy="209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F8F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5" name="Google Shape;1355;p60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56" name="Google Shape;1356;p60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6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61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363" name="Google Shape;1363;p61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364" name="Google Shape;1364;p61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5" name="Google Shape;1365;p61"/>
          <p:cNvCxnSpPr>
            <a:stCxn id="1364" idx="0"/>
            <a:endCxn id="1364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6" name="Google Shape;1366;p61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61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61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61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61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61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61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3" name="Google Shape;1373;p61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4" name="Google Shape;1374;p61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61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6" name="Google Shape;1376;p61"/>
          <p:cNvCxnSpPr>
            <a:endCxn id="1368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7" name="Google Shape;1377;p61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78" name="Google Shape;1378;p61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79" name="Google Shape;1379;p61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61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61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2" name="Google Shape;1382;p61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383" name="Google Shape;1383;p61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4" name="Google Shape;1384;p61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61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61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87" name="Google Shape;1387;p61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61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389" name="Google Shape;1389;p61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61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1" name="Google Shape;1391;p61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2" name="Google Shape;1392;p61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3" name="Google Shape;1393;p61"/>
          <p:cNvCxnSpPr>
            <a:stCxn id="1392" idx="0"/>
            <a:endCxn id="1392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4" name="Google Shape;1394;p61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61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61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61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61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61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61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1" name="Google Shape;1401;p61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2" name="Google Shape;1402;p61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3" name="Google Shape;1403;p61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4" name="Google Shape;1404;p61"/>
          <p:cNvCxnSpPr>
            <a:endCxn id="1396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5" name="Google Shape;1405;p61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06" name="Google Shape;1406;p61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07" name="Google Shape;1407;p61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61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61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0" name="Google Shape;1410;p61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1" name="Google Shape;1411;p61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2" name="Google Shape;1412;p61"/>
          <p:cNvSpPr txBox="1"/>
          <p:nvPr/>
        </p:nvSpPr>
        <p:spPr>
          <a:xfrm>
            <a:off x="10637288" y="789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61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61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15" name="Google Shape;1415;p61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61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17" name="Google Shape;1417;p61"/>
          <p:cNvCxnSpPr>
            <a:endCxn id="1390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18" name="Google Shape;1418;p61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9" name="Google Shape;1419;p61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0" name="Google Shape;1420;p61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1" name="Google Shape;1421;p61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2" name="Google Shape;1422;p61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3" name="Google Shape;1423;p61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24" name="Google Shape;142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5" name="Google Shape;1425;p61"/>
          <p:cNvSpPr/>
          <p:nvPr/>
        </p:nvSpPr>
        <p:spPr>
          <a:xfrm>
            <a:off x="2157950" y="3658675"/>
            <a:ext cx="9384600" cy="174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6" name="Google Shape;1426;p61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27" name="Google Shape;1427;p61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6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62"/>
          <p:cNvSpPr txBox="1"/>
          <p:nvPr>
            <p:ph type="title"/>
          </p:nvPr>
        </p:nvSpPr>
        <p:spPr>
          <a:xfrm>
            <a:off x="838200" y="697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Optimizing Tail Insertion</a:t>
            </a:r>
            <a:endParaRPr sz="4300"/>
          </a:p>
        </p:txBody>
      </p:sp>
      <p:sp>
        <p:nvSpPr>
          <p:cNvPr id="1434" name="Google Shape;1434;p62"/>
          <p:cNvSpPr txBox="1"/>
          <p:nvPr>
            <p:ph idx="1" type="body"/>
          </p:nvPr>
        </p:nvSpPr>
        <p:spPr>
          <a:xfrm>
            <a:off x="838200" y="18126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Append 42 (Insert at the end)</a:t>
            </a:r>
            <a:endParaRPr/>
          </a:p>
        </p:txBody>
      </p:sp>
      <p:sp>
        <p:nvSpPr>
          <p:cNvPr id="1435" name="Google Shape;1435;p62"/>
          <p:cNvSpPr/>
          <p:nvPr/>
        </p:nvSpPr>
        <p:spPr>
          <a:xfrm>
            <a:off x="3537125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6" name="Google Shape;1436;p62"/>
          <p:cNvCxnSpPr>
            <a:stCxn id="1435" idx="0"/>
            <a:endCxn id="1435" idx="2"/>
          </p:cNvCxnSpPr>
          <p:nvPr/>
        </p:nvCxnSpPr>
        <p:spPr>
          <a:xfrm>
            <a:off x="3983525" y="4772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62"/>
          <p:cNvSpPr txBox="1"/>
          <p:nvPr/>
        </p:nvSpPr>
        <p:spPr>
          <a:xfrm>
            <a:off x="35151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62"/>
          <p:cNvSpPr/>
          <p:nvPr/>
        </p:nvSpPr>
        <p:spPr>
          <a:xfrm>
            <a:off x="4859139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9" name="Google Shape;1439;p62"/>
          <p:cNvSpPr txBox="1"/>
          <p:nvPr/>
        </p:nvSpPr>
        <p:spPr>
          <a:xfrm>
            <a:off x="4837178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62"/>
          <p:cNvSpPr/>
          <p:nvPr/>
        </p:nvSpPr>
        <p:spPr>
          <a:xfrm>
            <a:off x="6181153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62"/>
          <p:cNvSpPr txBox="1"/>
          <p:nvPr/>
        </p:nvSpPr>
        <p:spPr>
          <a:xfrm>
            <a:off x="6159192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62"/>
          <p:cNvSpPr/>
          <p:nvPr/>
        </p:nvSpPr>
        <p:spPr>
          <a:xfrm>
            <a:off x="75727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62"/>
          <p:cNvSpPr txBox="1"/>
          <p:nvPr/>
        </p:nvSpPr>
        <p:spPr>
          <a:xfrm>
            <a:off x="75507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4" name="Google Shape;1444;p62"/>
          <p:cNvCxnSpPr/>
          <p:nvPr/>
        </p:nvCxnSpPr>
        <p:spPr>
          <a:xfrm>
            <a:off x="5305700" y="4767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5" name="Google Shape;1445;p62"/>
          <p:cNvCxnSpPr/>
          <p:nvPr/>
        </p:nvCxnSpPr>
        <p:spPr>
          <a:xfrm rot="10800000">
            <a:off x="6637279" y="4757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62"/>
          <p:cNvCxnSpPr/>
          <p:nvPr/>
        </p:nvCxnSpPr>
        <p:spPr>
          <a:xfrm rot="10800000">
            <a:off x="80487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62"/>
          <p:cNvCxnSpPr>
            <a:endCxn id="1439" idx="1"/>
          </p:cNvCxnSpPr>
          <p:nvPr/>
        </p:nvCxnSpPr>
        <p:spPr>
          <a:xfrm flipH="1" rot="10800000">
            <a:off x="42557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48" name="Google Shape;1448;p62"/>
          <p:cNvCxnSpPr/>
          <p:nvPr/>
        </p:nvCxnSpPr>
        <p:spPr>
          <a:xfrm flipH="1" rot="10800000">
            <a:off x="5577900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49" name="Google Shape;1449;p62"/>
          <p:cNvCxnSpPr/>
          <p:nvPr/>
        </p:nvCxnSpPr>
        <p:spPr>
          <a:xfrm flipH="1" rot="10800000">
            <a:off x="69694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50" name="Google Shape;1450;p62"/>
          <p:cNvSpPr txBox="1"/>
          <p:nvPr/>
        </p:nvSpPr>
        <p:spPr>
          <a:xfrm>
            <a:off x="2241713" y="4270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62"/>
          <p:cNvSpPr/>
          <p:nvPr/>
        </p:nvSpPr>
        <p:spPr>
          <a:xfrm>
            <a:off x="2241725" y="4772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2" name="Google Shape;1452;p62"/>
          <p:cNvSpPr txBox="1"/>
          <p:nvPr/>
        </p:nvSpPr>
        <p:spPr>
          <a:xfrm>
            <a:off x="2219763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3" name="Google Shape;1453;p62"/>
          <p:cNvCxnSpPr/>
          <p:nvPr/>
        </p:nvCxnSpPr>
        <p:spPr>
          <a:xfrm flipH="1" rot="10800000">
            <a:off x="2960378" y="4929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54" name="Google Shape;1454;p62"/>
          <p:cNvCxnSpPr/>
          <p:nvPr/>
        </p:nvCxnSpPr>
        <p:spPr>
          <a:xfrm flipH="1">
            <a:off x="2690588" y="4761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55" name="Google Shape;1455;p62"/>
          <p:cNvSpPr txBox="1"/>
          <p:nvPr/>
        </p:nvSpPr>
        <p:spPr>
          <a:xfrm>
            <a:off x="10583688" y="421151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62"/>
          <p:cNvSpPr/>
          <p:nvPr/>
        </p:nvSpPr>
        <p:spPr>
          <a:xfrm>
            <a:off x="8944347" y="4772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62"/>
          <p:cNvSpPr txBox="1"/>
          <p:nvPr/>
        </p:nvSpPr>
        <p:spPr>
          <a:xfrm>
            <a:off x="89223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8" name="Google Shape;1458;p62"/>
          <p:cNvCxnSpPr/>
          <p:nvPr/>
        </p:nvCxnSpPr>
        <p:spPr>
          <a:xfrm rot="10800000">
            <a:off x="94203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9" name="Google Shape;1459;p62"/>
          <p:cNvCxnSpPr/>
          <p:nvPr/>
        </p:nvCxnSpPr>
        <p:spPr>
          <a:xfrm flipH="1" rot="10800000">
            <a:off x="83410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60" name="Google Shape;1460;p62"/>
          <p:cNvSpPr/>
          <p:nvPr/>
        </p:nvSpPr>
        <p:spPr>
          <a:xfrm>
            <a:off x="10726539" y="1343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62"/>
          <p:cNvSpPr txBox="1"/>
          <p:nvPr/>
        </p:nvSpPr>
        <p:spPr>
          <a:xfrm>
            <a:off x="10704578" y="1285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2" name="Google Shape;1462;p62"/>
          <p:cNvCxnSpPr/>
          <p:nvPr/>
        </p:nvCxnSpPr>
        <p:spPr>
          <a:xfrm>
            <a:off x="11173100" y="1338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3" name="Google Shape;1463;p62"/>
          <p:cNvSpPr/>
          <p:nvPr/>
        </p:nvSpPr>
        <p:spPr>
          <a:xfrm>
            <a:off x="3613325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4" name="Google Shape;1464;p62"/>
          <p:cNvCxnSpPr>
            <a:stCxn id="1463" idx="0"/>
            <a:endCxn id="1463" idx="2"/>
          </p:cNvCxnSpPr>
          <p:nvPr/>
        </p:nvCxnSpPr>
        <p:spPr>
          <a:xfrm>
            <a:off x="4059725" y="2867264"/>
            <a:ext cx="0" cy="29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62"/>
          <p:cNvSpPr txBox="1"/>
          <p:nvPr/>
        </p:nvSpPr>
        <p:spPr>
          <a:xfrm>
            <a:off x="35913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62"/>
          <p:cNvSpPr/>
          <p:nvPr/>
        </p:nvSpPr>
        <p:spPr>
          <a:xfrm>
            <a:off x="4935339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62"/>
          <p:cNvSpPr txBox="1"/>
          <p:nvPr/>
        </p:nvSpPr>
        <p:spPr>
          <a:xfrm>
            <a:off x="4913378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62"/>
          <p:cNvSpPr/>
          <p:nvPr/>
        </p:nvSpPr>
        <p:spPr>
          <a:xfrm>
            <a:off x="6257353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62"/>
          <p:cNvSpPr txBox="1"/>
          <p:nvPr/>
        </p:nvSpPr>
        <p:spPr>
          <a:xfrm>
            <a:off x="6235392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62"/>
          <p:cNvSpPr/>
          <p:nvPr/>
        </p:nvSpPr>
        <p:spPr>
          <a:xfrm>
            <a:off x="76489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62"/>
          <p:cNvSpPr txBox="1"/>
          <p:nvPr/>
        </p:nvSpPr>
        <p:spPr>
          <a:xfrm>
            <a:off x="76269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2" name="Google Shape;1472;p62"/>
          <p:cNvCxnSpPr/>
          <p:nvPr/>
        </p:nvCxnSpPr>
        <p:spPr>
          <a:xfrm>
            <a:off x="5381900" y="2862395"/>
            <a:ext cx="4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2"/>
          <p:cNvCxnSpPr/>
          <p:nvPr/>
        </p:nvCxnSpPr>
        <p:spPr>
          <a:xfrm rot="10800000">
            <a:off x="6713479" y="2852681"/>
            <a:ext cx="0" cy="3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62"/>
          <p:cNvCxnSpPr/>
          <p:nvPr/>
        </p:nvCxnSpPr>
        <p:spPr>
          <a:xfrm rot="10800000">
            <a:off x="81249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62"/>
          <p:cNvCxnSpPr>
            <a:endCxn id="1467" idx="1"/>
          </p:cNvCxnSpPr>
          <p:nvPr/>
        </p:nvCxnSpPr>
        <p:spPr>
          <a:xfrm flipH="1" rot="10800000">
            <a:off x="43319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6" name="Google Shape;1476;p62"/>
          <p:cNvCxnSpPr/>
          <p:nvPr/>
        </p:nvCxnSpPr>
        <p:spPr>
          <a:xfrm flipH="1" rot="10800000">
            <a:off x="5654100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77" name="Google Shape;1477;p62"/>
          <p:cNvCxnSpPr/>
          <p:nvPr/>
        </p:nvCxnSpPr>
        <p:spPr>
          <a:xfrm flipH="1" rot="10800000">
            <a:off x="70456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78" name="Google Shape;1478;p62"/>
          <p:cNvSpPr txBox="1"/>
          <p:nvPr/>
        </p:nvSpPr>
        <p:spPr>
          <a:xfrm>
            <a:off x="2317913" y="23653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62"/>
          <p:cNvSpPr/>
          <p:nvPr/>
        </p:nvSpPr>
        <p:spPr>
          <a:xfrm>
            <a:off x="2317925" y="2867264"/>
            <a:ext cx="892800" cy="298800"/>
          </a:xfrm>
          <a:prstGeom prst="rect">
            <a:avLst/>
          </a:prstGeom>
          <a:solidFill>
            <a:srgbClr val="FF0000">
              <a:alpha val="2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62"/>
          <p:cNvSpPr txBox="1"/>
          <p:nvPr/>
        </p:nvSpPr>
        <p:spPr>
          <a:xfrm>
            <a:off x="2295963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99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1" name="Google Shape;1481;p62"/>
          <p:cNvCxnSpPr/>
          <p:nvPr/>
        </p:nvCxnSpPr>
        <p:spPr>
          <a:xfrm flipH="1" rot="10800000">
            <a:off x="3036578" y="3024792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2" name="Google Shape;1482;p62"/>
          <p:cNvCxnSpPr/>
          <p:nvPr/>
        </p:nvCxnSpPr>
        <p:spPr>
          <a:xfrm flipH="1">
            <a:off x="2766788" y="2856192"/>
            <a:ext cx="5100" cy="31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62"/>
          <p:cNvSpPr txBox="1"/>
          <p:nvPr/>
        </p:nvSpPr>
        <p:spPr>
          <a:xfrm>
            <a:off x="10637288" y="789167"/>
            <a:ext cx="107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4" name="Google Shape;1484;p62"/>
          <p:cNvSpPr/>
          <p:nvPr/>
        </p:nvSpPr>
        <p:spPr>
          <a:xfrm>
            <a:off x="9020547" y="2867264"/>
            <a:ext cx="892800" cy="2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5" name="Google Shape;1485;p62"/>
          <p:cNvSpPr txBox="1"/>
          <p:nvPr/>
        </p:nvSpPr>
        <p:spPr>
          <a:xfrm>
            <a:off x="8998586" y="2809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6" name="Google Shape;1486;p62"/>
          <p:cNvCxnSpPr/>
          <p:nvPr/>
        </p:nvCxnSpPr>
        <p:spPr>
          <a:xfrm rot="10800000">
            <a:off x="9496531" y="2862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7" name="Google Shape;1487;p62"/>
          <p:cNvCxnSpPr/>
          <p:nvPr/>
        </p:nvCxnSpPr>
        <p:spPr>
          <a:xfrm flipH="1" rot="10800000">
            <a:off x="8417294" y="3016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cxnSp>
        <p:nvCxnSpPr>
          <p:cNvPr id="1488" name="Google Shape;1488;p62"/>
          <p:cNvCxnSpPr>
            <a:endCxn id="1461" idx="1"/>
          </p:cNvCxnSpPr>
          <p:nvPr/>
        </p:nvCxnSpPr>
        <p:spPr>
          <a:xfrm flipH="1" rot="10800000">
            <a:off x="9669878" y="1500792"/>
            <a:ext cx="1034700" cy="15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89" name="Google Shape;1489;p62"/>
          <p:cNvSpPr/>
          <p:nvPr/>
        </p:nvSpPr>
        <p:spPr>
          <a:xfrm>
            <a:off x="10392147" y="4772264"/>
            <a:ext cx="892800" cy="298800"/>
          </a:xfrm>
          <a:prstGeom prst="rect">
            <a:avLst/>
          </a:prstGeom>
          <a:solidFill>
            <a:srgbClr val="0000FF">
              <a:alpha val="1887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62"/>
          <p:cNvSpPr txBox="1"/>
          <p:nvPr/>
        </p:nvSpPr>
        <p:spPr>
          <a:xfrm>
            <a:off x="10370186" y="4714242"/>
            <a:ext cx="53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1" name="Google Shape;1491;p62"/>
          <p:cNvCxnSpPr/>
          <p:nvPr/>
        </p:nvCxnSpPr>
        <p:spPr>
          <a:xfrm rot="10800000">
            <a:off x="10868131" y="4767581"/>
            <a:ext cx="4500" cy="30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2" name="Google Shape;1492;p62"/>
          <p:cNvCxnSpPr/>
          <p:nvPr/>
        </p:nvCxnSpPr>
        <p:spPr>
          <a:xfrm>
            <a:off x="11041328" y="4922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93" name="Google Shape;1493;p62"/>
          <p:cNvSpPr txBox="1"/>
          <p:nvPr/>
        </p:nvSpPr>
        <p:spPr>
          <a:xfrm>
            <a:off x="10767394" y="5071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4" name="Google Shape;1494;p62"/>
          <p:cNvCxnSpPr/>
          <p:nvPr/>
        </p:nvCxnSpPr>
        <p:spPr>
          <a:xfrm flipH="1" rot="10800000">
            <a:off x="9788894" y="4921777"/>
            <a:ext cx="5814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pic>
        <p:nvPicPr>
          <p:cNvPr id="1495" name="Google Shape;149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078" y="5467300"/>
            <a:ext cx="4640401" cy="11088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96" name="Google Shape;1496;p62"/>
          <p:cNvCxnSpPr/>
          <p:nvPr/>
        </p:nvCxnSpPr>
        <p:spPr>
          <a:xfrm>
            <a:off x="11422328" y="1493677"/>
            <a:ext cx="50100" cy="2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oval"/>
            <a:tailEnd len="med" w="med" type="triangle"/>
          </a:ln>
        </p:spPr>
      </p:cxnSp>
      <p:sp>
        <p:nvSpPr>
          <p:cNvPr id="1497" name="Google Shape;1497;p62"/>
          <p:cNvSpPr txBox="1"/>
          <p:nvPr/>
        </p:nvSpPr>
        <p:spPr>
          <a:xfrm>
            <a:off x="11148394" y="1642069"/>
            <a:ext cx="107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62"/>
          <p:cNvSpPr/>
          <p:nvPr/>
        </p:nvSpPr>
        <p:spPr>
          <a:xfrm>
            <a:off x="4845113" y="3491805"/>
            <a:ext cx="672300" cy="896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9" name="Google Shape;149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7275" y="5744692"/>
            <a:ext cx="837907" cy="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0" name="Google Shape;1500;p6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6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Use Linked Lists?</a:t>
            </a:r>
            <a:endParaRPr/>
          </a:p>
        </p:txBody>
      </p:sp>
      <p:sp>
        <p:nvSpPr>
          <p:cNvPr id="1506" name="Google Shape;1506;p63"/>
          <p:cNvSpPr txBox="1"/>
          <p:nvPr>
            <p:ph idx="1" type="body"/>
          </p:nvPr>
        </p:nvSpPr>
        <p:spPr>
          <a:xfrm>
            <a:off x="838200" y="1825625"/>
            <a:ext cx="10515600" cy="476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you need frequent insertions/deletions (e.g., implementing a queue or stack).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When the size of the data is unknown or changes frequently.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Do not use linked lists: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Random access is needed (Arrays ⇒ O(1), Linked lists ⇒ O(n)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Practical usage: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 xv6, the freelist refers to a linked list of free memory pages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free page contains a pointer to the next free page.</a:t>
            </a:r>
            <a:endParaRPr/>
          </a:p>
        </p:txBody>
      </p:sp>
      <p:sp>
        <p:nvSpPr>
          <p:cNvPr id="1507" name="Google Shape;1507;p6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6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1513" name="Google Shape;1513;p6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head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tail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Remove from anywhere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Update element value at index n</a:t>
            </a:r>
            <a:endParaRPr/>
          </a:p>
        </p:txBody>
      </p:sp>
      <p:sp>
        <p:nvSpPr>
          <p:cNvPr id="1514" name="Google Shape;1514;p6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