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</p:sldIdLst>
  <p:sldSz cy="6858000" cx="12192000"/>
  <p:notesSz cx="6858000" cy="9144000"/>
  <p:embeddedFontLst>
    <p:embeddedFont>
      <p:font typeface="Century Schoolbook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2" Type="http://schemas.openxmlformats.org/officeDocument/2006/relationships/font" Target="fonts/CenturySchoolbook-boldItalic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CenturySchoolbook-italic.fntdata"/><Relationship Id="rId70" Type="http://schemas.openxmlformats.org/officeDocument/2006/relationships/font" Target="fonts/CenturySchoolbook-bold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CenturySchoolbook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aa06070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aa0607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0d3bea20e_0_9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0d3bea20e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0d3bea20e_0_1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0d3bea20e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0d3bea20e_0_1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0d3bea20e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0d3bea20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0d3bea20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0d3bea20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0d3bea20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0d3bea20e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0d3bea20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0d3bea20e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30d3bea20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0d3bea20e_0_16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0d3bea20e_0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0d3bea20e_0_17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0d3bea20e_0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0d3bea20e_0_17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30d3bea20e_0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30d3bea20e_0_18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30d3bea20e_0_1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30d3bea20e_0_18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30d3bea20e_0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30d3bea20e_0_18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30d3bea20e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30d3bea20e_0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30d3bea20e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30d3bea20e_0_9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30d3bea20e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0d3bea20e_0_9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30d3bea20e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30d3bea20e_0_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30d3bea20e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30d3bea20e_0_8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30d3bea20e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30d3bea20e_0_4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30d3bea20e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30d3bea20e_0_5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30d3bea20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30d3bea20e_0_5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30d3bea20e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30d3bea20e_0_6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30d3bea20e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30d3bea20e_0_7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30d3bea20e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30d3bea20e_0_7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30d3bea20e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341085ddfb_0_8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341085ddfb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30d3bea20e_0_1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30d3bea20e_0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30d3bea20e_0_1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30d3bea20e_0_1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30d3bea20e_0_13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30d3bea20e_0_1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30d3bea20e_0_1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30d3bea20e_0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30d3bea20e_0_1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30d3bea20e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30d3bea20e_0_14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30d3bea20e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30d3bea20e_0_15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30d3bea20e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30d3bea20e_0_15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330d3bea20e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30d3bea20e_0_19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330d3bea20e_0_1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30d3bea20e_0_20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330d3bea20e_0_2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30d3bea20e_0_2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330d3bea20e_0_2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30d3bea20e_0_2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30d3bea20e_0_2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316bc62e90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316bc62e90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30d3bea20e_0_2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330d3bea20e_0_2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30d3bea20e_0_2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30d3bea20e_0_2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30d3bea20e_0_2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330d3bea20e_0_2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330d3bea20e_0_23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330d3bea20e_0_2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330d3bea20e_0_2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330d3bea20e_0_2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30d3bea20e_0_24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30d3bea20e_0_2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330d3bea20e_0_25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330d3bea20e_0_2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330d3bea20e_0_26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330d3bea20e_0_2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g330d3bea20e_0_26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1" name="Google Shape;2081;g330d3bea20e_0_2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330d3bea20e_0_28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330d3bea20e_0_2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330d3bea20e_0_36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330d3bea20e_0_3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330d3bea20e_0_29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330d3bea20e_0_2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330d3bea20e_0_30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330d3bea20e_0_3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330d3bea20e_0_30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3" name="Google Shape;2243;g330d3bea20e_0_3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330d3bea20e_0_30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330d3bea20e_0_3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330d3bea20e_0_3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330d3bea20e_0_3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330d3bea20e_0_3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330d3bea20e_0_3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330d3bea20e_0_3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330d3bea20e_0_3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330d3bea20e_0_34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5" name="Google Shape;2435;g330d3bea20e_0_3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330d3bea20e_0_3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330d3bea20e_0_3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g330d3bea20e_0_35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3" name="Google Shape;2563;g330d3bea20e_0_3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g330d3bea20e_0_36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7" name="Google Shape;2627;g330d3bea20e_0_3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g3341085ddfb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5" name="Google Shape;2635;g3341085ddf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3341085ddfb_0_19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3341085ddfb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52814" y="656513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leetcode.com/problems/merge-two-sorted-lists/description/?envType=problem-list-v2&amp;envId=linked-list" TargetMode="External"/><Relationship Id="rId4" Type="http://schemas.openxmlformats.org/officeDocument/2006/relationships/hyperlink" Target="https://leetcode.com/problems/delete-node-in-a-linked-list/description/?envType=problem-list-v2&amp;envId=linked-list" TargetMode="External"/><Relationship Id="rId5" Type="http://schemas.openxmlformats.org/officeDocument/2006/relationships/hyperlink" Target="https://leetcode.com/problems/remove-duplicates-from-sorted-list/description/?envType=problem-list-v2&amp;envId=linked-list" TargetMode="External"/><Relationship Id="rId6" Type="http://schemas.openxmlformats.org/officeDocument/2006/relationships/hyperlink" Target="https://leetcode.com/problems/linked-list-cycle/description/?envType=problem-list-v2&amp;envId=linked-list" TargetMode="External"/><Relationship Id="rId7" Type="http://schemas.openxmlformats.org/officeDocument/2006/relationships/hyperlink" Target="https://leetcode.com/problems/intersection-of-two-linked-lists/description/?envType=problem-list-v2&amp;envId=linked-li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Singly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Linked Lists – Node Removal and Rotation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Linked Lists</a:t>
            </a:r>
            <a:endParaRPr/>
          </a:p>
        </p:txBody>
      </p: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838200" y="1825625"/>
            <a:ext cx="5404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Collection of nodes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Each node contains two things: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Data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reference to the </a:t>
            </a:r>
            <a:r>
              <a:rPr b="1" lang="en-US" sz="2200"/>
              <a:t>next node</a:t>
            </a:r>
            <a:endParaRPr b="1"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This version is also known as “Singly Linked Lists (SLL)” as each node only contains the reference to the next node.</a:t>
            </a:r>
            <a:endParaRPr sz="2200"/>
          </a:p>
        </p:txBody>
      </p:sp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850" y="2195600"/>
            <a:ext cx="5404248" cy="303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Arrays vs. Linked Lists</a:t>
            </a:r>
            <a:endParaRPr/>
          </a:p>
        </p:txBody>
      </p:sp>
      <p:sp>
        <p:nvSpPr>
          <p:cNvPr id="135" name="Google Shape;135;p15"/>
          <p:cNvSpPr txBox="1"/>
          <p:nvPr>
            <p:ph idx="1" type="body"/>
          </p:nvPr>
        </p:nvSpPr>
        <p:spPr>
          <a:xfrm>
            <a:off x="838200" y="1825625"/>
            <a:ext cx="10515600" cy="47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Arrays: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Fixed size (static).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Insertion/deletion is expensive (requires shifting elements).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access is fast ⇒ O(1). 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Linked Lists: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Dynamic size (grows/shrinks as needed).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Insertion/deletion is efficient ( O(1) at head/tail).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Sequential access (no random access, O(n) for traversal). </a:t>
            </a:r>
            <a:endParaRPr/>
          </a:p>
        </p:txBody>
      </p:sp>
      <p:sp>
        <p:nvSpPr>
          <p:cNvPr id="136" name="Google Shape;136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Index of Element</a:t>
            </a:r>
            <a:endParaRPr/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800" y="2491104"/>
            <a:ext cx="4367500" cy="389534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900" y="6386451"/>
            <a:ext cx="586200" cy="3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/>
          <p:nvPr/>
        </p:nvSpPr>
        <p:spPr>
          <a:xfrm>
            <a:off x="30934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30973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6"/>
          <p:cNvCxnSpPr/>
          <p:nvPr/>
        </p:nvCxnSpPr>
        <p:spPr>
          <a:xfrm>
            <a:off x="36271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6"/>
          <p:cNvSpPr/>
          <p:nvPr/>
        </p:nvSpPr>
        <p:spPr>
          <a:xfrm>
            <a:off x="45412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5451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16"/>
          <p:cNvCxnSpPr/>
          <p:nvPr/>
        </p:nvCxnSpPr>
        <p:spPr>
          <a:xfrm>
            <a:off x="50749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16"/>
          <p:cNvSpPr/>
          <p:nvPr/>
        </p:nvSpPr>
        <p:spPr>
          <a:xfrm>
            <a:off x="59890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9929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6"/>
          <p:cNvCxnSpPr/>
          <p:nvPr/>
        </p:nvCxnSpPr>
        <p:spPr>
          <a:xfrm>
            <a:off x="65227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16"/>
          <p:cNvSpPr/>
          <p:nvPr/>
        </p:nvSpPr>
        <p:spPr>
          <a:xfrm>
            <a:off x="75130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75169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6"/>
          <p:cNvCxnSpPr/>
          <p:nvPr/>
        </p:nvCxnSpPr>
        <p:spPr>
          <a:xfrm>
            <a:off x="80467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6"/>
          <p:cNvSpPr/>
          <p:nvPr/>
        </p:nvSpPr>
        <p:spPr>
          <a:xfrm>
            <a:off x="90370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0409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16"/>
          <p:cNvCxnSpPr/>
          <p:nvPr/>
        </p:nvCxnSpPr>
        <p:spPr>
          <a:xfrm>
            <a:off x="95707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6"/>
          <p:cNvCxnSpPr/>
          <p:nvPr/>
        </p:nvCxnSpPr>
        <p:spPr>
          <a:xfrm flipH="1" rot="10800000">
            <a:off x="39589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" name="Google Shape;160;p16"/>
          <p:cNvCxnSpPr/>
          <p:nvPr/>
        </p:nvCxnSpPr>
        <p:spPr>
          <a:xfrm flipH="1" rot="10800000">
            <a:off x="54067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1" name="Google Shape;161;p16"/>
          <p:cNvCxnSpPr/>
          <p:nvPr/>
        </p:nvCxnSpPr>
        <p:spPr>
          <a:xfrm flipH="1" rot="10800000">
            <a:off x="69307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2" name="Google Shape;162;p16"/>
          <p:cNvCxnSpPr/>
          <p:nvPr/>
        </p:nvCxnSpPr>
        <p:spPr>
          <a:xfrm flipH="1" rot="10800000">
            <a:off x="84547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3" name="Google Shape;163;p16"/>
          <p:cNvCxnSpPr/>
          <p:nvPr/>
        </p:nvCxnSpPr>
        <p:spPr>
          <a:xfrm>
            <a:off x="9859534" y="1718601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4" name="Google Shape;164;p16"/>
          <p:cNvSpPr txBox="1"/>
          <p:nvPr/>
        </p:nvSpPr>
        <p:spPr>
          <a:xfrm>
            <a:off x="9705259" y="2029401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15694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5733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6"/>
          <p:cNvCxnSpPr/>
          <p:nvPr/>
        </p:nvCxnSpPr>
        <p:spPr>
          <a:xfrm>
            <a:off x="21031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6"/>
          <p:cNvCxnSpPr/>
          <p:nvPr/>
        </p:nvCxnSpPr>
        <p:spPr>
          <a:xfrm flipH="1" rot="10800000">
            <a:off x="25111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9" name="Google Shape;169;p16"/>
          <p:cNvSpPr txBox="1"/>
          <p:nvPr/>
        </p:nvSpPr>
        <p:spPr>
          <a:xfrm>
            <a:off x="1164750" y="2302375"/>
            <a:ext cx="266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index of 30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Get Node at Index</a:t>
            </a:r>
            <a:endParaRPr/>
          </a:p>
        </p:txBody>
      </p:sp>
      <p:pic>
        <p:nvPicPr>
          <p:cNvPr id="176" name="Google Shape;1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700" y="2323371"/>
            <a:ext cx="4576450" cy="402892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6700" y="6352298"/>
            <a:ext cx="586200" cy="3697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/>
          <p:nvPr/>
        </p:nvSpPr>
        <p:spPr>
          <a:xfrm>
            <a:off x="30934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30973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7"/>
          <p:cNvCxnSpPr/>
          <p:nvPr/>
        </p:nvCxnSpPr>
        <p:spPr>
          <a:xfrm>
            <a:off x="36271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7"/>
          <p:cNvSpPr/>
          <p:nvPr/>
        </p:nvSpPr>
        <p:spPr>
          <a:xfrm>
            <a:off x="45412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45451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7"/>
          <p:cNvCxnSpPr/>
          <p:nvPr/>
        </p:nvCxnSpPr>
        <p:spPr>
          <a:xfrm>
            <a:off x="50749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17"/>
          <p:cNvSpPr/>
          <p:nvPr/>
        </p:nvSpPr>
        <p:spPr>
          <a:xfrm>
            <a:off x="59890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59929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17"/>
          <p:cNvCxnSpPr/>
          <p:nvPr/>
        </p:nvCxnSpPr>
        <p:spPr>
          <a:xfrm>
            <a:off x="65227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7"/>
          <p:cNvSpPr/>
          <p:nvPr/>
        </p:nvSpPr>
        <p:spPr>
          <a:xfrm>
            <a:off x="75130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75169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7"/>
          <p:cNvCxnSpPr/>
          <p:nvPr/>
        </p:nvCxnSpPr>
        <p:spPr>
          <a:xfrm>
            <a:off x="80467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7"/>
          <p:cNvSpPr/>
          <p:nvPr/>
        </p:nvSpPr>
        <p:spPr>
          <a:xfrm>
            <a:off x="90370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90409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17"/>
          <p:cNvCxnSpPr/>
          <p:nvPr/>
        </p:nvCxnSpPr>
        <p:spPr>
          <a:xfrm>
            <a:off x="95707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7"/>
          <p:cNvCxnSpPr/>
          <p:nvPr/>
        </p:nvCxnSpPr>
        <p:spPr>
          <a:xfrm flipH="1" rot="10800000">
            <a:off x="39589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4" name="Google Shape;194;p17"/>
          <p:cNvCxnSpPr/>
          <p:nvPr/>
        </p:nvCxnSpPr>
        <p:spPr>
          <a:xfrm flipH="1" rot="10800000">
            <a:off x="54067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5" name="Google Shape;195;p17"/>
          <p:cNvCxnSpPr/>
          <p:nvPr/>
        </p:nvCxnSpPr>
        <p:spPr>
          <a:xfrm flipH="1" rot="10800000">
            <a:off x="69307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6" name="Google Shape;196;p17"/>
          <p:cNvCxnSpPr/>
          <p:nvPr/>
        </p:nvCxnSpPr>
        <p:spPr>
          <a:xfrm flipH="1" rot="10800000">
            <a:off x="84547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7" name="Google Shape;197;p17"/>
          <p:cNvCxnSpPr/>
          <p:nvPr/>
        </p:nvCxnSpPr>
        <p:spPr>
          <a:xfrm>
            <a:off x="9859534" y="1718601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8" name="Google Shape;198;p17"/>
          <p:cNvSpPr txBox="1"/>
          <p:nvPr/>
        </p:nvSpPr>
        <p:spPr>
          <a:xfrm>
            <a:off x="9705259" y="2029401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1569459" y="1557651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573390" y="1484096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17"/>
          <p:cNvCxnSpPr/>
          <p:nvPr/>
        </p:nvCxnSpPr>
        <p:spPr>
          <a:xfrm>
            <a:off x="2103159" y="1557651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7"/>
          <p:cNvCxnSpPr/>
          <p:nvPr/>
        </p:nvCxnSpPr>
        <p:spPr>
          <a:xfrm flipH="1" rot="10800000">
            <a:off x="2511190" y="1699646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3" name="Google Shape;203;p17"/>
          <p:cNvSpPr txBox="1"/>
          <p:nvPr/>
        </p:nvSpPr>
        <p:spPr>
          <a:xfrm>
            <a:off x="609600" y="2491100"/>
            <a:ext cx="3881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the node at index 3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838200" y="1825625"/>
            <a:ext cx="5605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Construct the linked list from the given table</a:t>
            </a:r>
            <a:endParaRPr sz="2400"/>
          </a:p>
        </p:txBody>
      </p:sp>
      <p:pic>
        <p:nvPicPr>
          <p:cNvPr id="211" name="Google Shape;2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838200" y="1825625"/>
            <a:ext cx="5605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Step 1: Write down all nodes with their corresponding address.</a:t>
            </a:r>
            <a:endParaRPr sz="2400"/>
          </a:p>
        </p:txBody>
      </p:sp>
      <p:pic>
        <p:nvPicPr>
          <p:cNvPr id="219" name="Google Shape;2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" name="Google Shape;220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226" name="Google Shape;2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" name="Google Shape;227;p20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20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0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0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0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0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0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0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0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20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0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838200" y="1825625"/>
            <a:ext cx="5605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Step 2: Identify links between nodes and connect</a:t>
            </a:r>
            <a:endParaRPr sz="2400"/>
          </a:p>
        </p:txBody>
      </p:sp>
      <p:pic>
        <p:nvPicPr>
          <p:cNvPr id="264" name="Google Shape;2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5" name="Google Shape;265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271" name="Google Shape;2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2" name="Google Shape;272;p22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22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2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22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22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22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2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22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2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22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2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22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2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6988800" y="2749450"/>
            <a:ext cx="3269700" cy="431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04" name="Google Shape;304;p22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311" name="Google Shape;3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2" name="Google Shape;312;p23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23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23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23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3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23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23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23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3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23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3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23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23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6988800" y="3268634"/>
            <a:ext cx="3269700" cy="431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44" name="Google Shape;344;p23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46" name="Google Shape;346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352" name="Google Shape;3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3" name="Google Shape;353;p24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24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4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4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24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24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24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4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24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24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24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24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24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6988800" y="3787817"/>
            <a:ext cx="3269700" cy="431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85" name="Google Shape;385;p24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87" name="Google Shape;387;p24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88" name="Google Shape;388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394" name="Google Shape;3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5" name="Google Shape;395;p25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25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5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25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5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25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25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25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25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25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25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25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25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6988800" y="4307001"/>
            <a:ext cx="3269700" cy="431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27" name="Google Shape;427;p25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29" name="Google Shape;429;p25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30" name="Google Shape;430;p25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31" name="Google Shape;431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437" name="Google Shape;4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8" name="Google Shape;438;p26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26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26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6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26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26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26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26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26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26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26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26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26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26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6988800" y="4840401"/>
            <a:ext cx="3269700" cy="431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70" name="Google Shape;470;p26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72" name="Google Shape;472;p26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73" name="Google Shape;473;p26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74" name="Google Shape;474;p26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75" name="Google Shape;475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481" name="Google Shape;4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2" name="Google Shape;482;p27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27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27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8" name="Google Shape;488;p27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7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27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27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27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27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27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27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27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27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6988800" y="5359584"/>
            <a:ext cx="3269700" cy="431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14" name="Google Shape;514;p27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16" name="Google Shape;516;p27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17" name="Google Shape;517;p27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18" name="Google Shape;518;p27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19" name="Google Shape;519;p27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20" name="Google Shape;52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526" name="Google Shape;526;p28"/>
          <p:cNvSpPr txBox="1"/>
          <p:nvPr>
            <p:ph idx="1" type="body"/>
          </p:nvPr>
        </p:nvSpPr>
        <p:spPr>
          <a:xfrm>
            <a:off x="838200" y="1825625"/>
            <a:ext cx="5605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Step 3: Identify the head</a:t>
            </a:r>
            <a:endParaRPr sz="2400"/>
          </a:p>
        </p:txBody>
      </p:sp>
      <p:pic>
        <p:nvPicPr>
          <p:cNvPr id="527" name="Google Shape;5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8" name="Google Shape;528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pic>
        <p:nvPicPr>
          <p:cNvPr id="534" name="Google Shape;5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5" name="Google Shape;535;p29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29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29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9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9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29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29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29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29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p29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29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29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29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29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29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9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66" name="Google Shape;566;p29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67" name="Google Shape;567;p29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68" name="Google Shape;568;p29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69" name="Google Shape;569;p29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70" name="Google Shape;570;p29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71" name="Google Shape;571;p29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348551" y="4517102"/>
            <a:ext cx="1911125" cy="836375"/>
          </a:xfrm>
          <a:custGeom>
            <a:rect b="b" l="l" r="r" t="t"/>
            <a:pathLst>
              <a:path extrusionOk="0" h="33455" w="76445">
                <a:moveTo>
                  <a:pt x="6810" y="3412"/>
                </a:moveTo>
                <a:cubicBezTo>
                  <a:pt x="-3728" y="6655"/>
                  <a:pt x="1204" y="15437"/>
                  <a:pt x="1136" y="19625"/>
                </a:cubicBezTo>
                <a:cubicBezTo>
                  <a:pt x="1069" y="23813"/>
                  <a:pt x="1744" y="26313"/>
                  <a:pt x="6405" y="28542"/>
                </a:cubicBezTo>
                <a:cubicBezTo>
                  <a:pt x="11066" y="30771"/>
                  <a:pt x="18835" y="32460"/>
                  <a:pt x="29103" y="33000"/>
                </a:cubicBezTo>
                <a:cubicBezTo>
                  <a:pt x="39371" y="33540"/>
                  <a:pt x="60178" y="33743"/>
                  <a:pt x="68014" y="31784"/>
                </a:cubicBezTo>
                <a:cubicBezTo>
                  <a:pt x="75850" y="29825"/>
                  <a:pt x="75174" y="25637"/>
                  <a:pt x="76120" y="21246"/>
                </a:cubicBezTo>
                <a:cubicBezTo>
                  <a:pt x="77066" y="16855"/>
                  <a:pt x="75647" y="8952"/>
                  <a:pt x="73688" y="5439"/>
                </a:cubicBezTo>
                <a:cubicBezTo>
                  <a:pt x="71729" y="1926"/>
                  <a:pt x="75512" y="507"/>
                  <a:pt x="64366" y="169"/>
                </a:cubicBezTo>
                <a:cubicBezTo>
                  <a:pt x="53220" y="-169"/>
                  <a:pt x="17348" y="169"/>
                  <a:pt x="6810" y="3412"/>
                </a:cubicBezTo>
                <a:close/>
              </a:path>
            </a:pathLst>
          </a:cu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3" name="Google Shape;573;p29"/>
          <p:cNvSpPr txBox="1"/>
          <p:nvPr/>
        </p:nvSpPr>
        <p:spPr>
          <a:xfrm>
            <a:off x="2667000" y="4503100"/>
            <a:ext cx="340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node points to the head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580" name="Google Shape;580;p30"/>
          <p:cNvSpPr txBox="1"/>
          <p:nvPr>
            <p:ph idx="1" type="body"/>
          </p:nvPr>
        </p:nvSpPr>
        <p:spPr>
          <a:xfrm>
            <a:off x="838200" y="1825625"/>
            <a:ext cx="5605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Step 4: Traverse the list link by link from head and flatten it</a:t>
            </a:r>
            <a:endParaRPr sz="2400"/>
          </a:p>
        </p:txBody>
      </p:sp>
      <p:pic>
        <p:nvPicPr>
          <p:cNvPr id="581" name="Google Shape;5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963" y="2062875"/>
            <a:ext cx="4772025" cy="3876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2" name="Google Shape;582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588" name="Google Shape;588;p31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31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31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1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1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31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31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1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" name="Google Shape;599;p31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31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31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31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1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9" name="Google Shape;609;p31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31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1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1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31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31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19" name="Google Shape;619;p31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20" name="Google Shape;620;p31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21" name="Google Shape;621;p31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22" name="Google Shape;622;p31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23" name="Google Shape;623;p31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24" name="Google Shape;624;p31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1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7" name="Google Shape;627;p31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8" name="Google Shape;628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634" name="Google Shape;634;p32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p32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32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2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2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2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0" name="Google Shape;640;p32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32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2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2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2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32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32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2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2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p32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32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2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2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2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32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32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2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2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2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0" name="Google Shape;660;p32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32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2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2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2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65" name="Google Shape;665;p32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66" name="Google Shape;666;p32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67" name="Google Shape;667;p32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68" name="Google Shape;668;p32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69" name="Google Shape;669;p32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70" name="Google Shape;670;p32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4369525" y="5562700"/>
            <a:ext cx="10251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2"/>
          <p:cNvSpPr txBox="1"/>
          <p:nvPr/>
        </p:nvSpPr>
        <p:spPr>
          <a:xfrm>
            <a:off x="4373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3" name="Google Shape;673;p32"/>
          <p:cNvCxnSpPr/>
          <p:nvPr/>
        </p:nvCxnSpPr>
        <p:spPr>
          <a:xfrm>
            <a:off x="4903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" name="Google Shape;674;p32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2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32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2"/>
          <p:cNvCxnSpPr/>
          <p:nvPr/>
        </p:nvCxnSpPr>
        <p:spPr>
          <a:xfrm flipH="1" rot="10800000">
            <a:off x="37872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78" name="Google Shape;678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684" name="Google Shape;684;p33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5" name="Google Shape;685;p33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33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3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3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3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0" name="Google Shape;690;p33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33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3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3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3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5" name="Google Shape;695;p33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33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3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3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3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33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1" name="Google Shape;701;p33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3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3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5" name="Google Shape;705;p33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33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3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3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3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0" name="Google Shape;710;p33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1" name="Google Shape;711;p33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3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3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15" name="Google Shape;715;p33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16" name="Google Shape;716;p33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17" name="Google Shape;717;p33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18" name="Google Shape;718;p33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19" name="Google Shape;719;p33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20" name="Google Shape;720;p33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3"/>
          <p:cNvSpPr/>
          <p:nvPr/>
        </p:nvSpPr>
        <p:spPr>
          <a:xfrm>
            <a:off x="4369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3"/>
          <p:cNvSpPr txBox="1"/>
          <p:nvPr/>
        </p:nvSpPr>
        <p:spPr>
          <a:xfrm>
            <a:off x="4373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3" name="Google Shape;723;p33"/>
          <p:cNvCxnSpPr/>
          <p:nvPr/>
        </p:nvCxnSpPr>
        <p:spPr>
          <a:xfrm>
            <a:off x="4903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33"/>
          <p:cNvSpPr/>
          <p:nvPr/>
        </p:nvSpPr>
        <p:spPr>
          <a:xfrm>
            <a:off x="5817325" y="5562700"/>
            <a:ext cx="10251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3"/>
          <p:cNvSpPr txBox="1"/>
          <p:nvPr/>
        </p:nvSpPr>
        <p:spPr>
          <a:xfrm>
            <a:off x="58212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6" name="Google Shape;726;p33"/>
          <p:cNvCxnSpPr/>
          <p:nvPr/>
        </p:nvCxnSpPr>
        <p:spPr>
          <a:xfrm>
            <a:off x="63510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33"/>
          <p:cNvCxnSpPr>
            <a:endCxn id="725" idx="1"/>
          </p:cNvCxnSpPr>
          <p:nvPr/>
        </p:nvCxnSpPr>
        <p:spPr>
          <a:xfrm flipH="1" rot="10800000">
            <a:off x="52350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28" name="Google Shape;728;p33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3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0" name="Google Shape;730;p33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33"/>
          <p:cNvCxnSpPr/>
          <p:nvPr/>
        </p:nvCxnSpPr>
        <p:spPr>
          <a:xfrm flipH="1" rot="10800000">
            <a:off x="37872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32" name="Google Shape;732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738" name="Google Shape;738;p34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9" name="Google Shape;739;p34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34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4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4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4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34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34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4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4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4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9" name="Google Shape;749;p34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34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4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4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4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4" name="Google Shape;754;p34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" name="Google Shape;755;p34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4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4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4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9" name="Google Shape;759;p34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34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4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4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4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4" name="Google Shape;764;p34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34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4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4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69" name="Google Shape;769;p34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70" name="Google Shape;770;p34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71" name="Google Shape;771;p34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72" name="Google Shape;772;p34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73" name="Google Shape;773;p34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74" name="Google Shape;774;p34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4369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4"/>
          <p:cNvSpPr txBox="1"/>
          <p:nvPr/>
        </p:nvSpPr>
        <p:spPr>
          <a:xfrm>
            <a:off x="4373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7" name="Google Shape;777;p34"/>
          <p:cNvCxnSpPr/>
          <p:nvPr/>
        </p:nvCxnSpPr>
        <p:spPr>
          <a:xfrm>
            <a:off x="4903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8" name="Google Shape;778;p34"/>
          <p:cNvSpPr/>
          <p:nvPr/>
        </p:nvSpPr>
        <p:spPr>
          <a:xfrm>
            <a:off x="58173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4"/>
          <p:cNvSpPr txBox="1"/>
          <p:nvPr/>
        </p:nvSpPr>
        <p:spPr>
          <a:xfrm>
            <a:off x="58212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0" name="Google Shape;780;p34"/>
          <p:cNvCxnSpPr/>
          <p:nvPr/>
        </p:nvCxnSpPr>
        <p:spPr>
          <a:xfrm>
            <a:off x="63510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4"/>
          <p:cNvSpPr/>
          <p:nvPr/>
        </p:nvSpPr>
        <p:spPr>
          <a:xfrm>
            <a:off x="7265125" y="5562700"/>
            <a:ext cx="10251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4"/>
          <p:cNvSpPr txBox="1"/>
          <p:nvPr/>
        </p:nvSpPr>
        <p:spPr>
          <a:xfrm>
            <a:off x="7269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3" name="Google Shape;783;p34"/>
          <p:cNvCxnSpPr/>
          <p:nvPr/>
        </p:nvCxnSpPr>
        <p:spPr>
          <a:xfrm>
            <a:off x="7798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34"/>
          <p:cNvCxnSpPr/>
          <p:nvPr/>
        </p:nvCxnSpPr>
        <p:spPr>
          <a:xfrm flipH="1" rot="10800000">
            <a:off x="52350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5" name="Google Shape;785;p34"/>
          <p:cNvCxnSpPr/>
          <p:nvPr/>
        </p:nvCxnSpPr>
        <p:spPr>
          <a:xfrm flipH="1" rot="10800000">
            <a:off x="6682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86" name="Google Shape;786;p34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4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8" name="Google Shape;788;p34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34"/>
          <p:cNvCxnSpPr/>
          <p:nvPr/>
        </p:nvCxnSpPr>
        <p:spPr>
          <a:xfrm flipH="1" rot="10800000">
            <a:off x="37872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0" name="Google Shape;790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796" name="Google Shape;796;p35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7" name="Google Shape;797;p35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35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5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5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35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3" name="Google Shape;803;p35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5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7" name="Google Shape;807;p35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35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5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5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5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2" name="Google Shape;812;p35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35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5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p35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35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5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5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5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2" name="Google Shape;822;p35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35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5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5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5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27" name="Google Shape;827;p35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28" name="Google Shape;828;p35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29" name="Google Shape;829;p35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30" name="Google Shape;830;p35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31" name="Google Shape;831;p35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32" name="Google Shape;832;p35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5"/>
          <p:cNvSpPr/>
          <p:nvPr/>
        </p:nvSpPr>
        <p:spPr>
          <a:xfrm>
            <a:off x="4369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5"/>
          <p:cNvSpPr txBox="1"/>
          <p:nvPr/>
        </p:nvSpPr>
        <p:spPr>
          <a:xfrm>
            <a:off x="4373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" name="Google Shape;835;p35"/>
          <p:cNvCxnSpPr/>
          <p:nvPr/>
        </p:nvCxnSpPr>
        <p:spPr>
          <a:xfrm>
            <a:off x="4903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35"/>
          <p:cNvSpPr/>
          <p:nvPr/>
        </p:nvSpPr>
        <p:spPr>
          <a:xfrm>
            <a:off x="58173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58212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" name="Google Shape;838;p35"/>
          <p:cNvCxnSpPr/>
          <p:nvPr/>
        </p:nvCxnSpPr>
        <p:spPr>
          <a:xfrm>
            <a:off x="63510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9" name="Google Shape;839;p35"/>
          <p:cNvSpPr/>
          <p:nvPr/>
        </p:nvSpPr>
        <p:spPr>
          <a:xfrm>
            <a:off x="7265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5"/>
          <p:cNvSpPr txBox="1"/>
          <p:nvPr/>
        </p:nvSpPr>
        <p:spPr>
          <a:xfrm>
            <a:off x="7269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35"/>
          <p:cNvCxnSpPr/>
          <p:nvPr/>
        </p:nvCxnSpPr>
        <p:spPr>
          <a:xfrm>
            <a:off x="7798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35"/>
          <p:cNvSpPr/>
          <p:nvPr/>
        </p:nvSpPr>
        <p:spPr>
          <a:xfrm>
            <a:off x="8789125" y="5562700"/>
            <a:ext cx="10251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5"/>
          <p:cNvSpPr txBox="1"/>
          <p:nvPr/>
        </p:nvSpPr>
        <p:spPr>
          <a:xfrm>
            <a:off x="8793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4" name="Google Shape;844;p35"/>
          <p:cNvCxnSpPr/>
          <p:nvPr/>
        </p:nvCxnSpPr>
        <p:spPr>
          <a:xfrm>
            <a:off x="9322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35"/>
          <p:cNvCxnSpPr/>
          <p:nvPr/>
        </p:nvCxnSpPr>
        <p:spPr>
          <a:xfrm flipH="1" rot="10800000">
            <a:off x="52350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46" name="Google Shape;846;p35"/>
          <p:cNvCxnSpPr/>
          <p:nvPr/>
        </p:nvCxnSpPr>
        <p:spPr>
          <a:xfrm flipH="1" rot="10800000">
            <a:off x="6682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47" name="Google Shape;847;p35"/>
          <p:cNvCxnSpPr/>
          <p:nvPr/>
        </p:nvCxnSpPr>
        <p:spPr>
          <a:xfrm flipH="1" rot="10800000">
            <a:off x="8206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48" name="Google Shape;848;p35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5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0" name="Google Shape;850;p35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35"/>
          <p:cNvCxnSpPr/>
          <p:nvPr/>
        </p:nvCxnSpPr>
        <p:spPr>
          <a:xfrm flipH="1" rot="10800000">
            <a:off x="37872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52" name="Google Shape;852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858" name="Google Shape;858;p36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9" name="Google Shape;859;p36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0" name="Google Shape;860;p36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6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6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6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4" name="Google Shape;864;p36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5" name="Google Shape;865;p36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6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6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6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9" name="Google Shape;869;p36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0" name="Google Shape;870;p36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6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6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6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4" name="Google Shape;874;p36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36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6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6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6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9" name="Google Shape;879;p36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6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6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6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6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36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36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6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6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6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89" name="Google Shape;889;p36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90" name="Google Shape;890;p36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91" name="Google Shape;891;p36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92" name="Google Shape;892;p36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93" name="Google Shape;893;p36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94" name="Google Shape;894;p36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6"/>
          <p:cNvSpPr/>
          <p:nvPr/>
        </p:nvSpPr>
        <p:spPr>
          <a:xfrm>
            <a:off x="4369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6"/>
          <p:cNvSpPr txBox="1"/>
          <p:nvPr/>
        </p:nvSpPr>
        <p:spPr>
          <a:xfrm>
            <a:off x="4373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7" name="Google Shape;897;p36"/>
          <p:cNvCxnSpPr/>
          <p:nvPr/>
        </p:nvCxnSpPr>
        <p:spPr>
          <a:xfrm>
            <a:off x="4903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36"/>
          <p:cNvSpPr/>
          <p:nvPr/>
        </p:nvSpPr>
        <p:spPr>
          <a:xfrm>
            <a:off x="58173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6"/>
          <p:cNvSpPr txBox="1"/>
          <p:nvPr/>
        </p:nvSpPr>
        <p:spPr>
          <a:xfrm>
            <a:off x="58212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0" name="Google Shape;900;p36"/>
          <p:cNvCxnSpPr/>
          <p:nvPr/>
        </p:nvCxnSpPr>
        <p:spPr>
          <a:xfrm>
            <a:off x="63510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36"/>
          <p:cNvSpPr/>
          <p:nvPr/>
        </p:nvSpPr>
        <p:spPr>
          <a:xfrm>
            <a:off x="7265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6"/>
          <p:cNvSpPr txBox="1"/>
          <p:nvPr/>
        </p:nvSpPr>
        <p:spPr>
          <a:xfrm>
            <a:off x="7269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3" name="Google Shape;903;p36"/>
          <p:cNvCxnSpPr/>
          <p:nvPr/>
        </p:nvCxnSpPr>
        <p:spPr>
          <a:xfrm>
            <a:off x="7798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36"/>
          <p:cNvSpPr/>
          <p:nvPr/>
        </p:nvSpPr>
        <p:spPr>
          <a:xfrm>
            <a:off x="8789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6"/>
          <p:cNvSpPr txBox="1"/>
          <p:nvPr/>
        </p:nvSpPr>
        <p:spPr>
          <a:xfrm>
            <a:off x="8793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6" name="Google Shape;906;p36"/>
          <p:cNvCxnSpPr/>
          <p:nvPr/>
        </p:nvCxnSpPr>
        <p:spPr>
          <a:xfrm>
            <a:off x="9322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36"/>
          <p:cNvSpPr/>
          <p:nvPr/>
        </p:nvSpPr>
        <p:spPr>
          <a:xfrm>
            <a:off x="10313125" y="5562700"/>
            <a:ext cx="10251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6"/>
          <p:cNvSpPr txBox="1"/>
          <p:nvPr/>
        </p:nvSpPr>
        <p:spPr>
          <a:xfrm>
            <a:off x="10317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9" name="Google Shape;909;p36"/>
          <p:cNvCxnSpPr/>
          <p:nvPr/>
        </p:nvCxnSpPr>
        <p:spPr>
          <a:xfrm>
            <a:off x="10846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36"/>
          <p:cNvCxnSpPr/>
          <p:nvPr/>
        </p:nvCxnSpPr>
        <p:spPr>
          <a:xfrm flipH="1" rot="10800000">
            <a:off x="52350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1" name="Google Shape;911;p36"/>
          <p:cNvCxnSpPr/>
          <p:nvPr/>
        </p:nvCxnSpPr>
        <p:spPr>
          <a:xfrm flipH="1" rot="10800000">
            <a:off x="6682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2" name="Google Shape;912;p36"/>
          <p:cNvCxnSpPr/>
          <p:nvPr/>
        </p:nvCxnSpPr>
        <p:spPr>
          <a:xfrm flipH="1" rot="10800000">
            <a:off x="8206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3" name="Google Shape;913;p36"/>
          <p:cNvCxnSpPr/>
          <p:nvPr/>
        </p:nvCxnSpPr>
        <p:spPr>
          <a:xfrm flipH="1" rot="10800000">
            <a:off x="9730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14" name="Google Shape;914;p36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6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6" name="Google Shape;916;p36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36"/>
          <p:cNvCxnSpPr/>
          <p:nvPr/>
        </p:nvCxnSpPr>
        <p:spPr>
          <a:xfrm flipH="1" rot="10800000">
            <a:off x="37872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18" name="Google Shape;918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924" name="Google Shape;924;p37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5" name="Google Shape;925;p37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6" name="Google Shape;926;p37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7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7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7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0" name="Google Shape;930;p37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37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7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7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7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5" name="Google Shape;935;p37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37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7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7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7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0" name="Google Shape;940;p37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37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7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7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7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5" name="Google Shape;945;p37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37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7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7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7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37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1" name="Google Shape;951;p37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7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7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7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55" name="Google Shape;955;p37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56" name="Google Shape;956;p37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57" name="Google Shape;957;p37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58" name="Google Shape;958;p37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59" name="Google Shape;959;p37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60" name="Google Shape;960;p37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7"/>
          <p:cNvSpPr/>
          <p:nvPr/>
        </p:nvSpPr>
        <p:spPr>
          <a:xfrm>
            <a:off x="4369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7"/>
          <p:cNvSpPr txBox="1"/>
          <p:nvPr/>
        </p:nvSpPr>
        <p:spPr>
          <a:xfrm>
            <a:off x="4373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3" name="Google Shape;963;p37"/>
          <p:cNvCxnSpPr/>
          <p:nvPr/>
        </p:nvCxnSpPr>
        <p:spPr>
          <a:xfrm>
            <a:off x="4903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37"/>
          <p:cNvSpPr/>
          <p:nvPr/>
        </p:nvSpPr>
        <p:spPr>
          <a:xfrm>
            <a:off x="58173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7"/>
          <p:cNvSpPr txBox="1"/>
          <p:nvPr/>
        </p:nvSpPr>
        <p:spPr>
          <a:xfrm>
            <a:off x="58212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6" name="Google Shape;966;p37"/>
          <p:cNvCxnSpPr/>
          <p:nvPr/>
        </p:nvCxnSpPr>
        <p:spPr>
          <a:xfrm>
            <a:off x="63510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37"/>
          <p:cNvSpPr/>
          <p:nvPr/>
        </p:nvSpPr>
        <p:spPr>
          <a:xfrm>
            <a:off x="7265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7"/>
          <p:cNvSpPr txBox="1"/>
          <p:nvPr/>
        </p:nvSpPr>
        <p:spPr>
          <a:xfrm>
            <a:off x="7269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37"/>
          <p:cNvCxnSpPr/>
          <p:nvPr/>
        </p:nvCxnSpPr>
        <p:spPr>
          <a:xfrm>
            <a:off x="7798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0" name="Google Shape;970;p37"/>
          <p:cNvSpPr/>
          <p:nvPr/>
        </p:nvSpPr>
        <p:spPr>
          <a:xfrm>
            <a:off x="8789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7"/>
          <p:cNvSpPr txBox="1"/>
          <p:nvPr/>
        </p:nvSpPr>
        <p:spPr>
          <a:xfrm>
            <a:off x="8793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2" name="Google Shape;972;p37"/>
          <p:cNvCxnSpPr/>
          <p:nvPr/>
        </p:nvCxnSpPr>
        <p:spPr>
          <a:xfrm>
            <a:off x="9322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37"/>
          <p:cNvSpPr/>
          <p:nvPr/>
        </p:nvSpPr>
        <p:spPr>
          <a:xfrm>
            <a:off x="10313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7"/>
          <p:cNvSpPr txBox="1"/>
          <p:nvPr/>
        </p:nvSpPr>
        <p:spPr>
          <a:xfrm>
            <a:off x="10317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5" name="Google Shape;975;p37"/>
          <p:cNvCxnSpPr/>
          <p:nvPr/>
        </p:nvCxnSpPr>
        <p:spPr>
          <a:xfrm>
            <a:off x="10846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37"/>
          <p:cNvCxnSpPr/>
          <p:nvPr/>
        </p:nvCxnSpPr>
        <p:spPr>
          <a:xfrm flipH="1" rot="10800000">
            <a:off x="52350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7" name="Google Shape;977;p37"/>
          <p:cNvCxnSpPr/>
          <p:nvPr/>
        </p:nvCxnSpPr>
        <p:spPr>
          <a:xfrm flipH="1" rot="10800000">
            <a:off x="6682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8" name="Google Shape;978;p37"/>
          <p:cNvCxnSpPr/>
          <p:nvPr/>
        </p:nvCxnSpPr>
        <p:spPr>
          <a:xfrm flipH="1" rot="10800000">
            <a:off x="8206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9" name="Google Shape;979;p37"/>
          <p:cNvCxnSpPr/>
          <p:nvPr/>
        </p:nvCxnSpPr>
        <p:spPr>
          <a:xfrm flipH="1" rot="10800000">
            <a:off x="9730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80" name="Google Shape;980;p37"/>
          <p:cNvCxnSpPr/>
          <p:nvPr/>
        </p:nvCxnSpPr>
        <p:spPr>
          <a:xfrm>
            <a:off x="11135600" y="57236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81" name="Google Shape;981;p37"/>
          <p:cNvSpPr txBox="1"/>
          <p:nvPr/>
        </p:nvSpPr>
        <p:spPr>
          <a:xfrm>
            <a:off x="10981325" y="60344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7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7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4" name="Google Shape;984;p37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37"/>
          <p:cNvCxnSpPr/>
          <p:nvPr/>
        </p:nvCxnSpPr>
        <p:spPr>
          <a:xfrm flipH="1" rot="10800000">
            <a:off x="37872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86" name="Google Shape;986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992" name="Google Shape;992;p38"/>
          <p:cNvSpPr/>
          <p:nvPr/>
        </p:nvSpPr>
        <p:spPr>
          <a:xfrm>
            <a:off x="635725" y="1600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3" name="Google Shape;993;p38"/>
          <p:cNvCxnSpPr/>
          <p:nvPr/>
        </p:nvCxnSpPr>
        <p:spPr>
          <a:xfrm>
            <a:off x="1169425" y="1600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38"/>
          <p:cNvSpPr txBox="1"/>
          <p:nvPr/>
        </p:nvSpPr>
        <p:spPr>
          <a:xfrm>
            <a:off x="639656" y="1526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8"/>
          <p:cNvSpPr txBox="1"/>
          <p:nvPr/>
        </p:nvSpPr>
        <p:spPr>
          <a:xfrm>
            <a:off x="1173051" y="1526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8"/>
          <p:cNvSpPr txBox="1"/>
          <p:nvPr/>
        </p:nvSpPr>
        <p:spPr>
          <a:xfrm>
            <a:off x="888516" y="1816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8"/>
          <p:cNvSpPr/>
          <p:nvPr/>
        </p:nvSpPr>
        <p:spPr>
          <a:xfrm>
            <a:off x="635725" y="23623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8" name="Google Shape;998;p38"/>
          <p:cNvCxnSpPr/>
          <p:nvPr/>
        </p:nvCxnSpPr>
        <p:spPr>
          <a:xfrm>
            <a:off x="1169425" y="2362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38"/>
          <p:cNvSpPr txBox="1"/>
          <p:nvPr/>
        </p:nvSpPr>
        <p:spPr>
          <a:xfrm>
            <a:off x="639656" y="2288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8"/>
          <p:cNvSpPr txBox="1"/>
          <p:nvPr/>
        </p:nvSpPr>
        <p:spPr>
          <a:xfrm>
            <a:off x="1173051" y="22887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8"/>
          <p:cNvSpPr txBox="1"/>
          <p:nvPr/>
        </p:nvSpPr>
        <p:spPr>
          <a:xfrm>
            <a:off x="888516" y="25785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8"/>
          <p:cNvSpPr/>
          <p:nvPr/>
        </p:nvSpPr>
        <p:spPr>
          <a:xfrm>
            <a:off x="635725" y="3200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3" name="Google Shape;1003;p38"/>
          <p:cNvCxnSpPr/>
          <p:nvPr/>
        </p:nvCxnSpPr>
        <p:spPr>
          <a:xfrm>
            <a:off x="1169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38"/>
          <p:cNvSpPr txBox="1"/>
          <p:nvPr/>
        </p:nvSpPr>
        <p:spPr>
          <a:xfrm>
            <a:off x="639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8"/>
          <p:cNvSpPr txBox="1"/>
          <p:nvPr/>
        </p:nvSpPr>
        <p:spPr>
          <a:xfrm>
            <a:off x="1173051" y="3126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8"/>
          <p:cNvSpPr txBox="1"/>
          <p:nvPr/>
        </p:nvSpPr>
        <p:spPr>
          <a:xfrm>
            <a:off x="888516" y="3416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0x3000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8"/>
          <p:cNvSpPr/>
          <p:nvPr/>
        </p:nvSpPr>
        <p:spPr>
          <a:xfrm>
            <a:off x="635725" y="3962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38"/>
          <p:cNvCxnSpPr/>
          <p:nvPr/>
        </p:nvCxnSpPr>
        <p:spPr>
          <a:xfrm>
            <a:off x="1169425" y="3962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38"/>
          <p:cNvSpPr txBox="1"/>
          <p:nvPr/>
        </p:nvSpPr>
        <p:spPr>
          <a:xfrm>
            <a:off x="639656" y="3888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8"/>
          <p:cNvSpPr txBox="1"/>
          <p:nvPr/>
        </p:nvSpPr>
        <p:spPr>
          <a:xfrm>
            <a:off x="1173051" y="3888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0x2000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8"/>
          <p:cNvSpPr txBox="1"/>
          <p:nvPr/>
        </p:nvSpPr>
        <p:spPr>
          <a:xfrm>
            <a:off x="888516" y="4178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8"/>
          <p:cNvSpPr/>
          <p:nvPr/>
        </p:nvSpPr>
        <p:spPr>
          <a:xfrm>
            <a:off x="635725" y="4724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3" name="Google Shape;1013;p38"/>
          <p:cNvCxnSpPr/>
          <p:nvPr/>
        </p:nvCxnSpPr>
        <p:spPr>
          <a:xfrm>
            <a:off x="1169425" y="4724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38"/>
          <p:cNvSpPr txBox="1"/>
          <p:nvPr/>
        </p:nvSpPr>
        <p:spPr>
          <a:xfrm>
            <a:off x="639656" y="4650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8"/>
          <p:cNvSpPr txBox="1"/>
          <p:nvPr/>
        </p:nvSpPr>
        <p:spPr>
          <a:xfrm>
            <a:off x="1173051" y="4650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8"/>
          <p:cNvSpPr txBox="1"/>
          <p:nvPr/>
        </p:nvSpPr>
        <p:spPr>
          <a:xfrm>
            <a:off x="888516" y="4940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0x5000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8"/>
          <p:cNvSpPr/>
          <p:nvPr/>
        </p:nvSpPr>
        <p:spPr>
          <a:xfrm>
            <a:off x="635725" y="5486500"/>
            <a:ext cx="134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8" name="Google Shape;1018;p38"/>
          <p:cNvCxnSpPr/>
          <p:nvPr/>
        </p:nvCxnSpPr>
        <p:spPr>
          <a:xfrm>
            <a:off x="1169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9" name="Google Shape;1019;p38"/>
          <p:cNvSpPr txBox="1"/>
          <p:nvPr/>
        </p:nvSpPr>
        <p:spPr>
          <a:xfrm>
            <a:off x="6396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8"/>
          <p:cNvSpPr txBox="1"/>
          <p:nvPr/>
        </p:nvSpPr>
        <p:spPr>
          <a:xfrm>
            <a:off x="1173051" y="5412950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0x4000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8"/>
          <p:cNvSpPr txBox="1"/>
          <p:nvPr/>
        </p:nvSpPr>
        <p:spPr>
          <a:xfrm>
            <a:off x="888516" y="5702753"/>
            <a:ext cx="84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0x6000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8"/>
          <p:cNvSpPr/>
          <p:nvPr/>
        </p:nvSpPr>
        <p:spPr>
          <a:xfrm>
            <a:off x="411852" y="4833642"/>
            <a:ext cx="2100025" cy="1413650"/>
          </a:xfrm>
          <a:custGeom>
            <a:rect b="b" l="l" r="r" t="t"/>
            <a:pathLst>
              <a:path extrusionOk="0" h="56546" w="84001">
                <a:moveTo>
                  <a:pt x="60408" y="225"/>
                </a:moveTo>
                <a:cubicBezTo>
                  <a:pt x="63536" y="415"/>
                  <a:pt x="75288" y="-913"/>
                  <a:pt x="79174" y="1362"/>
                </a:cubicBezTo>
                <a:cubicBezTo>
                  <a:pt x="83060" y="3637"/>
                  <a:pt x="84576" y="6765"/>
                  <a:pt x="83723" y="13873"/>
                </a:cubicBezTo>
                <a:cubicBezTo>
                  <a:pt x="82870" y="20981"/>
                  <a:pt x="84292" y="36903"/>
                  <a:pt x="74056" y="44011"/>
                </a:cubicBezTo>
                <a:cubicBezTo>
                  <a:pt x="63820" y="51119"/>
                  <a:pt x="34534" y="56427"/>
                  <a:pt x="22308" y="56522"/>
                </a:cubicBezTo>
                <a:cubicBezTo>
                  <a:pt x="10082" y="56617"/>
                  <a:pt x="3353" y="48371"/>
                  <a:pt x="699" y="44580"/>
                </a:cubicBezTo>
                <a:cubicBezTo>
                  <a:pt x="-1955" y="40789"/>
                  <a:pt x="5438" y="35576"/>
                  <a:pt x="6386" y="3377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23" name="Google Shape;1023;p38"/>
          <p:cNvSpPr/>
          <p:nvPr/>
        </p:nvSpPr>
        <p:spPr>
          <a:xfrm>
            <a:off x="63336" y="4047004"/>
            <a:ext cx="1984300" cy="2485200"/>
          </a:xfrm>
          <a:custGeom>
            <a:rect b="b" l="l" r="r" t="t"/>
            <a:pathLst>
              <a:path extrusionOk="0" h="99408" w="79372">
                <a:moveTo>
                  <a:pt x="74349" y="62967"/>
                </a:moveTo>
                <a:cubicBezTo>
                  <a:pt x="75107" y="67137"/>
                  <a:pt x="80795" y="81922"/>
                  <a:pt x="78899" y="87988"/>
                </a:cubicBezTo>
                <a:cubicBezTo>
                  <a:pt x="77004" y="94054"/>
                  <a:pt x="74728" y="99172"/>
                  <a:pt x="62976" y="99361"/>
                </a:cubicBezTo>
                <a:cubicBezTo>
                  <a:pt x="51224" y="99551"/>
                  <a:pt x="18810" y="96233"/>
                  <a:pt x="8385" y="89125"/>
                </a:cubicBezTo>
                <a:cubicBezTo>
                  <a:pt x="-2040" y="82017"/>
                  <a:pt x="140" y="70644"/>
                  <a:pt x="424" y="56712"/>
                </a:cubicBezTo>
                <a:cubicBezTo>
                  <a:pt x="708" y="42780"/>
                  <a:pt x="5921" y="14821"/>
                  <a:pt x="10091" y="5533"/>
                </a:cubicBezTo>
                <a:cubicBezTo>
                  <a:pt x="14261" y="-3755"/>
                  <a:pt x="22886" y="1741"/>
                  <a:pt x="25445" y="9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24" name="Google Shape;1024;p38"/>
          <p:cNvSpPr/>
          <p:nvPr/>
        </p:nvSpPr>
        <p:spPr>
          <a:xfrm>
            <a:off x="240306" y="2536200"/>
            <a:ext cx="2313175" cy="1614175"/>
          </a:xfrm>
          <a:custGeom>
            <a:rect b="b" l="l" r="r" t="t"/>
            <a:pathLst>
              <a:path extrusionOk="0" h="64567" w="92527">
                <a:moveTo>
                  <a:pt x="67270" y="61984"/>
                </a:moveTo>
                <a:cubicBezTo>
                  <a:pt x="69829" y="62363"/>
                  <a:pt x="79117" y="65396"/>
                  <a:pt x="82624" y="64259"/>
                </a:cubicBezTo>
                <a:cubicBezTo>
                  <a:pt x="86131" y="63122"/>
                  <a:pt x="86700" y="60183"/>
                  <a:pt x="88311" y="55160"/>
                </a:cubicBezTo>
                <a:cubicBezTo>
                  <a:pt x="89922" y="50137"/>
                  <a:pt x="92765" y="40091"/>
                  <a:pt x="92291" y="34120"/>
                </a:cubicBezTo>
                <a:cubicBezTo>
                  <a:pt x="91817" y="28149"/>
                  <a:pt x="91059" y="21894"/>
                  <a:pt x="85467" y="19335"/>
                </a:cubicBezTo>
                <a:cubicBezTo>
                  <a:pt x="79875" y="16776"/>
                  <a:pt x="71441" y="18482"/>
                  <a:pt x="58741" y="18766"/>
                </a:cubicBezTo>
                <a:cubicBezTo>
                  <a:pt x="46041" y="19050"/>
                  <a:pt x="18934" y="23695"/>
                  <a:pt x="9267" y="21041"/>
                </a:cubicBezTo>
                <a:cubicBezTo>
                  <a:pt x="-400" y="18387"/>
                  <a:pt x="-873" y="6351"/>
                  <a:pt x="738" y="2844"/>
                </a:cubicBezTo>
                <a:cubicBezTo>
                  <a:pt x="2349" y="-663"/>
                  <a:pt x="15902" y="474"/>
                  <a:pt x="1893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25" name="Google Shape;1025;p38"/>
          <p:cNvSpPr/>
          <p:nvPr/>
        </p:nvSpPr>
        <p:spPr>
          <a:xfrm>
            <a:off x="291922" y="2493550"/>
            <a:ext cx="2043450" cy="1335150"/>
          </a:xfrm>
          <a:custGeom>
            <a:rect b="b" l="l" r="r" t="t"/>
            <a:pathLst>
              <a:path extrusionOk="0" h="53406" w="81738">
                <a:moveTo>
                  <a:pt x="65205" y="0"/>
                </a:moveTo>
                <a:cubicBezTo>
                  <a:pt x="67764" y="664"/>
                  <a:pt x="78190" y="-1326"/>
                  <a:pt x="80559" y="3981"/>
                </a:cubicBezTo>
                <a:cubicBezTo>
                  <a:pt x="82929" y="9289"/>
                  <a:pt x="81033" y="24358"/>
                  <a:pt x="79422" y="31845"/>
                </a:cubicBezTo>
                <a:cubicBezTo>
                  <a:pt x="77811" y="39332"/>
                  <a:pt x="75062" y="45398"/>
                  <a:pt x="70892" y="48905"/>
                </a:cubicBezTo>
                <a:cubicBezTo>
                  <a:pt x="66722" y="52412"/>
                  <a:pt x="63215" y="52316"/>
                  <a:pt x="54401" y="52885"/>
                </a:cubicBezTo>
                <a:cubicBezTo>
                  <a:pt x="45587" y="53454"/>
                  <a:pt x="27011" y="53833"/>
                  <a:pt x="18007" y="52317"/>
                </a:cubicBezTo>
                <a:cubicBezTo>
                  <a:pt x="9003" y="50801"/>
                  <a:pt x="1896" y="47010"/>
                  <a:pt x="379" y="43787"/>
                </a:cubicBezTo>
                <a:cubicBezTo>
                  <a:pt x="-1137" y="40565"/>
                  <a:pt x="6065" y="34972"/>
                  <a:pt x="8908" y="32982"/>
                </a:cubicBezTo>
                <a:cubicBezTo>
                  <a:pt x="11751" y="30992"/>
                  <a:pt x="16016" y="32035"/>
                  <a:pt x="17438" y="318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26" name="Google Shape;1026;p38"/>
          <p:cNvSpPr/>
          <p:nvPr/>
        </p:nvSpPr>
        <p:spPr>
          <a:xfrm>
            <a:off x="360031" y="1310051"/>
            <a:ext cx="2566925" cy="2036475"/>
          </a:xfrm>
          <a:custGeom>
            <a:rect b="b" l="l" r="r" t="t"/>
            <a:pathLst>
              <a:path extrusionOk="0" h="81459" w="102677">
                <a:moveTo>
                  <a:pt x="62481" y="81460"/>
                </a:moveTo>
                <a:cubicBezTo>
                  <a:pt x="67410" y="80702"/>
                  <a:pt x="86081" y="80702"/>
                  <a:pt x="92052" y="76911"/>
                </a:cubicBezTo>
                <a:cubicBezTo>
                  <a:pt x="98023" y="73120"/>
                  <a:pt x="96601" y="65538"/>
                  <a:pt x="98307" y="58714"/>
                </a:cubicBezTo>
                <a:cubicBezTo>
                  <a:pt x="100013" y="51890"/>
                  <a:pt x="103709" y="42791"/>
                  <a:pt x="102287" y="35967"/>
                </a:cubicBezTo>
                <a:cubicBezTo>
                  <a:pt x="100865" y="29143"/>
                  <a:pt x="96127" y="23457"/>
                  <a:pt x="89777" y="17770"/>
                </a:cubicBezTo>
                <a:cubicBezTo>
                  <a:pt x="83427" y="12084"/>
                  <a:pt x="73475" y="4691"/>
                  <a:pt x="64187" y="1848"/>
                </a:cubicBezTo>
                <a:cubicBezTo>
                  <a:pt x="54899" y="-995"/>
                  <a:pt x="44190" y="142"/>
                  <a:pt x="34049" y="711"/>
                </a:cubicBezTo>
                <a:cubicBezTo>
                  <a:pt x="23908" y="1280"/>
                  <a:pt x="8649" y="1469"/>
                  <a:pt x="3341" y="5260"/>
                </a:cubicBezTo>
                <a:cubicBezTo>
                  <a:pt x="-1966" y="9051"/>
                  <a:pt x="309" y="21088"/>
                  <a:pt x="2204" y="23457"/>
                </a:cubicBezTo>
                <a:cubicBezTo>
                  <a:pt x="4100" y="25826"/>
                  <a:pt x="12629" y="20140"/>
                  <a:pt x="14714" y="194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27" name="Google Shape;1027;p38"/>
          <p:cNvSpPr/>
          <p:nvPr/>
        </p:nvSpPr>
        <p:spPr>
          <a:xfrm>
            <a:off x="1808325" y="1640575"/>
            <a:ext cx="952500" cy="151650"/>
          </a:xfrm>
          <a:custGeom>
            <a:rect b="b" l="l" r="r" t="t"/>
            <a:pathLst>
              <a:path extrusionOk="0" h="6066" w="38100">
                <a:moveTo>
                  <a:pt x="0" y="4549"/>
                </a:moveTo>
                <a:cubicBezTo>
                  <a:pt x="2654" y="4739"/>
                  <a:pt x="9573" y="6445"/>
                  <a:pt x="15923" y="5687"/>
                </a:cubicBezTo>
                <a:cubicBezTo>
                  <a:pt x="22273" y="4929"/>
                  <a:pt x="34404" y="948"/>
                  <a:pt x="3810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28" name="Google Shape;1028;p38"/>
          <p:cNvSpPr txBox="1"/>
          <p:nvPr/>
        </p:nvSpPr>
        <p:spPr>
          <a:xfrm>
            <a:off x="2675525" y="1386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8"/>
          <p:cNvSpPr/>
          <p:nvPr/>
        </p:nvSpPr>
        <p:spPr>
          <a:xfrm>
            <a:off x="4369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8"/>
          <p:cNvSpPr txBox="1"/>
          <p:nvPr/>
        </p:nvSpPr>
        <p:spPr>
          <a:xfrm>
            <a:off x="4373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1" name="Google Shape;1031;p38"/>
          <p:cNvCxnSpPr/>
          <p:nvPr/>
        </p:nvCxnSpPr>
        <p:spPr>
          <a:xfrm>
            <a:off x="4903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38"/>
          <p:cNvSpPr/>
          <p:nvPr/>
        </p:nvSpPr>
        <p:spPr>
          <a:xfrm>
            <a:off x="58173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8"/>
          <p:cNvSpPr txBox="1"/>
          <p:nvPr/>
        </p:nvSpPr>
        <p:spPr>
          <a:xfrm>
            <a:off x="58212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4" name="Google Shape;1034;p38"/>
          <p:cNvCxnSpPr/>
          <p:nvPr/>
        </p:nvCxnSpPr>
        <p:spPr>
          <a:xfrm>
            <a:off x="63510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38"/>
          <p:cNvSpPr/>
          <p:nvPr/>
        </p:nvSpPr>
        <p:spPr>
          <a:xfrm>
            <a:off x="7265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8"/>
          <p:cNvSpPr txBox="1"/>
          <p:nvPr/>
        </p:nvSpPr>
        <p:spPr>
          <a:xfrm>
            <a:off x="7269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7" name="Google Shape;1037;p38"/>
          <p:cNvCxnSpPr/>
          <p:nvPr/>
        </p:nvCxnSpPr>
        <p:spPr>
          <a:xfrm>
            <a:off x="7798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38"/>
          <p:cNvSpPr/>
          <p:nvPr/>
        </p:nvSpPr>
        <p:spPr>
          <a:xfrm>
            <a:off x="8789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8"/>
          <p:cNvSpPr txBox="1"/>
          <p:nvPr/>
        </p:nvSpPr>
        <p:spPr>
          <a:xfrm>
            <a:off x="8793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0" name="Google Shape;1040;p38"/>
          <p:cNvCxnSpPr/>
          <p:nvPr/>
        </p:nvCxnSpPr>
        <p:spPr>
          <a:xfrm>
            <a:off x="9322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38"/>
          <p:cNvSpPr/>
          <p:nvPr/>
        </p:nvSpPr>
        <p:spPr>
          <a:xfrm>
            <a:off x="103131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8"/>
          <p:cNvSpPr txBox="1"/>
          <p:nvPr/>
        </p:nvSpPr>
        <p:spPr>
          <a:xfrm>
            <a:off x="103170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3" name="Google Shape;1043;p38"/>
          <p:cNvCxnSpPr/>
          <p:nvPr/>
        </p:nvCxnSpPr>
        <p:spPr>
          <a:xfrm>
            <a:off x="108468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38"/>
          <p:cNvCxnSpPr/>
          <p:nvPr/>
        </p:nvCxnSpPr>
        <p:spPr>
          <a:xfrm flipH="1" rot="10800000">
            <a:off x="52350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5" name="Google Shape;1045;p38"/>
          <p:cNvCxnSpPr/>
          <p:nvPr/>
        </p:nvCxnSpPr>
        <p:spPr>
          <a:xfrm flipH="1" rot="10800000">
            <a:off x="6682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6" name="Google Shape;1046;p38"/>
          <p:cNvCxnSpPr/>
          <p:nvPr/>
        </p:nvCxnSpPr>
        <p:spPr>
          <a:xfrm flipH="1" rot="10800000">
            <a:off x="8206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7" name="Google Shape;1047;p38"/>
          <p:cNvCxnSpPr/>
          <p:nvPr/>
        </p:nvCxnSpPr>
        <p:spPr>
          <a:xfrm flipH="1" rot="10800000">
            <a:off x="9730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8" name="Google Shape;1048;p38"/>
          <p:cNvCxnSpPr/>
          <p:nvPr/>
        </p:nvCxnSpPr>
        <p:spPr>
          <a:xfrm>
            <a:off x="11135600" y="57236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49" name="Google Shape;1049;p38"/>
          <p:cNvSpPr txBox="1"/>
          <p:nvPr/>
        </p:nvSpPr>
        <p:spPr>
          <a:xfrm>
            <a:off x="10981325" y="60344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0" name="Google Shape;105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224" y="1600311"/>
            <a:ext cx="4307339" cy="3499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1" name="Google Shape;1051;p38"/>
          <p:cNvSpPr/>
          <p:nvPr/>
        </p:nvSpPr>
        <p:spPr>
          <a:xfrm flipH="1" rot="-5400000">
            <a:off x="3171325" y="3175013"/>
            <a:ext cx="1939800" cy="1045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8"/>
          <p:cNvSpPr/>
          <p:nvPr/>
        </p:nvSpPr>
        <p:spPr>
          <a:xfrm>
            <a:off x="2845525" y="5562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8"/>
          <p:cNvSpPr txBox="1"/>
          <p:nvPr/>
        </p:nvSpPr>
        <p:spPr>
          <a:xfrm>
            <a:off x="2849456" y="5489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4" name="Google Shape;1054;p38"/>
          <p:cNvCxnSpPr/>
          <p:nvPr/>
        </p:nvCxnSpPr>
        <p:spPr>
          <a:xfrm>
            <a:off x="3379225" y="5562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38"/>
          <p:cNvCxnSpPr/>
          <p:nvPr/>
        </p:nvCxnSpPr>
        <p:spPr>
          <a:xfrm flipH="1" rot="10800000">
            <a:off x="37872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56" name="Google Shape;1056;p38"/>
          <p:cNvSpPr txBox="1"/>
          <p:nvPr/>
        </p:nvSpPr>
        <p:spPr>
          <a:xfrm>
            <a:off x="9366350" y="2038625"/>
            <a:ext cx="2783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Computers don’t use the neat arrows and boxes we draw—this is how linked lists actually look under the hood.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(Front)</a:t>
            </a:r>
            <a:endParaRPr/>
          </a:p>
        </p:txBody>
      </p:sp>
      <p:sp>
        <p:nvSpPr>
          <p:cNvPr id="1063" name="Google Shape;1063;p39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the front element (head)</a:t>
            </a:r>
            <a:endParaRPr/>
          </a:p>
        </p:txBody>
      </p:sp>
      <p:sp>
        <p:nvSpPr>
          <p:cNvPr id="1064" name="Google Shape;1064;p39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9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6" name="Google Shape;1066;p39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67" name="Google Shape;1067;p39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8" name="Google Shape;1068;p39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9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9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9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39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39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9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5" name="Google Shape;1075;p39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39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9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8" name="Google Shape;1078;p39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39"/>
          <p:cNvSpPr/>
          <p:nvPr/>
        </p:nvSpPr>
        <p:spPr>
          <a:xfrm>
            <a:off x="7646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9"/>
          <p:cNvSpPr txBox="1"/>
          <p:nvPr/>
        </p:nvSpPr>
        <p:spPr>
          <a:xfrm>
            <a:off x="7650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1" name="Google Shape;1081;p39"/>
          <p:cNvCxnSpPr/>
          <p:nvPr/>
        </p:nvCxnSpPr>
        <p:spPr>
          <a:xfrm>
            <a:off x="8179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2" name="Google Shape;1082;p39"/>
          <p:cNvSpPr/>
          <p:nvPr/>
        </p:nvSpPr>
        <p:spPr>
          <a:xfrm>
            <a:off x="91701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9"/>
          <p:cNvSpPr txBox="1"/>
          <p:nvPr/>
        </p:nvSpPr>
        <p:spPr>
          <a:xfrm>
            <a:off x="9174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4" name="Google Shape;1084;p39"/>
          <p:cNvCxnSpPr/>
          <p:nvPr/>
        </p:nvCxnSpPr>
        <p:spPr>
          <a:xfrm>
            <a:off x="9703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39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6" name="Google Shape;1086;p39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7" name="Google Shape;1087;p39"/>
          <p:cNvCxnSpPr/>
          <p:nvPr/>
        </p:nvCxnSpPr>
        <p:spPr>
          <a:xfrm flipH="1" rot="10800000">
            <a:off x="7063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8" name="Google Shape;1088;p39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9" name="Google Shape;1089;p39"/>
          <p:cNvCxnSpPr/>
          <p:nvPr/>
        </p:nvCxnSpPr>
        <p:spPr>
          <a:xfrm>
            <a:off x="99926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90" name="Google Shape;1090;p39"/>
          <p:cNvSpPr txBox="1"/>
          <p:nvPr/>
        </p:nvSpPr>
        <p:spPr>
          <a:xfrm>
            <a:off x="98383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9"/>
          <p:cNvSpPr/>
          <p:nvPr/>
        </p:nvSpPr>
        <p:spPr>
          <a:xfrm>
            <a:off x="1702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9"/>
          <p:cNvSpPr txBox="1"/>
          <p:nvPr/>
        </p:nvSpPr>
        <p:spPr>
          <a:xfrm>
            <a:off x="1706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3" name="Google Shape;1093;p39"/>
          <p:cNvCxnSpPr/>
          <p:nvPr/>
        </p:nvCxnSpPr>
        <p:spPr>
          <a:xfrm>
            <a:off x="2236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39"/>
          <p:cNvCxnSpPr/>
          <p:nvPr/>
        </p:nvCxnSpPr>
        <p:spPr>
          <a:xfrm flipH="1" rot="10800000">
            <a:off x="26442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95" name="Google Shape;1095;p39"/>
          <p:cNvSpPr txBox="1"/>
          <p:nvPr/>
        </p:nvSpPr>
        <p:spPr>
          <a:xfrm>
            <a:off x="1809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9"/>
          <p:cNvSpPr txBox="1"/>
          <p:nvPr/>
        </p:nvSpPr>
        <p:spPr>
          <a:xfrm>
            <a:off x="92772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7" name="Google Shape;10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175" y="3210056"/>
            <a:ext cx="4571586" cy="93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8" name="Google Shape;1098;p39"/>
          <p:cNvSpPr/>
          <p:nvPr/>
        </p:nvSpPr>
        <p:spPr>
          <a:xfrm>
            <a:off x="4074425" y="3673525"/>
            <a:ext cx="2630100" cy="32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(Front)</a:t>
            </a:r>
            <a:endParaRPr/>
          </a:p>
        </p:txBody>
      </p:sp>
      <p:sp>
        <p:nvSpPr>
          <p:cNvPr id="1105" name="Google Shape;1105;p40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the front element (head)</a:t>
            </a:r>
            <a:endParaRPr/>
          </a:p>
        </p:txBody>
      </p:sp>
      <p:sp>
        <p:nvSpPr>
          <p:cNvPr id="1106" name="Google Shape;1106;p40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0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8" name="Google Shape;1108;p40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09" name="Google Shape;1109;p40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40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0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0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0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4" name="Google Shape;1114;p40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40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0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7" name="Google Shape;1117;p40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40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40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0" name="Google Shape;1120;p40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40"/>
          <p:cNvSpPr/>
          <p:nvPr/>
        </p:nvSpPr>
        <p:spPr>
          <a:xfrm>
            <a:off x="7646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0"/>
          <p:cNvSpPr txBox="1"/>
          <p:nvPr/>
        </p:nvSpPr>
        <p:spPr>
          <a:xfrm>
            <a:off x="7650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3" name="Google Shape;1123;p40"/>
          <p:cNvCxnSpPr/>
          <p:nvPr/>
        </p:nvCxnSpPr>
        <p:spPr>
          <a:xfrm>
            <a:off x="8179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40"/>
          <p:cNvSpPr/>
          <p:nvPr/>
        </p:nvSpPr>
        <p:spPr>
          <a:xfrm>
            <a:off x="91701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0"/>
          <p:cNvSpPr txBox="1"/>
          <p:nvPr/>
        </p:nvSpPr>
        <p:spPr>
          <a:xfrm>
            <a:off x="9174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6" name="Google Shape;1126;p40"/>
          <p:cNvCxnSpPr/>
          <p:nvPr/>
        </p:nvCxnSpPr>
        <p:spPr>
          <a:xfrm>
            <a:off x="9703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40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8" name="Google Shape;1128;p40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9" name="Google Shape;1129;p40"/>
          <p:cNvCxnSpPr/>
          <p:nvPr/>
        </p:nvCxnSpPr>
        <p:spPr>
          <a:xfrm flipH="1" rot="10800000">
            <a:off x="7063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0" name="Google Shape;1130;p40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1" name="Google Shape;1131;p40"/>
          <p:cNvCxnSpPr/>
          <p:nvPr/>
        </p:nvCxnSpPr>
        <p:spPr>
          <a:xfrm>
            <a:off x="99926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2" name="Google Shape;1132;p40"/>
          <p:cNvSpPr txBox="1"/>
          <p:nvPr/>
        </p:nvSpPr>
        <p:spPr>
          <a:xfrm>
            <a:off x="98383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0"/>
          <p:cNvSpPr/>
          <p:nvPr/>
        </p:nvSpPr>
        <p:spPr>
          <a:xfrm>
            <a:off x="17025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0"/>
          <p:cNvSpPr txBox="1"/>
          <p:nvPr/>
        </p:nvSpPr>
        <p:spPr>
          <a:xfrm>
            <a:off x="1706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5" name="Google Shape;1135;p40"/>
          <p:cNvCxnSpPr/>
          <p:nvPr/>
        </p:nvCxnSpPr>
        <p:spPr>
          <a:xfrm>
            <a:off x="2236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40"/>
          <p:cNvCxnSpPr/>
          <p:nvPr/>
        </p:nvCxnSpPr>
        <p:spPr>
          <a:xfrm flipH="1" rot="10800000">
            <a:off x="26442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7" name="Google Shape;1137;p40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0"/>
          <p:cNvSpPr txBox="1"/>
          <p:nvPr/>
        </p:nvSpPr>
        <p:spPr>
          <a:xfrm>
            <a:off x="92772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9" name="Google Shape;11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175" y="3210056"/>
            <a:ext cx="4571586" cy="93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0" name="Google Shape;1140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(Anywhere)</a:t>
            </a:r>
            <a:endParaRPr/>
          </a:p>
        </p:txBody>
      </p:sp>
      <p:sp>
        <p:nvSpPr>
          <p:cNvPr id="1146" name="Google Shape;1146;p41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the element (30) at index 3</a:t>
            </a:r>
            <a:endParaRPr/>
          </a:p>
        </p:txBody>
      </p:sp>
      <p:sp>
        <p:nvSpPr>
          <p:cNvPr id="1147" name="Google Shape;1147;p41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1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9" name="Google Shape;1149;p41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50" name="Google Shape;1150;p41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41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41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41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5" name="Google Shape;1155;p41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41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41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8" name="Google Shape;1158;p41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9" name="Google Shape;1159;p41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41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1" name="Google Shape;1161;p41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41"/>
          <p:cNvSpPr/>
          <p:nvPr/>
        </p:nvSpPr>
        <p:spPr>
          <a:xfrm>
            <a:off x="7646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1"/>
          <p:cNvSpPr txBox="1"/>
          <p:nvPr/>
        </p:nvSpPr>
        <p:spPr>
          <a:xfrm>
            <a:off x="7650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4" name="Google Shape;1164;p41"/>
          <p:cNvCxnSpPr/>
          <p:nvPr/>
        </p:nvCxnSpPr>
        <p:spPr>
          <a:xfrm>
            <a:off x="8179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5" name="Google Shape;1165;p41"/>
          <p:cNvSpPr/>
          <p:nvPr/>
        </p:nvSpPr>
        <p:spPr>
          <a:xfrm>
            <a:off x="91701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41"/>
          <p:cNvSpPr txBox="1"/>
          <p:nvPr/>
        </p:nvSpPr>
        <p:spPr>
          <a:xfrm>
            <a:off x="9174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7" name="Google Shape;1167;p41"/>
          <p:cNvCxnSpPr/>
          <p:nvPr/>
        </p:nvCxnSpPr>
        <p:spPr>
          <a:xfrm>
            <a:off x="9703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41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69" name="Google Shape;1169;p41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0" name="Google Shape;1170;p41"/>
          <p:cNvCxnSpPr/>
          <p:nvPr/>
        </p:nvCxnSpPr>
        <p:spPr>
          <a:xfrm flipH="1" rot="10800000">
            <a:off x="7063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1" name="Google Shape;1171;p41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2" name="Google Shape;1172;p41"/>
          <p:cNvCxnSpPr/>
          <p:nvPr/>
        </p:nvCxnSpPr>
        <p:spPr>
          <a:xfrm>
            <a:off x="99926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73" name="Google Shape;1173;p41"/>
          <p:cNvSpPr txBox="1"/>
          <p:nvPr/>
        </p:nvSpPr>
        <p:spPr>
          <a:xfrm>
            <a:off x="98383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1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1"/>
          <p:cNvSpPr txBox="1"/>
          <p:nvPr/>
        </p:nvSpPr>
        <p:spPr>
          <a:xfrm>
            <a:off x="92772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6" name="Google Shape;11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153" y="3033225"/>
            <a:ext cx="5233900" cy="14208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7" name="Google Shape;1177;p41"/>
          <p:cNvSpPr/>
          <p:nvPr/>
        </p:nvSpPr>
        <p:spPr>
          <a:xfrm>
            <a:off x="3273750" y="3119075"/>
            <a:ext cx="4986000" cy="1190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(Anywhere)</a:t>
            </a:r>
            <a:endParaRPr/>
          </a:p>
        </p:txBody>
      </p:sp>
      <p:sp>
        <p:nvSpPr>
          <p:cNvPr id="1184" name="Google Shape;1184;p42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the element (30) at index 3</a:t>
            </a:r>
            <a:endParaRPr/>
          </a:p>
        </p:txBody>
      </p:sp>
      <p:sp>
        <p:nvSpPr>
          <p:cNvPr id="1185" name="Google Shape;1185;p42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2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7" name="Google Shape;1187;p42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8" name="Google Shape;1188;p42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42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2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2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2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3" name="Google Shape;1193;p42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4" name="Google Shape;1194;p42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42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6" name="Google Shape;1196;p42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2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42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0" name="Google Shape;1200;p42"/>
          <p:cNvSpPr/>
          <p:nvPr/>
        </p:nvSpPr>
        <p:spPr>
          <a:xfrm>
            <a:off x="7646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2"/>
          <p:cNvSpPr txBox="1"/>
          <p:nvPr/>
        </p:nvSpPr>
        <p:spPr>
          <a:xfrm>
            <a:off x="7650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2" name="Google Shape;1202;p42"/>
          <p:cNvCxnSpPr/>
          <p:nvPr/>
        </p:nvCxnSpPr>
        <p:spPr>
          <a:xfrm>
            <a:off x="8179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Google Shape;1203;p42"/>
          <p:cNvSpPr/>
          <p:nvPr/>
        </p:nvSpPr>
        <p:spPr>
          <a:xfrm>
            <a:off x="91701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2"/>
          <p:cNvSpPr txBox="1"/>
          <p:nvPr/>
        </p:nvSpPr>
        <p:spPr>
          <a:xfrm>
            <a:off x="9174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5" name="Google Shape;1205;p42"/>
          <p:cNvCxnSpPr/>
          <p:nvPr/>
        </p:nvCxnSpPr>
        <p:spPr>
          <a:xfrm>
            <a:off x="9703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42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7" name="Google Shape;1207;p42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8" name="Google Shape;1208;p42"/>
          <p:cNvCxnSpPr/>
          <p:nvPr/>
        </p:nvCxnSpPr>
        <p:spPr>
          <a:xfrm flipH="1" rot="10800000">
            <a:off x="7063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9" name="Google Shape;1209;p42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10" name="Google Shape;1210;p42"/>
          <p:cNvCxnSpPr/>
          <p:nvPr/>
        </p:nvCxnSpPr>
        <p:spPr>
          <a:xfrm>
            <a:off x="99926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11" name="Google Shape;1211;p42"/>
          <p:cNvSpPr txBox="1"/>
          <p:nvPr/>
        </p:nvSpPr>
        <p:spPr>
          <a:xfrm>
            <a:off x="98383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2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2"/>
          <p:cNvSpPr txBox="1"/>
          <p:nvPr/>
        </p:nvSpPr>
        <p:spPr>
          <a:xfrm>
            <a:off x="92772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4" name="Google Shape;12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153" y="3033225"/>
            <a:ext cx="5233900" cy="14208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5" name="Google Shape;1215;p42"/>
          <p:cNvSpPr/>
          <p:nvPr/>
        </p:nvSpPr>
        <p:spPr>
          <a:xfrm>
            <a:off x="5864054" y="5351050"/>
            <a:ext cx="1589125" cy="994700"/>
          </a:xfrm>
          <a:custGeom>
            <a:rect b="b" l="l" r="r" t="t"/>
            <a:pathLst>
              <a:path extrusionOk="0" h="39788" w="63565">
                <a:moveTo>
                  <a:pt x="10302" y="7962"/>
                </a:moveTo>
                <a:cubicBezTo>
                  <a:pt x="6321" y="9668"/>
                  <a:pt x="4520" y="10141"/>
                  <a:pt x="2909" y="13648"/>
                </a:cubicBezTo>
                <a:cubicBezTo>
                  <a:pt x="1298" y="17155"/>
                  <a:pt x="-1167" y="24737"/>
                  <a:pt x="634" y="29002"/>
                </a:cubicBezTo>
                <a:cubicBezTo>
                  <a:pt x="2435" y="33267"/>
                  <a:pt x="7933" y="37722"/>
                  <a:pt x="13714" y="39238"/>
                </a:cubicBezTo>
                <a:cubicBezTo>
                  <a:pt x="19495" y="40754"/>
                  <a:pt x="27930" y="38669"/>
                  <a:pt x="35322" y="38100"/>
                </a:cubicBezTo>
                <a:cubicBezTo>
                  <a:pt x="42715" y="37531"/>
                  <a:pt x="53520" y="38101"/>
                  <a:pt x="58069" y="35826"/>
                </a:cubicBezTo>
                <a:cubicBezTo>
                  <a:pt x="62618" y="33552"/>
                  <a:pt x="61860" y="28908"/>
                  <a:pt x="62618" y="24453"/>
                </a:cubicBezTo>
                <a:cubicBezTo>
                  <a:pt x="63376" y="19999"/>
                  <a:pt x="64135" y="12606"/>
                  <a:pt x="62618" y="9099"/>
                </a:cubicBezTo>
                <a:cubicBezTo>
                  <a:pt x="61102" y="5592"/>
                  <a:pt x="56741" y="4929"/>
                  <a:pt x="53519" y="3412"/>
                </a:cubicBezTo>
                <a:cubicBezTo>
                  <a:pt x="50297" y="1896"/>
                  <a:pt x="47738" y="0"/>
                  <a:pt x="43284" y="0"/>
                </a:cubicBezTo>
                <a:cubicBezTo>
                  <a:pt x="38830" y="0"/>
                  <a:pt x="32290" y="2085"/>
                  <a:pt x="26793" y="3412"/>
                </a:cubicBezTo>
                <a:cubicBezTo>
                  <a:pt x="21296" y="4739"/>
                  <a:pt x="14283" y="6256"/>
                  <a:pt x="10302" y="7962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16" name="Google Shape;1216;p42"/>
          <p:cNvSpPr/>
          <p:nvPr/>
        </p:nvSpPr>
        <p:spPr>
          <a:xfrm>
            <a:off x="3273750" y="3474500"/>
            <a:ext cx="4986000" cy="834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(Anywhere)</a:t>
            </a:r>
            <a:endParaRPr/>
          </a:p>
        </p:txBody>
      </p:sp>
      <p:sp>
        <p:nvSpPr>
          <p:cNvPr id="1223" name="Google Shape;1223;p43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the element (30) at index 3</a:t>
            </a:r>
            <a:endParaRPr/>
          </a:p>
        </p:txBody>
      </p:sp>
      <p:sp>
        <p:nvSpPr>
          <p:cNvPr id="1224" name="Google Shape;1224;p43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3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6" name="Google Shape;1226;p43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27" name="Google Shape;1227;p43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43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3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3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3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2" name="Google Shape;1232;p43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43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3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5" name="Google Shape;1235;p43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43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3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8" name="Google Shape;1238;p43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43"/>
          <p:cNvSpPr/>
          <p:nvPr/>
        </p:nvSpPr>
        <p:spPr>
          <a:xfrm>
            <a:off x="7646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3"/>
          <p:cNvSpPr txBox="1"/>
          <p:nvPr/>
        </p:nvSpPr>
        <p:spPr>
          <a:xfrm>
            <a:off x="7650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1" name="Google Shape;1241;p43"/>
          <p:cNvCxnSpPr/>
          <p:nvPr/>
        </p:nvCxnSpPr>
        <p:spPr>
          <a:xfrm>
            <a:off x="8179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2" name="Google Shape;1242;p43"/>
          <p:cNvSpPr/>
          <p:nvPr/>
        </p:nvSpPr>
        <p:spPr>
          <a:xfrm>
            <a:off x="91701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43"/>
          <p:cNvSpPr txBox="1"/>
          <p:nvPr/>
        </p:nvSpPr>
        <p:spPr>
          <a:xfrm>
            <a:off x="9174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4" name="Google Shape;1244;p43"/>
          <p:cNvCxnSpPr/>
          <p:nvPr/>
        </p:nvCxnSpPr>
        <p:spPr>
          <a:xfrm>
            <a:off x="9703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p43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46" name="Google Shape;1246;p43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47" name="Google Shape;1247;p43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48" name="Google Shape;1248;p43"/>
          <p:cNvCxnSpPr/>
          <p:nvPr/>
        </p:nvCxnSpPr>
        <p:spPr>
          <a:xfrm>
            <a:off x="99926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49" name="Google Shape;1249;p43"/>
          <p:cNvSpPr txBox="1"/>
          <p:nvPr/>
        </p:nvSpPr>
        <p:spPr>
          <a:xfrm>
            <a:off x="98383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43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43"/>
          <p:cNvSpPr txBox="1"/>
          <p:nvPr/>
        </p:nvSpPr>
        <p:spPr>
          <a:xfrm>
            <a:off x="92772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2" name="Google Shape;125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153" y="3033225"/>
            <a:ext cx="5233900" cy="14208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3" name="Google Shape;1253;p43"/>
          <p:cNvSpPr/>
          <p:nvPr/>
        </p:nvSpPr>
        <p:spPr>
          <a:xfrm>
            <a:off x="5864054" y="5351050"/>
            <a:ext cx="1589125" cy="994700"/>
          </a:xfrm>
          <a:custGeom>
            <a:rect b="b" l="l" r="r" t="t"/>
            <a:pathLst>
              <a:path extrusionOk="0" h="39788" w="63565">
                <a:moveTo>
                  <a:pt x="10302" y="7962"/>
                </a:moveTo>
                <a:cubicBezTo>
                  <a:pt x="6321" y="9668"/>
                  <a:pt x="4520" y="10141"/>
                  <a:pt x="2909" y="13648"/>
                </a:cubicBezTo>
                <a:cubicBezTo>
                  <a:pt x="1298" y="17155"/>
                  <a:pt x="-1167" y="24737"/>
                  <a:pt x="634" y="29002"/>
                </a:cubicBezTo>
                <a:cubicBezTo>
                  <a:pt x="2435" y="33267"/>
                  <a:pt x="7933" y="37722"/>
                  <a:pt x="13714" y="39238"/>
                </a:cubicBezTo>
                <a:cubicBezTo>
                  <a:pt x="19495" y="40754"/>
                  <a:pt x="27930" y="38669"/>
                  <a:pt x="35322" y="38100"/>
                </a:cubicBezTo>
                <a:cubicBezTo>
                  <a:pt x="42715" y="37531"/>
                  <a:pt x="53520" y="38101"/>
                  <a:pt x="58069" y="35826"/>
                </a:cubicBezTo>
                <a:cubicBezTo>
                  <a:pt x="62618" y="33552"/>
                  <a:pt x="61860" y="28908"/>
                  <a:pt x="62618" y="24453"/>
                </a:cubicBezTo>
                <a:cubicBezTo>
                  <a:pt x="63376" y="19999"/>
                  <a:pt x="64135" y="12606"/>
                  <a:pt x="62618" y="9099"/>
                </a:cubicBezTo>
                <a:cubicBezTo>
                  <a:pt x="61102" y="5592"/>
                  <a:pt x="56741" y="4929"/>
                  <a:pt x="53519" y="3412"/>
                </a:cubicBezTo>
                <a:cubicBezTo>
                  <a:pt x="50297" y="1896"/>
                  <a:pt x="47738" y="0"/>
                  <a:pt x="43284" y="0"/>
                </a:cubicBezTo>
                <a:cubicBezTo>
                  <a:pt x="38830" y="0"/>
                  <a:pt x="32290" y="2085"/>
                  <a:pt x="26793" y="3412"/>
                </a:cubicBezTo>
                <a:cubicBezTo>
                  <a:pt x="21296" y="4739"/>
                  <a:pt x="14283" y="6256"/>
                  <a:pt x="10302" y="7962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54" name="Google Shape;1254;p43"/>
          <p:cNvSpPr/>
          <p:nvPr/>
        </p:nvSpPr>
        <p:spPr>
          <a:xfrm>
            <a:off x="7059875" y="5130714"/>
            <a:ext cx="2061375" cy="789000"/>
          </a:xfrm>
          <a:custGeom>
            <a:rect b="b" l="l" r="r" t="t"/>
            <a:pathLst>
              <a:path extrusionOk="0" h="31560" w="82455">
                <a:moveTo>
                  <a:pt x="0" y="31560"/>
                </a:moveTo>
                <a:cubicBezTo>
                  <a:pt x="1043" y="28622"/>
                  <a:pt x="3791" y="18196"/>
                  <a:pt x="6255" y="13931"/>
                </a:cubicBezTo>
                <a:cubicBezTo>
                  <a:pt x="8719" y="9666"/>
                  <a:pt x="11184" y="8245"/>
                  <a:pt x="14785" y="5970"/>
                </a:cubicBezTo>
                <a:cubicBezTo>
                  <a:pt x="18387" y="3696"/>
                  <a:pt x="23125" y="853"/>
                  <a:pt x="27864" y="284"/>
                </a:cubicBezTo>
                <a:cubicBezTo>
                  <a:pt x="32603" y="-285"/>
                  <a:pt x="36015" y="284"/>
                  <a:pt x="43218" y="2558"/>
                </a:cubicBezTo>
                <a:cubicBezTo>
                  <a:pt x="50421" y="4833"/>
                  <a:pt x="64543" y="9571"/>
                  <a:pt x="71082" y="13931"/>
                </a:cubicBezTo>
                <a:cubicBezTo>
                  <a:pt x="77622" y="18291"/>
                  <a:pt x="80560" y="26252"/>
                  <a:pt x="82455" y="2871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255" name="Google Shape;1255;p43"/>
          <p:cNvSpPr/>
          <p:nvPr/>
        </p:nvSpPr>
        <p:spPr>
          <a:xfrm>
            <a:off x="3273750" y="3474500"/>
            <a:ext cx="4986000" cy="298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43"/>
          <p:cNvSpPr/>
          <p:nvPr/>
        </p:nvSpPr>
        <p:spPr>
          <a:xfrm>
            <a:off x="3251213" y="4035825"/>
            <a:ext cx="4986000" cy="298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(Anywhere)</a:t>
            </a:r>
            <a:endParaRPr/>
          </a:p>
        </p:txBody>
      </p:sp>
      <p:sp>
        <p:nvSpPr>
          <p:cNvPr id="1263" name="Google Shape;1263;p44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the element (30) at index 3</a:t>
            </a:r>
            <a:endParaRPr/>
          </a:p>
        </p:txBody>
      </p:sp>
      <p:sp>
        <p:nvSpPr>
          <p:cNvPr id="1264" name="Google Shape;1264;p44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44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6" name="Google Shape;1266;p44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7" name="Google Shape;1267;p44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8" name="Google Shape;1268;p44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44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4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4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2" name="Google Shape;1272;p44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3" name="Google Shape;1273;p44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4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5" name="Google Shape;1275;p44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6" name="Google Shape;1276;p44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4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8" name="Google Shape;1278;p44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9" name="Google Shape;1279;p44"/>
          <p:cNvSpPr/>
          <p:nvPr/>
        </p:nvSpPr>
        <p:spPr>
          <a:xfrm>
            <a:off x="75699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44"/>
          <p:cNvSpPr txBox="1"/>
          <p:nvPr/>
        </p:nvSpPr>
        <p:spPr>
          <a:xfrm>
            <a:off x="75738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1" name="Google Shape;1281;p44"/>
          <p:cNvCxnSpPr/>
          <p:nvPr/>
        </p:nvCxnSpPr>
        <p:spPr>
          <a:xfrm>
            <a:off x="81036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44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83" name="Google Shape;1283;p44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84" name="Google Shape;1284;p44"/>
          <p:cNvCxnSpPr/>
          <p:nvPr/>
        </p:nvCxnSpPr>
        <p:spPr>
          <a:xfrm>
            <a:off x="83924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85" name="Google Shape;1285;p44"/>
          <p:cNvSpPr txBox="1"/>
          <p:nvPr/>
        </p:nvSpPr>
        <p:spPr>
          <a:xfrm>
            <a:off x="82381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4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4"/>
          <p:cNvSpPr txBox="1"/>
          <p:nvPr/>
        </p:nvSpPr>
        <p:spPr>
          <a:xfrm>
            <a:off x="76770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8" name="Google Shape;12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153" y="3033225"/>
            <a:ext cx="5233900" cy="14208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89" name="Google Shape;1289;p44"/>
          <p:cNvCxnSpPr/>
          <p:nvPr/>
        </p:nvCxnSpPr>
        <p:spPr>
          <a:xfrm flipH="1" rot="10800000">
            <a:off x="6987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90" name="Google Shape;1290;p44"/>
          <p:cNvSpPr/>
          <p:nvPr/>
        </p:nvSpPr>
        <p:spPr>
          <a:xfrm>
            <a:off x="3273750" y="3474500"/>
            <a:ext cx="4986000" cy="298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4"/>
          <p:cNvSpPr/>
          <p:nvPr/>
        </p:nvSpPr>
        <p:spPr>
          <a:xfrm>
            <a:off x="3251213" y="4035825"/>
            <a:ext cx="4986000" cy="298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(Anywhere)</a:t>
            </a:r>
            <a:endParaRPr/>
          </a:p>
        </p:txBody>
      </p:sp>
      <p:sp>
        <p:nvSpPr>
          <p:cNvPr id="1298" name="Google Shape;1298;p45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the element (30) at index 3</a:t>
            </a:r>
            <a:endParaRPr/>
          </a:p>
        </p:txBody>
      </p:sp>
      <p:sp>
        <p:nvSpPr>
          <p:cNvPr id="1299" name="Google Shape;1299;p45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45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1" name="Google Shape;1301;p45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02" name="Google Shape;1302;p45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3" name="Google Shape;1303;p45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45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45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45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7" name="Google Shape;1307;p45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8" name="Google Shape;1308;p45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45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45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45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45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3" name="Google Shape;1313;p45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4" name="Google Shape;1314;p45"/>
          <p:cNvSpPr/>
          <p:nvPr/>
        </p:nvSpPr>
        <p:spPr>
          <a:xfrm>
            <a:off x="75699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45"/>
          <p:cNvSpPr txBox="1"/>
          <p:nvPr/>
        </p:nvSpPr>
        <p:spPr>
          <a:xfrm>
            <a:off x="75738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6" name="Google Shape;1316;p45"/>
          <p:cNvCxnSpPr/>
          <p:nvPr/>
        </p:nvCxnSpPr>
        <p:spPr>
          <a:xfrm>
            <a:off x="81036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45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8" name="Google Shape;1318;p45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9" name="Google Shape;1319;p45"/>
          <p:cNvCxnSpPr/>
          <p:nvPr/>
        </p:nvCxnSpPr>
        <p:spPr>
          <a:xfrm>
            <a:off x="83924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20" name="Google Shape;1320;p45"/>
          <p:cNvSpPr txBox="1"/>
          <p:nvPr/>
        </p:nvSpPr>
        <p:spPr>
          <a:xfrm>
            <a:off x="82381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45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45"/>
          <p:cNvSpPr txBox="1"/>
          <p:nvPr/>
        </p:nvSpPr>
        <p:spPr>
          <a:xfrm>
            <a:off x="76770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3" name="Google Shape;132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3343" y="3426763"/>
            <a:ext cx="4211176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4153" y="3033225"/>
            <a:ext cx="5233900" cy="14208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25" name="Google Shape;1325;p45"/>
          <p:cNvCxnSpPr/>
          <p:nvPr/>
        </p:nvCxnSpPr>
        <p:spPr>
          <a:xfrm flipH="1" rot="10800000">
            <a:off x="6987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26" name="Google Shape;1326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(Anywhere)</a:t>
            </a:r>
            <a:endParaRPr/>
          </a:p>
        </p:txBody>
      </p:sp>
      <p:sp>
        <p:nvSpPr>
          <p:cNvPr id="1332" name="Google Shape;1332;p46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optimize the tail removal?</a:t>
            </a:r>
            <a:endParaRPr/>
          </a:p>
        </p:txBody>
      </p:sp>
      <p:sp>
        <p:nvSpPr>
          <p:cNvPr id="1333" name="Google Shape;1333;p46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6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5" name="Google Shape;1335;p46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36" name="Google Shape;1336;p46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46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46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46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46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1" name="Google Shape;1341;p46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p46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6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4" name="Google Shape;1344;p46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46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46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7" name="Google Shape;1347;p46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p46"/>
          <p:cNvSpPr/>
          <p:nvPr/>
        </p:nvSpPr>
        <p:spPr>
          <a:xfrm>
            <a:off x="75699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46"/>
          <p:cNvSpPr txBox="1"/>
          <p:nvPr/>
        </p:nvSpPr>
        <p:spPr>
          <a:xfrm>
            <a:off x="75738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0" name="Google Shape;1350;p46"/>
          <p:cNvCxnSpPr/>
          <p:nvPr/>
        </p:nvCxnSpPr>
        <p:spPr>
          <a:xfrm>
            <a:off x="81036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46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52" name="Google Shape;1352;p46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53" name="Google Shape;1353;p46"/>
          <p:cNvCxnSpPr/>
          <p:nvPr/>
        </p:nvCxnSpPr>
        <p:spPr>
          <a:xfrm>
            <a:off x="83924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4" name="Google Shape;1354;p46"/>
          <p:cNvSpPr txBox="1"/>
          <p:nvPr/>
        </p:nvSpPr>
        <p:spPr>
          <a:xfrm>
            <a:off x="82381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46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46"/>
          <p:cNvSpPr txBox="1"/>
          <p:nvPr/>
        </p:nvSpPr>
        <p:spPr>
          <a:xfrm>
            <a:off x="76770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7" name="Google Shape;13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1918" y="3417363"/>
            <a:ext cx="4211176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4153" y="3033225"/>
            <a:ext cx="5233900" cy="14208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59" name="Google Shape;1359;p46"/>
          <p:cNvCxnSpPr/>
          <p:nvPr/>
        </p:nvCxnSpPr>
        <p:spPr>
          <a:xfrm flipH="1" rot="10800000">
            <a:off x="6987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60" name="Google Shape;1360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Removal (Anywhere)</a:t>
            </a:r>
            <a:endParaRPr/>
          </a:p>
        </p:txBody>
      </p:sp>
      <p:sp>
        <p:nvSpPr>
          <p:cNvPr id="1366" name="Google Shape;1366;p47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optimize the tail removal?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No, </a:t>
            </a:r>
            <a:r>
              <a:rPr lang="en-US" sz="2100"/>
              <a:t>we must be able to access the node before the last node in order to remove the last node.</a:t>
            </a:r>
            <a:endParaRPr sz="2100"/>
          </a:p>
        </p:txBody>
      </p:sp>
      <p:sp>
        <p:nvSpPr>
          <p:cNvPr id="1367" name="Google Shape;1367;p47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47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9" name="Google Shape;1369;p47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0" name="Google Shape;1370;p47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47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47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47"/>
          <p:cNvSpPr/>
          <p:nvPr/>
        </p:nvSpPr>
        <p:spPr>
          <a:xfrm>
            <a:off x="3226525" y="5791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47"/>
          <p:cNvSpPr txBox="1"/>
          <p:nvPr/>
        </p:nvSpPr>
        <p:spPr>
          <a:xfrm>
            <a:off x="32304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5" name="Google Shape;1375;p47"/>
          <p:cNvCxnSpPr/>
          <p:nvPr/>
        </p:nvCxnSpPr>
        <p:spPr>
          <a:xfrm>
            <a:off x="37602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47"/>
          <p:cNvSpPr/>
          <p:nvPr/>
        </p:nvSpPr>
        <p:spPr>
          <a:xfrm>
            <a:off x="46743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47"/>
          <p:cNvSpPr txBox="1"/>
          <p:nvPr/>
        </p:nvSpPr>
        <p:spPr>
          <a:xfrm>
            <a:off x="46782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8" name="Google Shape;1378;p47"/>
          <p:cNvCxnSpPr/>
          <p:nvPr/>
        </p:nvCxnSpPr>
        <p:spPr>
          <a:xfrm>
            <a:off x="52080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47"/>
          <p:cNvSpPr/>
          <p:nvPr/>
        </p:nvSpPr>
        <p:spPr>
          <a:xfrm>
            <a:off x="6122125" y="5791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7"/>
          <p:cNvSpPr txBox="1"/>
          <p:nvPr/>
        </p:nvSpPr>
        <p:spPr>
          <a:xfrm>
            <a:off x="61260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1" name="Google Shape;1381;p47"/>
          <p:cNvCxnSpPr/>
          <p:nvPr/>
        </p:nvCxnSpPr>
        <p:spPr>
          <a:xfrm>
            <a:off x="66558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47"/>
          <p:cNvSpPr/>
          <p:nvPr/>
        </p:nvSpPr>
        <p:spPr>
          <a:xfrm>
            <a:off x="7569925" y="5791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47"/>
          <p:cNvSpPr txBox="1"/>
          <p:nvPr/>
        </p:nvSpPr>
        <p:spPr>
          <a:xfrm>
            <a:off x="7573856" y="5717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4" name="Google Shape;1384;p47"/>
          <p:cNvCxnSpPr/>
          <p:nvPr/>
        </p:nvCxnSpPr>
        <p:spPr>
          <a:xfrm>
            <a:off x="8103625" y="5791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47"/>
          <p:cNvCxnSpPr/>
          <p:nvPr/>
        </p:nvCxnSpPr>
        <p:spPr>
          <a:xfrm flipH="1" rot="10800000">
            <a:off x="4092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86" name="Google Shape;1386;p47"/>
          <p:cNvCxnSpPr/>
          <p:nvPr/>
        </p:nvCxnSpPr>
        <p:spPr>
          <a:xfrm flipH="1" rot="10800000">
            <a:off x="5539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87" name="Google Shape;1387;p47"/>
          <p:cNvCxnSpPr/>
          <p:nvPr/>
        </p:nvCxnSpPr>
        <p:spPr>
          <a:xfrm>
            <a:off x="8392400" y="5952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88" name="Google Shape;1388;p47"/>
          <p:cNvSpPr txBox="1"/>
          <p:nvPr/>
        </p:nvSpPr>
        <p:spPr>
          <a:xfrm>
            <a:off x="8238125" y="6263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47"/>
          <p:cNvSpPr txBox="1"/>
          <p:nvPr/>
        </p:nvSpPr>
        <p:spPr>
          <a:xfrm>
            <a:off x="33336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7"/>
          <p:cNvSpPr txBox="1"/>
          <p:nvPr/>
        </p:nvSpPr>
        <p:spPr>
          <a:xfrm>
            <a:off x="7677074" y="5280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1" name="Google Shape;139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1918" y="3417363"/>
            <a:ext cx="4211176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4153" y="3033225"/>
            <a:ext cx="5233900" cy="14208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93" name="Google Shape;1393;p47"/>
          <p:cNvCxnSpPr/>
          <p:nvPr/>
        </p:nvCxnSpPr>
        <p:spPr>
          <a:xfrm flipH="1" rot="10800000">
            <a:off x="6987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94" name="Google Shape;1394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</a:t>
            </a:r>
            <a:r>
              <a:rPr lang="en-US"/>
              <a:t>(Left)</a:t>
            </a:r>
            <a:endParaRPr/>
          </a:p>
        </p:txBody>
      </p:sp>
      <p:sp>
        <p:nvSpPr>
          <p:cNvPr id="1400" name="Google Shape;1400;p48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48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2" name="Google Shape;1402;p48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3" name="Google Shape;1403;p48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48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48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48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7" name="Google Shape;1407;p48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48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48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0" name="Google Shape;1410;p48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1" name="Google Shape;1411;p48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48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3" name="Google Shape;1413;p48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4" name="Google Shape;1414;p48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48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6" name="Google Shape;1416;p48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p48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48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9" name="Google Shape;1419;p48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0" name="Google Shape;1420;p48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1" name="Google Shape;1421;p48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2" name="Google Shape;1422;p48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3" name="Google Shape;1423;p48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4" name="Google Shape;1424;p48"/>
          <p:cNvCxnSpPr/>
          <p:nvPr/>
        </p:nvCxnSpPr>
        <p:spPr>
          <a:xfrm>
            <a:off x="9459200" y="519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25" name="Google Shape;1425;p48"/>
          <p:cNvSpPr txBox="1"/>
          <p:nvPr/>
        </p:nvSpPr>
        <p:spPr>
          <a:xfrm>
            <a:off x="93049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48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8"/>
          <p:cNvSpPr txBox="1"/>
          <p:nvPr/>
        </p:nvSpPr>
        <p:spPr>
          <a:xfrm>
            <a:off x="8743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8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</a:t>
            </a:r>
            <a:r>
              <a:rPr lang="en-US"/>
              <a:t>(Left)</a:t>
            </a:r>
            <a:endParaRPr/>
          </a:p>
        </p:txBody>
      </p:sp>
      <p:sp>
        <p:nvSpPr>
          <p:cNvPr id="1435" name="Google Shape;1435;p49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49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7" name="Google Shape;1437;p49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38" name="Google Shape;1438;p49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49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49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49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2" name="Google Shape;1442;p49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3" name="Google Shape;1443;p49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49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5" name="Google Shape;1445;p49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6" name="Google Shape;1446;p49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49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8" name="Google Shape;1448;p49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49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49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1" name="Google Shape;1451;p49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2" name="Google Shape;1452;p49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49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4" name="Google Shape;1454;p49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49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56" name="Google Shape;1456;p49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57" name="Google Shape;1457;p49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58" name="Google Shape;1458;p49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59" name="Google Shape;1459;p49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49"/>
          <p:cNvSpPr txBox="1"/>
          <p:nvPr/>
        </p:nvSpPr>
        <p:spPr>
          <a:xfrm>
            <a:off x="8743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49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49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63" name="Google Shape;1463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469" name="Google Shape;1469;p50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50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1" name="Google Shape;1471;p50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2" name="Google Shape;1472;p50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3" name="Google Shape;1473;p50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50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50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6" name="Google Shape;1476;p50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50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50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9" name="Google Shape;1479;p50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0" name="Google Shape;1480;p50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0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2" name="Google Shape;1482;p50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50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50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5" name="Google Shape;1485;p50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6" name="Google Shape;1486;p50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50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8" name="Google Shape;1488;p50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50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90" name="Google Shape;1490;p50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91" name="Google Shape;1491;p50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92" name="Google Shape;1492;p50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0"/>
          <p:cNvSpPr txBox="1"/>
          <p:nvPr/>
        </p:nvSpPr>
        <p:spPr>
          <a:xfrm>
            <a:off x="8743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50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50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96" name="Google Shape;1496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97" name="Google Shape;1497;p50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503" name="Google Shape;1503;p51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51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5" name="Google Shape;1505;p51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06" name="Google Shape;1506;p51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51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51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1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0" name="Google Shape;1510;p51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51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51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3" name="Google Shape;1513;p51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51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51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6" name="Google Shape;1516;p51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51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51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9" name="Google Shape;1519;p51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0" name="Google Shape;1520;p51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51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2" name="Google Shape;1522;p51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3" name="Google Shape;1523;p51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24" name="Google Shape;1524;p51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25" name="Google Shape;1525;p51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26" name="Google Shape;1526;p51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51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51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51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30" name="Google Shape;1530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31" name="Google Shape;1531;p51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</a:t>
            </a:r>
            <a:endParaRPr/>
          </a:p>
        </p:txBody>
      </p:sp>
      <p:sp>
        <p:nvSpPr>
          <p:cNvPr id="1537" name="Google Shape;1537;p52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52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9" name="Google Shape;1539;p52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40" name="Google Shape;1540;p52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1" name="Google Shape;1541;p52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52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52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4" name="Google Shape;1544;p52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5" name="Google Shape;1545;p52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52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7" name="Google Shape;1547;p52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8" name="Google Shape;1548;p52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2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0" name="Google Shape;1550;p52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52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52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3" name="Google Shape;1553;p52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4" name="Google Shape;1554;p52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52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6" name="Google Shape;1556;p52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52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8" name="Google Shape;1558;p52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9" name="Google Shape;1559;p52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60" name="Google Shape;1560;p52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2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2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52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64" name="Google Shape;1564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65" name="Google Shape;1565;p52"/>
          <p:cNvCxnSpPr/>
          <p:nvPr/>
        </p:nvCxnSpPr>
        <p:spPr>
          <a:xfrm>
            <a:off x="35901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66" name="Google Shape;1566;p52"/>
          <p:cNvSpPr txBox="1"/>
          <p:nvPr/>
        </p:nvSpPr>
        <p:spPr>
          <a:xfrm>
            <a:off x="35137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572" name="Google Shape;1572;p53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53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4" name="Google Shape;1574;p53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75" name="Google Shape;1575;p53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6" name="Google Shape;1576;p53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3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3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9" name="Google Shape;1579;p53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0" name="Google Shape;1580;p53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3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2" name="Google Shape;1582;p53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3" name="Google Shape;1583;p53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53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5" name="Google Shape;1585;p53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6" name="Google Shape;1586;p53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53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8" name="Google Shape;1588;p53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9" name="Google Shape;1589;p53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53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1" name="Google Shape;1591;p53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53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93" name="Google Shape;1593;p53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94" name="Google Shape;1594;p53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95" name="Google Shape;1595;p53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53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53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8" name="Google Shape;1598;p53"/>
          <p:cNvCxnSpPr/>
          <p:nvPr/>
        </p:nvCxnSpPr>
        <p:spPr>
          <a:xfrm>
            <a:off x="35901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99" name="Google Shape;1599;p53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600" name="Google Shape;1600;p53"/>
          <p:cNvSpPr txBox="1"/>
          <p:nvPr/>
        </p:nvSpPr>
        <p:spPr>
          <a:xfrm>
            <a:off x="35137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53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53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3" name="Google Shape;1603;p53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4" name="Google Shape;1604;p53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5" name="Google Shape;1605;p53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53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53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8" name="Google Shape;1608;p53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53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53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1" name="Google Shape;1611;p53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2" name="Google Shape;1612;p53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53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4" name="Google Shape;1614;p53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5" name="Google Shape;1615;p53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53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7" name="Google Shape;1617;p53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8" name="Google Shape;1618;p53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53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0" name="Google Shape;1620;p53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1" name="Google Shape;1621;p53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22" name="Google Shape;1622;p53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23" name="Google Shape;1623;p53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24" name="Google Shape;1624;p53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25" name="Google Shape;1625;p53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26" name="Google Shape;1626;p53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53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53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53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636" name="Google Shape;1636;p54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4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8" name="Google Shape;1638;p54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39" name="Google Shape;1639;p54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0" name="Google Shape;1640;p54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54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54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3" name="Google Shape;1643;p54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4" name="Google Shape;1644;p54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54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6" name="Google Shape;1646;p54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7" name="Google Shape;1647;p54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54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9" name="Google Shape;1649;p54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0" name="Google Shape;1650;p54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54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2" name="Google Shape;1652;p54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3" name="Google Shape;1653;p54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54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5" name="Google Shape;1655;p54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54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7" name="Google Shape;1657;p54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8" name="Google Shape;1658;p54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59" name="Google Shape;1659;p54"/>
          <p:cNvSpPr txBox="1"/>
          <p:nvPr/>
        </p:nvSpPr>
        <p:spPr>
          <a:xfrm>
            <a:off x="5695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54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54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2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2" name="Google Shape;1662;p54"/>
          <p:cNvCxnSpPr/>
          <p:nvPr/>
        </p:nvCxnSpPr>
        <p:spPr>
          <a:xfrm>
            <a:off x="50379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63" name="Google Shape;1663;p54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664" name="Google Shape;1664;p54"/>
          <p:cNvSpPr txBox="1"/>
          <p:nvPr/>
        </p:nvSpPr>
        <p:spPr>
          <a:xfrm>
            <a:off x="49615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54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54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7" name="Google Shape;1667;p54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68" name="Google Shape;1668;p54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9" name="Google Shape;1669;p54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54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54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2" name="Google Shape;1672;p54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3" name="Google Shape;1673;p54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54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5" name="Google Shape;1675;p54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6" name="Google Shape;1676;p54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54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8" name="Google Shape;1678;p54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9" name="Google Shape;1679;p54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54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1" name="Google Shape;1681;p54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2" name="Google Shape;1682;p54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4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4" name="Google Shape;1684;p54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5" name="Google Shape;1685;p54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6" name="Google Shape;1686;p54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7" name="Google Shape;1687;p54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8" name="Google Shape;1688;p54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9" name="Google Shape;1689;p54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90" name="Google Shape;1690;p54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54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54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54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700" name="Google Shape;1700;p55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55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2" name="Google Shape;1702;p55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03" name="Google Shape;1703;p55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4" name="Google Shape;1704;p55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55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55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7" name="Google Shape;1707;p55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8" name="Google Shape;1708;p55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55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0" name="Google Shape;1710;p55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1" name="Google Shape;1711;p55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55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3" name="Google Shape;1713;p55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4" name="Google Shape;1714;p55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55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6" name="Google Shape;1716;p55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7" name="Google Shape;1717;p55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55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9" name="Google Shape;1719;p55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55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21" name="Google Shape;1721;p55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22" name="Google Shape;1722;p55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23" name="Google Shape;1723;p55"/>
          <p:cNvSpPr txBox="1"/>
          <p:nvPr/>
        </p:nvSpPr>
        <p:spPr>
          <a:xfrm>
            <a:off x="7219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55"/>
          <p:cNvSpPr txBox="1"/>
          <p:nvPr/>
        </p:nvSpPr>
        <p:spPr>
          <a:xfrm>
            <a:off x="5695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55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6" name="Google Shape;1726;p55"/>
          <p:cNvCxnSpPr/>
          <p:nvPr/>
        </p:nvCxnSpPr>
        <p:spPr>
          <a:xfrm>
            <a:off x="64857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27" name="Google Shape;1727;p55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728" name="Google Shape;1728;p55"/>
          <p:cNvSpPr txBox="1"/>
          <p:nvPr/>
        </p:nvSpPr>
        <p:spPr>
          <a:xfrm>
            <a:off x="64093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55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55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1" name="Google Shape;1731;p55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32" name="Google Shape;1732;p55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3" name="Google Shape;1733;p55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55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5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6" name="Google Shape;1736;p55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7" name="Google Shape;1737;p55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55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9" name="Google Shape;1739;p55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0" name="Google Shape;1740;p55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55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2" name="Google Shape;1742;p55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3" name="Google Shape;1743;p55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55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5" name="Google Shape;1745;p55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6" name="Google Shape;1746;p55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55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8" name="Google Shape;1748;p55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55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50" name="Google Shape;1750;p55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51" name="Google Shape;1751;p55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52" name="Google Shape;1752;p55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53" name="Google Shape;1753;p55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54" name="Google Shape;1754;p55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55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55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55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764" name="Google Shape;1764;p56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56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6" name="Google Shape;1766;p56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67" name="Google Shape;1767;p56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8" name="Google Shape;1768;p56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56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56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1" name="Google Shape;1771;p56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2" name="Google Shape;1772;p56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56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4" name="Google Shape;1774;p56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56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56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7" name="Google Shape;1777;p56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8" name="Google Shape;1778;p56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56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0" name="Google Shape;1780;p56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1" name="Google Shape;1781;p56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56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3" name="Google Shape;1783;p56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4" name="Google Shape;1784;p56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85" name="Google Shape;1785;p56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86" name="Google Shape;1786;p56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87" name="Google Shape;1787;p56"/>
          <p:cNvSpPr txBox="1"/>
          <p:nvPr/>
        </p:nvSpPr>
        <p:spPr>
          <a:xfrm>
            <a:off x="8743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56"/>
          <p:cNvSpPr txBox="1"/>
          <p:nvPr/>
        </p:nvSpPr>
        <p:spPr>
          <a:xfrm>
            <a:off x="7219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56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4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0" name="Google Shape;1790;p56"/>
          <p:cNvCxnSpPr/>
          <p:nvPr/>
        </p:nvCxnSpPr>
        <p:spPr>
          <a:xfrm>
            <a:off x="80097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91" name="Google Shape;1791;p56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792" name="Google Shape;1792;p56"/>
          <p:cNvSpPr txBox="1"/>
          <p:nvPr/>
        </p:nvSpPr>
        <p:spPr>
          <a:xfrm>
            <a:off x="79333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56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56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5" name="Google Shape;1795;p56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96" name="Google Shape;1796;p56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7" name="Google Shape;1797;p56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56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56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0" name="Google Shape;1800;p56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1" name="Google Shape;1801;p56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56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3" name="Google Shape;1803;p56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56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56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6" name="Google Shape;1806;p56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7" name="Google Shape;1807;p56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56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9" name="Google Shape;1809;p56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0" name="Google Shape;1810;p56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56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2" name="Google Shape;1812;p56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3" name="Google Shape;1813;p56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14" name="Google Shape;1814;p56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15" name="Google Shape;1815;p56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16" name="Google Shape;1816;p56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17" name="Google Shape;1817;p56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18" name="Google Shape;1818;p56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56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56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56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828" name="Google Shape;1828;p57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57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0" name="Google Shape;1830;p57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31" name="Google Shape;1831;p57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2" name="Google Shape;1832;p57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57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57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5" name="Google Shape;1835;p57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6" name="Google Shape;1836;p57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57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8" name="Google Shape;1838;p57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9" name="Google Shape;1839;p57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57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1" name="Google Shape;1841;p57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2" name="Google Shape;1842;p57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57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4" name="Google Shape;1844;p57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5" name="Google Shape;1845;p57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57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57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57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49" name="Google Shape;1849;p57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50" name="Google Shape;1850;p57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51" name="Google Shape;1851;p57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57"/>
          <p:cNvSpPr txBox="1"/>
          <p:nvPr/>
        </p:nvSpPr>
        <p:spPr>
          <a:xfrm>
            <a:off x="8820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57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5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57"/>
          <p:cNvCxnSpPr/>
          <p:nvPr/>
        </p:nvCxnSpPr>
        <p:spPr>
          <a:xfrm>
            <a:off x="94575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55" name="Google Shape;1855;p57"/>
          <p:cNvSpPr txBox="1"/>
          <p:nvPr/>
        </p:nvSpPr>
        <p:spPr>
          <a:xfrm>
            <a:off x="93811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57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57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8" name="Google Shape;1858;p57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59" name="Google Shape;1859;p57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0" name="Google Shape;1860;p57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57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57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3" name="Google Shape;1863;p57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4" name="Google Shape;1864;p57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57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6" name="Google Shape;1866;p57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7" name="Google Shape;1867;p57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57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9" name="Google Shape;1869;p57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0" name="Google Shape;1870;p57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57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2" name="Google Shape;1872;p57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3" name="Google Shape;1873;p57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7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5" name="Google Shape;1875;p57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57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77" name="Google Shape;1877;p57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78" name="Google Shape;1878;p57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79" name="Google Shape;1879;p57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80" name="Google Shape;1880;p57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81" name="Google Shape;1881;p57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57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57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57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5" name="Google Shape;1885;p57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86" name="Google Shape;1886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892" name="Google Shape;1892;p58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58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4" name="Google Shape;1894;p58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95" name="Google Shape;1895;p58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6" name="Google Shape;1896;p58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58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58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9" name="Google Shape;1899;p58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0" name="Google Shape;1900;p58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58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2" name="Google Shape;1902;p58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3" name="Google Shape;1903;p58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58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5" name="Google Shape;1905;p58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6" name="Google Shape;1906;p58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58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8" name="Google Shape;1908;p58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9" name="Google Shape;1909;p58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58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1" name="Google Shape;1911;p58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2" name="Google Shape;1912;p58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13" name="Google Shape;1913;p58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14" name="Google Shape;1914;p58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15" name="Google Shape;1915;p58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58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58"/>
          <p:cNvSpPr txBox="1"/>
          <p:nvPr/>
        </p:nvSpPr>
        <p:spPr>
          <a:xfrm>
            <a:off x="2655000" y="1690825"/>
            <a:ext cx="68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6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8" name="Google Shape;1918;p58"/>
          <p:cNvCxnSpPr/>
          <p:nvPr/>
        </p:nvCxnSpPr>
        <p:spPr>
          <a:xfrm>
            <a:off x="35901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19" name="Google Shape;1919;p58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920" name="Google Shape;1920;p58"/>
          <p:cNvSpPr txBox="1"/>
          <p:nvPr/>
        </p:nvSpPr>
        <p:spPr>
          <a:xfrm>
            <a:off x="35137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58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58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3" name="Google Shape;1923;p58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24" name="Google Shape;1924;p58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5" name="Google Shape;1925;p58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58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58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8" name="Google Shape;1928;p58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9" name="Google Shape;1929;p58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58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1" name="Google Shape;1931;p58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2" name="Google Shape;1932;p58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58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4" name="Google Shape;1934;p58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5" name="Google Shape;1935;p58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58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7" name="Google Shape;1937;p58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8" name="Google Shape;1938;p58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58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0" name="Google Shape;1940;p58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1" name="Google Shape;1941;p58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42" name="Google Shape;1942;p58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43" name="Google Shape;1943;p58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44" name="Google Shape;1944;p58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45" name="Google Shape;1945;p58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46" name="Google Shape;1946;p58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58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58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58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1956" name="Google Shape;1956;p59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59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8" name="Google Shape;1958;p59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59" name="Google Shape;1959;p59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59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59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59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3" name="Google Shape;1963;p59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59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59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6" name="Google Shape;1966;p59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7" name="Google Shape;1967;p59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59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9" name="Google Shape;1969;p59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0" name="Google Shape;1970;p59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59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2" name="Google Shape;1972;p59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3" name="Google Shape;1973;p59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59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5" name="Google Shape;1975;p59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6" name="Google Shape;1976;p59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77" name="Google Shape;1977;p59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78" name="Google Shape;1978;p59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79" name="Google Shape;1979;p59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59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59"/>
          <p:cNvSpPr txBox="1"/>
          <p:nvPr/>
        </p:nvSpPr>
        <p:spPr>
          <a:xfrm>
            <a:off x="1588200" y="1690825"/>
            <a:ext cx="919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6 elements == Rotating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2" name="Google Shape;1982;p59"/>
          <p:cNvCxnSpPr/>
          <p:nvPr/>
        </p:nvCxnSpPr>
        <p:spPr>
          <a:xfrm>
            <a:off x="35901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83" name="Google Shape;1983;p59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984" name="Google Shape;1984;p59"/>
          <p:cNvSpPr txBox="1"/>
          <p:nvPr/>
        </p:nvSpPr>
        <p:spPr>
          <a:xfrm>
            <a:off x="35137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59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59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7" name="Google Shape;1987;p59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88" name="Google Shape;1988;p59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9" name="Google Shape;1989;p59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59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59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2" name="Google Shape;1992;p59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3" name="Google Shape;1993;p59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59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5" name="Google Shape;1995;p59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6" name="Google Shape;1996;p59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59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8" name="Google Shape;1998;p59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9" name="Google Shape;1999;p59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59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1" name="Google Shape;2001;p59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2" name="Google Shape;2002;p59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59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4" name="Google Shape;2004;p59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59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06" name="Google Shape;2006;p59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07" name="Google Shape;2007;p59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08" name="Google Shape;2008;p59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09" name="Google Shape;2009;p59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10" name="Google Shape;2010;p59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59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59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59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2020" name="Google Shape;2020;p60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60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2" name="Google Shape;2022;p60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23" name="Google Shape;2023;p60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4" name="Google Shape;2024;p60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60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60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7" name="Google Shape;2027;p60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8" name="Google Shape;2028;p60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60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0" name="Google Shape;2030;p60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1" name="Google Shape;2031;p60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60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3" name="Google Shape;2033;p60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4" name="Google Shape;2034;p60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60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6" name="Google Shape;2036;p60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7" name="Google Shape;2037;p60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60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9" name="Google Shape;2039;p60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0" name="Google Shape;2040;p60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41" name="Google Shape;2041;p60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42" name="Google Shape;2042;p60"/>
          <p:cNvCxnSpPr/>
          <p:nvPr/>
        </p:nvCxnSpPr>
        <p:spPr>
          <a:xfrm flipH="1" rot="10800000">
            <a:off x="8054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43" name="Google Shape;2043;p60"/>
          <p:cNvSpPr txBox="1"/>
          <p:nvPr/>
        </p:nvSpPr>
        <p:spPr>
          <a:xfrm>
            <a:off x="42480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60"/>
          <p:cNvSpPr txBox="1"/>
          <p:nvPr/>
        </p:nvSpPr>
        <p:spPr>
          <a:xfrm>
            <a:off x="28002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60"/>
          <p:cNvSpPr txBox="1"/>
          <p:nvPr/>
        </p:nvSpPr>
        <p:spPr>
          <a:xfrm>
            <a:off x="1588200" y="1690825"/>
            <a:ext cx="919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6 elements == Rotating by 6 % 5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6" name="Google Shape;2046;p60"/>
          <p:cNvCxnSpPr/>
          <p:nvPr/>
        </p:nvCxnSpPr>
        <p:spPr>
          <a:xfrm>
            <a:off x="35901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47" name="Google Shape;2047;p60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048" name="Google Shape;2048;p60"/>
          <p:cNvSpPr txBox="1"/>
          <p:nvPr/>
        </p:nvSpPr>
        <p:spPr>
          <a:xfrm>
            <a:off x="35137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60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60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1" name="Google Shape;2051;p60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52" name="Google Shape;2052;p60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3" name="Google Shape;2053;p60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60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60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6" name="Google Shape;2056;p60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7" name="Google Shape;2057;p60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60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9" name="Google Shape;2059;p60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0" name="Google Shape;2060;p60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60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2" name="Google Shape;2062;p60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3" name="Google Shape;2063;p60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60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5" name="Google Shape;2065;p60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6" name="Google Shape;2066;p60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60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8" name="Google Shape;2068;p60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60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0" name="Google Shape;2070;p60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1" name="Google Shape;2071;p60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2" name="Google Shape;2072;p60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3" name="Google Shape;2073;p60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74" name="Google Shape;2074;p60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60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60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60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</a:t>
            </a:r>
            <a:r>
              <a:rPr lang="en-US"/>
              <a:t> (Left)</a:t>
            </a:r>
            <a:endParaRPr/>
          </a:p>
        </p:txBody>
      </p:sp>
      <p:sp>
        <p:nvSpPr>
          <p:cNvPr id="2084" name="Google Shape;2084;p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</a:t>
            </a:r>
            <a:r>
              <a:rPr lang="en-US"/>
              <a:t>bservations: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Rotation by k ⇒ Rotation by k % size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(k-1)th element becomes the new tail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kth element becomes the new head</a:t>
            </a:r>
            <a:endParaRPr/>
          </a:p>
        </p:txBody>
      </p:sp>
      <p:sp>
        <p:nvSpPr>
          <p:cNvPr id="2085" name="Google Shape;2085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62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091" name="Google Shape;2091;p62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2" name="Google Shape;209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3" name="Google Shape;2093;p62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62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5" name="Google Shape;2095;p62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96" name="Google Shape;2096;p62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7" name="Google Shape;2097;p62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62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62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0" name="Google Shape;2100;p62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1" name="Google Shape;2101;p62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62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3" name="Google Shape;2103;p62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4" name="Google Shape;2104;p62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62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6" name="Google Shape;2106;p62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7" name="Google Shape;2107;p62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62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9" name="Google Shape;2109;p62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0" name="Google Shape;2110;p62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62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2" name="Google Shape;2112;p62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62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4" name="Google Shape;2114;p62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5" name="Google Shape;2115;p62"/>
          <p:cNvCxnSpPr/>
          <p:nvPr/>
        </p:nvCxnSpPr>
        <p:spPr>
          <a:xfrm flipH="1" rot="10800000">
            <a:off x="6530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6" name="Google Shape;2116;p62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7" name="Google Shape;2117;p62"/>
          <p:cNvCxnSpPr/>
          <p:nvPr/>
        </p:nvCxnSpPr>
        <p:spPr>
          <a:xfrm>
            <a:off x="94592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18" name="Google Shape;2118;p62"/>
          <p:cNvSpPr txBox="1"/>
          <p:nvPr/>
        </p:nvSpPr>
        <p:spPr>
          <a:xfrm>
            <a:off x="93049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62"/>
          <p:cNvSpPr txBox="1"/>
          <p:nvPr/>
        </p:nvSpPr>
        <p:spPr>
          <a:xfrm>
            <a:off x="28002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62"/>
          <p:cNvSpPr txBox="1"/>
          <p:nvPr/>
        </p:nvSpPr>
        <p:spPr>
          <a:xfrm>
            <a:off x="87438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62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62"/>
          <p:cNvSpPr/>
          <p:nvPr/>
        </p:nvSpPr>
        <p:spPr>
          <a:xfrm>
            <a:off x="363950" y="1783000"/>
            <a:ext cx="5843100" cy="309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63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129" name="Google Shape;2129;p63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0" name="Google Shape;213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31" name="Google Shape;2131;p63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63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3" name="Google Shape;2133;p63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34" name="Google Shape;2134;p63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5" name="Google Shape;2135;p63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63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63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8" name="Google Shape;2138;p63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9" name="Google Shape;2139;p63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63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1" name="Google Shape;2141;p63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2" name="Google Shape;2142;p63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63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4" name="Google Shape;2144;p63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5" name="Google Shape;2145;p63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63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7" name="Google Shape;2147;p63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8" name="Google Shape;2148;p63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63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0" name="Google Shape;2150;p63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1" name="Google Shape;2151;p63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2" name="Google Shape;2152;p63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3" name="Google Shape;2153;p63"/>
          <p:cNvCxnSpPr/>
          <p:nvPr/>
        </p:nvCxnSpPr>
        <p:spPr>
          <a:xfrm flipH="1" rot="10800000">
            <a:off x="6530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4" name="Google Shape;2154;p63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5" name="Google Shape;2155;p63"/>
          <p:cNvCxnSpPr/>
          <p:nvPr/>
        </p:nvCxnSpPr>
        <p:spPr>
          <a:xfrm>
            <a:off x="94592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56" name="Google Shape;2156;p63"/>
          <p:cNvSpPr txBox="1"/>
          <p:nvPr/>
        </p:nvSpPr>
        <p:spPr>
          <a:xfrm>
            <a:off x="93049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63"/>
          <p:cNvSpPr txBox="1"/>
          <p:nvPr/>
        </p:nvSpPr>
        <p:spPr>
          <a:xfrm>
            <a:off x="28002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63"/>
          <p:cNvSpPr txBox="1"/>
          <p:nvPr/>
        </p:nvSpPr>
        <p:spPr>
          <a:xfrm>
            <a:off x="87438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63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63"/>
          <p:cNvSpPr/>
          <p:nvPr/>
        </p:nvSpPr>
        <p:spPr>
          <a:xfrm>
            <a:off x="363950" y="2609575"/>
            <a:ext cx="5843100" cy="226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64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167" name="Google Shape;2167;p64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8" name="Google Shape;216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9" name="Google Shape;2169;p64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64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1" name="Google Shape;2171;p64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72" name="Google Shape;2172;p64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64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64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64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6" name="Google Shape;2176;p64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64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64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9" name="Google Shape;2179;p64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0" name="Google Shape;2180;p64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64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2" name="Google Shape;2182;p64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3" name="Google Shape;2183;p64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4" name="Google Shape;2184;p64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5" name="Google Shape;2185;p64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6" name="Google Shape;2186;p64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64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8" name="Google Shape;2188;p64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9" name="Google Shape;2189;p64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0" name="Google Shape;2190;p64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1" name="Google Shape;2191;p64"/>
          <p:cNvCxnSpPr/>
          <p:nvPr/>
        </p:nvCxnSpPr>
        <p:spPr>
          <a:xfrm flipH="1" rot="10800000">
            <a:off x="6530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2" name="Google Shape;2192;p64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3" name="Google Shape;2193;p64"/>
          <p:cNvCxnSpPr/>
          <p:nvPr/>
        </p:nvCxnSpPr>
        <p:spPr>
          <a:xfrm>
            <a:off x="94592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94" name="Google Shape;2194;p64"/>
          <p:cNvSpPr txBox="1"/>
          <p:nvPr/>
        </p:nvSpPr>
        <p:spPr>
          <a:xfrm>
            <a:off x="93049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64"/>
          <p:cNvSpPr txBox="1"/>
          <p:nvPr/>
        </p:nvSpPr>
        <p:spPr>
          <a:xfrm>
            <a:off x="28002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64"/>
          <p:cNvSpPr txBox="1"/>
          <p:nvPr/>
        </p:nvSpPr>
        <p:spPr>
          <a:xfrm>
            <a:off x="87438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64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64"/>
          <p:cNvSpPr/>
          <p:nvPr/>
        </p:nvSpPr>
        <p:spPr>
          <a:xfrm>
            <a:off x="363950" y="3104875"/>
            <a:ext cx="5843100" cy="177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64"/>
          <p:cNvSpPr txBox="1"/>
          <p:nvPr/>
        </p:nvSpPr>
        <p:spPr>
          <a:xfrm>
            <a:off x="5330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65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206" name="Google Shape;2206;p65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7" name="Google Shape;220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8" name="Google Shape;2208;p65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65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0" name="Google Shape;2210;p65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11" name="Google Shape;2211;p65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2" name="Google Shape;2212;p65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65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65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5" name="Google Shape;2215;p65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6" name="Google Shape;2216;p65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65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8" name="Google Shape;2218;p65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9" name="Google Shape;2219;p65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65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1" name="Google Shape;2221;p65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2" name="Google Shape;2222;p65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65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4" name="Google Shape;2224;p65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5" name="Google Shape;2225;p65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65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7" name="Google Shape;2227;p65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65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29" name="Google Shape;2229;p65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30" name="Google Shape;2230;p65"/>
          <p:cNvCxnSpPr/>
          <p:nvPr/>
        </p:nvCxnSpPr>
        <p:spPr>
          <a:xfrm flipH="1" rot="10800000">
            <a:off x="6530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31" name="Google Shape;2231;p65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32" name="Google Shape;2232;p65"/>
          <p:cNvCxnSpPr/>
          <p:nvPr/>
        </p:nvCxnSpPr>
        <p:spPr>
          <a:xfrm>
            <a:off x="94592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33" name="Google Shape;2233;p65"/>
          <p:cNvSpPr txBox="1"/>
          <p:nvPr/>
        </p:nvSpPr>
        <p:spPr>
          <a:xfrm>
            <a:off x="93049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65"/>
          <p:cNvSpPr txBox="1"/>
          <p:nvPr/>
        </p:nvSpPr>
        <p:spPr>
          <a:xfrm>
            <a:off x="28002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65"/>
          <p:cNvSpPr txBox="1"/>
          <p:nvPr/>
        </p:nvSpPr>
        <p:spPr>
          <a:xfrm>
            <a:off x="87438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65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65"/>
          <p:cNvSpPr/>
          <p:nvPr/>
        </p:nvSpPr>
        <p:spPr>
          <a:xfrm>
            <a:off x="363950" y="3551275"/>
            <a:ext cx="5843100" cy="132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65"/>
          <p:cNvSpPr txBox="1"/>
          <p:nvPr/>
        </p:nvSpPr>
        <p:spPr>
          <a:xfrm>
            <a:off x="5330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65"/>
          <p:cNvSpPr txBox="1"/>
          <p:nvPr/>
        </p:nvSpPr>
        <p:spPr>
          <a:xfrm>
            <a:off x="6854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66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246" name="Google Shape;2246;p66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7" name="Google Shape;224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8" name="Google Shape;2248;p66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66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0" name="Google Shape;2250;p66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51" name="Google Shape;2251;p66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2" name="Google Shape;2252;p66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66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66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5" name="Google Shape;2255;p66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6" name="Google Shape;2256;p66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66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8" name="Google Shape;2258;p66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9" name="Google Shape;2259;p66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66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1" name="Google Shape;2261;p66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2" name="Google Shape;2262;p66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66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4" name="Google Shape;2264;p66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5" name="Google Shape;2265;p66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66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7" name="Google Shape;2267;p66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8" name="Google Shape;2268;p66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69" name="Google Shape;2269;p66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70" name="Google Shape;2270;p66"/>
          <p:cNvCxnSpPr/>
          <p:nvPr/>
        </p:nvCxnSpPr>
        <p:spPr>
          <a:xfrm flipH="1" rot="10800000">
            <a:off x="6530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71" name="Google Shape;2271;p66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72" name="Google Shape;2272;p66"/>
          <p:cNvSpPr txBox="1"/>
          <p:nvPr/>
        </p:nvSpPr>
        <p:spPr>
          <a:xfrm>
            <a:off x="28002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66"/>
          <p:cNvSpPr txBox="1"/>
          <p:nvPr/>
        </p:nvSpPr>
        <p:spPr>
          <a:xfrm>
            <a:off x="87438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66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66"/>
          <p:cNvSpPr/>
          <p:nvPr/>
        </p:nvSpPr>
        <p:spPr>
          <a:xfrm>
            <a:off x="363950" y="4128450"/>
            <a:ext cx="5843100" cy="74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66"/>
          <p:cNvSpPr txBox="1"/>
          <p:nvPr/>
        </p:nvSpPr>
        <p:spPr>
          <a:xfrm>
            <a:off x="5330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66"/>
          <p:cNvSpPr txBox="1"/>
          <p:nvPr/>
        </p:nvSpPr>
        <p:spPr>
          <a:xfrm>
            <a:off x="6854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66"/>
          <p:cNvSpPr/>
          <p:nvPr/>
        </p:nvSpPr>
        <p:spPr>
          <a:xfrm>
            <a:off x="2150225" y="5775825"/>
            <a:ext cx="7906500" cy="912375"/>
          </a:xfrm>
          <a:custGeom>
            <a:rect b="b" l="l" r="r" t="t"/>
            <a:pathLst>
              <a:path extrusionOk="0" h="36495" w="315000">
                <a:moveTo>
                  <a:pt x="293814" y="891"/>
                </a:moveTo>
                <a:cubicBezTo>
                  <a:pt x="296178" y="1904"/>
                  <a:pt x="304487" y="3728"/>
                  <a:pt x="308000" y="6970"/>
                </a:cubicBezTo>
                <a:cubicBezTo>
                  <a:pt x="311513" y="10213"/>
                  <a:pt x="314486" y="16698"/>
                  <a:pt x="314891" y="20346"/>
                </a:cubicBezTo>
                <a:cubicBezTo>
                  <a:pt x="315296" y="23994"/>
                  <a:pt x="314215" y="26291"/>
                  <a:pt x="310432" y="28858"/>
                </a:cubicBezTo>
                <a:cubicBezTo>
                  <a:pt x="306649" y="31425"/>
                  <a:pt x="308136" y="34532"/>
                  <a:pt x="292193" y="35748"/>
                </a:cubicBezTo>
                <a:cubicBezTo>
                  <a:pt x="276251" y="36964"/>
                  <a:pt x="249094" y="36356"/>
                  <a:pt x="214777" y="36153"/>
                </a:cubicBezTo>
                <a:cubicBezTo>
                  <a:pt x="180460" y="35950"/>
                  <a:pt x="120203" y="35275"/>
                  <a:pt x="86291" y="34532"/>
                </a:cubicBezTo>
                <a:cubicBezTo>
                  <a:pt x="52379" y="33789"/>
                  <a:pt x="25561" y="35005"/>
                  <a:pt x="11307" y="31695"/>
                </a:cubicBezTo>
                <a:cubicBezTo>
                  <a:pt x="-2947" y="28385"/>
                  <a:pt x="160" y="19738"/>
                  <a:pt x="768" y="14671"/>
                </a:cubicBezTo>
                <a:cubicBezTo>
                  <a:pt x="1376" y="9605"/>
                  <a:pt x="11441" y="3660"/>
                  <a:pt x="14954" y="1296"/>
                </a:cubicBezTo>
                <a:cubicBezTo>
                  <a:pt x="18467" y="-1068"/>
                  <a:pt x="20697" y="620"/>
                  <a:pt x="21845" y="48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279" name="Google Shape;2279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67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285" name="Google Shape;2285;p67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6" name="Google Shape;228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7" name="Google Shape;2287;p67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67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9" name="Google Shape;2289;p67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90" name="Google Shape;2290;p67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1" name="Google Shape;2291;p67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67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67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4" name="Google Shape;2294;p67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5" name="Google Shape;2295;p67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67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7" name="Google Shape;2297;p67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8" name="Google Shape;2298;p67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67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0" name="Google Shape;2300;p67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1" name="Google Shape;2301;p67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67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3" name="Google Shape;2303;p67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4" name="Google Shape;2304;p67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67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6" name="Google Shape;2306;p67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7" name="Google Shape;2307;p67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08" name="Google Shape;2308;p67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09" name="Google Shape;2309;p67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10" name="Google Shape;2310;p67"/>
          <p:cNvSpPr txBox="1"/>
          <p:nvPr/>
        </p:nvSpPr>
        <p:spPr>
          <a:xfrm>
            <a:off x="28002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67"/>
          <p:cNvSpPr txBox="1"/>
          <p:nvPr/>
        </p:nvSpPr>
        <p:spPr>
          <a:xfrm>
            <a:off x="87438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67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67"/>
          <p:cNvSpPr/>
          <p:nvPr/>
        </p:nvSpPr>
        <p:spPr>
          <a:xfrm>
            <a:off x="363950" y="4369050"/>
            <a:ext cx="5843100" cy="50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67"/>
          <p:cNvSpPr txBox="1"/>
          <p:nvPr/>
        </p:nvSpPr>
        <p:spPr>
          <a:xfrm>
            <a:off x="5330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67"/>
          <p:cNvSpPr txBox="1"/>
          <p:nvPr/>
        </p:nvSpPr>
        <p:spPr>
          <a:xfrm>
            <a:off x="6854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6" name="Google Shape;2316;p67"/>
          <p:cNvCxnSpPr/>
          <p:nvPr/>
        </p:nvCxnSpPr>
        <p:spPr>
          <a:xfrm>
            <a:off x="64874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17" name="Google Shape;2317;p67"/>
          <p:cNvSpPr txBox="1"/>
          <p:nvPr/>
        </p:nvSpPr>
        <p:spPr>
          <a:xfrm>
            <a:off x="63331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67"/>
          <p:cNvSpPr/>
          <p:nvPr/>
        </p:nvSpPr>
        <p:spPr>
          <a:xfrm>
            <a:off x="2150225" y="5775825"/>
            <a:ext cx="7906500" cy="912375"/>
          </a:xfrm>
          <a:custGeom>
            <a:rect b="b" l="l" r="r" t="t"/>
            <a:pathLst>
              <a:path extrusionOk="0" h="36495" w="315000">
                <a:moveTo>
                  <a:pt x="293814" y="891"/>
                </a:moveTo>
                <a:cubicBezTo>
                  <a:pt x="296178" y="1904"/>
                  <a:pt x="304487" y="3728"/>
                  <a:pt x="308000" y="6970"/>
                </a:cubicBezTo>
                <a:cubicBezTo>
                  <a:pt x="311513" y="10213"/>
                  <a:pt x="314486" y="16698"/>
                  <a:pt x="314891" y="20346"/>
                </a:cubicBezTo>
                <a:cubicBezTo>
                  <a:pt x="315296" y="23994"/>
                  <a:pt x="314215" y="26291"/>
                  <a:pt x="310432" y="28858"/>
                </a:cubicBezTo>
                <a:cubicBezTo>
                  <a:pt x="306649" y="31425"/>
                  <a:pt x="308136" y="34532"/>
                  <a:pt x="292193" y="35748"/>
                </a:cubicBezTo>
                <a:cubicBezTo>
                  <a:pt x="276251" y="36964"/>
                  <a:pt x="249094" y="36356"/>
                  <a:pt x="214777" y="36153"/>
                </a:cubicBezTo>
                <a:cubicBezTo>
                  <a:pt x="180460" y="35950"/>
                  <a:pt x="120203" y="35275"/>
                  <a:pt x="86291" y="34532"/>
                </a:cubicBezTo>
                <a:cubicBezTo>
                  <a:pt x="52379" y="33789"/>
                  <a:pt x="25561" y="35005"/>
                  <a:pt x="11307" y="31695"/>
                </a:cubicBezTo>
                <a:cubicBezTo>
                  <a:pt x="-2947" y="28385"/>
                  <a:pt x="160" y="19738"/>
                  <a:pt x="768" y="14671"/>
                </a:cubicBezTo>
                <a:cubicBezTo>
                  <a:pt x="1376" y="9605"/>
                  <a:pt x="11441" y="3660"/>
                  <a:pt x="14954" y="1296"/>
                </a:cubicBezTo>
                <a:cubicBezTo>
                  <a:pt x="18467" y="-1068"/>
                  <a:pt x="20697" y="620"/>
                  <a:pt x="21845" y="48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319" name="Google Shape;2319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68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325" name="Google Shape;2325;p68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6" name="Google Shape;232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7" name="Google Shape;2327;p68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68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9" name="Google Shape;2329;p68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30" name="Google Shape;2330;p68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1" name="Google Shape;2331;p68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68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68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4" name="Google Shape;2334;p68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5" name="Google Shape;2335;p68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p68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7" name="Google Shape;2337;p68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8" name="Google Shape;2338;p68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p68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0" name="Google Shape;2340;p68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1" name="Google Shape;2341;p68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68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3" name="Google Shape;2343;p68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4" name="Google Shape;2344;p68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68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6" name="Google Shape;2346;p68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7" name="Google Shape;2347;p68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48" name="Google Shape;2348;p68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49" name="Google Shape;2349;p68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50" name="Google Shape;2350;p68"/>
          <p:cNvSpPr txBox="1"/>
          <p:nvPr/>
        </p:nvSpPr>
        <p:spPr>
          <a:xfrm>
            <a:off x="8743874" y="5123415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68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68"/>
          <p:cNvSpPr/>
          <p:nvPr/>
        </p:nvSpPr>
        <p:spPr>
          <a:xfrm>
            <a:off x="363950" y="4578300"/>
            <a:ext cx="5843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68"/>
          <p:cNvSpPr txBox="1"/>
          <p:nvPr/>
        </p:nvSpPr>
        <p:spPr>
          <a:xfrm>
            <a:off x="5330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68"/>
          <p:cNvSpPr txBox="1"/>
          <p:nvPr/>
        </p:nvSpPr>
        <p:spPr>
          <a:xfrm>
            <a:off x="6854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5" name="Google Shape;2355;p68"/>
          <p:cNvCxnSpPr/>
          <p:nvPr/>
        </p:nvCxnSpPr>
        <p:spPr>
          <a:xfrm>
            <a:off x="64874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56" name="Google Shape;2356;p68"/>
          <p:cNvSpPr txBox="1"/>
          <p:nvPr/>
        </p:nvSpPr>
        <p:spPr>
          <a:xfrm>
            <a:off x="63331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68"/>
          <p:cNvSpPr/>
          <p:nvPr/>
        </p:nvSpPr>
        <p:spPr>
          <a:xfrm>
            <a:off x="2150225" y="5775825"/>
            <a:ext cx="7906500" cy="912375"/>
          </a:xfrm>
          <a:custGeom>
            <a:rect b="b" l="l" r="r" t="t"/>
            <a:pathLst>
              <a:path extrusionOk="0" h="36495" w="315000">
                <a:moveTo>
                  <a:pt x="293814" y="891"/>
                </a:moveTo>
                <a:cubicBezTo>
                  <a:pt x="296178" y="1904"/>
                  <a:pt x="304487" y="3728"/>
                  <a:pt x="308000" y="6970"/>
                </a:cubicBezTo>
                <a:cubicBezTo>
                  <a:pt x="311513" y="10213"/>
                  <a:pt x="314486" y="16698"/>
                  <a:pt x="314891" y="20346"/>
                </a:cubicBezTo>
                <a:cubicBezTo>
                  <a:pt x="315296" y="23994"/>
                  <a:pt x="314215" y="26291"/>
                  <a:pt x="310432" y="28858"/>
                </a:cubicBezTo>
                <a:cubicBezTo>
                  <a:pt x="306649" y="31425"/>
                  <a:pt x="308136" y="34532"/>
                  <a:pt x="292193" y="35748"/>
                </a:cubicBezTo>
                <a:cubicBezTo>
                  <a:pt x="276251" y="36964"/>
                  <a:pt x="249094" y="36356"/>
                  <a:pt x="214777" y="36153"/>
                </a:cubicBezTo>
                <a:cubicBezTo>
                  <a:pt x="180460" y="35950"/>
                  <a:pt x="120203" y="35275"/>
                  <a:pt x="86291" y="34532"/>
                </a:cubicBezTo>
                <a:cubicBezTo>
                  <a:pt x="52379" y="33789"/>
                  <a:pt x="25561" y="35005"/>
                  <a:pt x="11307" y="31695"/>
                </a:cubicBezTo>
                <a:cubicBezTo>
                  <a:pt x="-2947" y="28385"/>
                  <a:pt x="160" y="19738"/>
                  <a:pt x="768" y="14671"/>
                </a:cubicBezTo>
                <a:cubicBezTo>
                  <a:pt x="1376" y="9605"/>
                  <a:pt x="11441" y="3660"/>
                  <a:pt x="14954" y="1296"/>
                </a:cubicBezTo>
                <a:cubicBezTo>
                  <a:pt x="18467" y="-1068"/>
                  <a:pt x="20697" y="620"/>
                  <a:pt x="21845" y="48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358" name="Google Shape;2358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69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364" name="Google Shape;2364;p69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5" name="Google Shape;236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6" name="Google Shape;2366;p69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69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8" name="Google Shape;2368;p69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69" name="Google Shape;2369;p69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0" name="Google Shape;2370;p69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69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69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3" name="Google Shape;2373;p69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4" name="Google Shape;2374;p69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69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6" name="Google Shape;2376;p69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7" name="Google Shape;2377;p69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69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9" name="Google Shape;2379;p69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0" name="Google Shape;2380;p69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69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2" name="Google Shape;2382;p69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3" name="Google Shape;2383;p69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69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5" name="Google Shape;2385;p69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6" name="Google Shape;2386;p69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87" name="Google Shape;2387;p69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88" name="Google Shape;2388;p69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89" name="Google Shape;2389;p69"/>
          <p:cNvSpPr/>
          <p:nvPr/>
        </p:nvSpPr>
        <p:spPr>
          <a:xfrm>
            <a:off x="363950" y="1484200"/>
            <a:ext cx="36111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69"/>
          <p:cNvSpPr txBox="1"/>
          <p:nvPr/>
        </p:nvSpPr>
        <p:spPr>
          <a:xfrm>
            <a:off x="5330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69"/>
          <p:cNvSpPr txBox="1"/>
          <p:nvPr/>
        </p:nvSpPr>
        <p:spPr>
          <a:xfrm>
            <a:off x="6854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2" name="Google Shape;2392;p69"/>
          <p:cNvCxnSpPr/>
          <p:nvPr/>
        </p:nvCxnSpPr>
        <p:spPr>
          <a:xfrm>
            <a:off x="64874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93" name="Google Shape;2393;p69"/>
          <p:cNvSpPr txBox="1"/>
          <p:nvPr/>
        </p:nvSpPr>
        <p:spPr>
          <a:xfrm>
            <a:off x="63331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69"/>
          <p:cNvSpPr/>
          <p:nvPr/>
        </p:nvSpPr>
        <p:spPr>
          <a:xfrm>
            <a:off x="2150225" y="5775825"/>
            <a:ext cx="7906500" cy="912375"/>
          </a:xfrm>
          <a:custGeom>
            <a:rect b="b" l="l" r="r" t="t"/>
            <a:pathLst>
              <a:path extrusionOk="0" h="36495" w="315000">
                <a:moveTo>
                  <a:pt x="293814" y="891"/>
                </a:moveTo>
                <a:cubicBezTo>
                  <a:pt x="296178" y="1904"/>
                  <a:pt x="304487" y="3728"/>
                  <a:pt x="308000" y="6970"/>
                </a:cubicBezTo>
                <a:cubicBezTo>
                  <a:pt x="311513" y="10213"/>
                  <a:pt x="314486" y="16698"/>
                  <a:pt x="314891" y="20346"/>
                </a:cubicBezTo>
                <a:cubicBezTo>
                  <a:pt x="315296" y="23994"/>
                  <a:pt x="314215" y="26291"/>
                  <a:pt x="310432" y="28858"/>
                </a:cubicBezTo>
                <a:cubicBezTo>
                  <a:pt x="306649" y="31425"/>
                  <a:pt x="308136" y="34532"/>
                  <a:pt x="292193" y="35748"/>
                </a:cubicBezTo>
                <a:cubicBezTo>
                  <a:pt x="276251" y="36964"/>
                  <a:pt x="249094" y="36356"/>
                  <a:pt x="214777" y="36153"/>
                </a:cubicBezTo>
                <a:cubicBezTo>
                  <a:pt x="180460" y="35950"/>
                  <a:pt x="120203" y="35275"/>
                  <a:pt x="86291" y="34532"/>
                </a:cubicBezTo>
                <a:cubicBezTo>
                  <a:pt x="52379" y="33789"/>
                  <a:pt x="25561" y="35005"/>
                  <a:pt x="11307" y="31695"/>
                </a:cubicBezTo>
                <a:cubicBezTo>
                  <a:pt x="-2947" y="28385"/>
                  <a:pt x="160" y="19738"/>
                  <a:pt x="768" y="14671"/>
                </a:cubicBezTo>
                <a:cubicBezTo>
                  <a:pt x="1376" y="9605"/>
                  <a:pt x="11441" y="3660"/>
                  <a:pt x="14954" y="1296"/>
                </a:cubicBezTo>
                <a:cubicBezTo>
                  <a:pt x="18467" y="-1068"/>
                  <a:pt x="20697" y="620"/>
                  <a:pt x="21845" y="48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395" name="Google Shape;2395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70"/>
          <p:cNvSpPr txBox="1"/>
          <p:nvPr>
            <p:ph type="title"/>
          </p:nvPr>
        </p:nvSpPr>
        <p:spPr>
          <a:xfrm>
            <a:off x="838200" y="-2444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(Left) Code Walkthrough</a:t>
            </a:r>
            <a:endParaRPr/>
          </a:p>
        </p:txBody>
      </p:sp>
      <p:sp>
        <p:nvSpPr>
          <p:cNvPr id="2401" name="Google Shape;2401;p70"/>
          <p:cNvSpPr txBox="1"/>
          <p:nvPr/>
        </p:nvSpPr>
        <p:spPr>
          <a:xfrm>
            <a:off x="7523750" y="1562875"/>
            <a:ext cx="28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the list left by 3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2" name="Google Shape;240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8" y="961875"/>
            <a:ext cx="6353175" cy="418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03" name="Google Shape;2403;p70"/>
          <p:cNvSpPr/>
          <p:nvPr/>
        </p:nvSpPr>
        <p:spPr>
          <a:xfrm>
            <a:off x="4723911" y="5633779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70"/>
          <p:cNvSpPr txBox="1"/>
          <p:nvPr/>
        </p:nvSpPr>
        <p:spPr>
          <a:xfrm>
            <a:off x="4701950" y="5575757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5" name="Google Shape;2405;p70"/>
          <p:cNvCxnSpPr/>
          <p:nvPr/>
        </p:nvCxnSpPr>
        <p:spPr>
          <a:xfrm>
            <a:off x="5442564" y="5792207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06" name="Google Shape;2406;p70"/>
          <p:cNvCxnSpPr/>
          <p:nvPr/>
        </p:nvCxnSpPr>
        <p:spPr>
          <a:xfrm flipH="1">
            <a:off x="5172775" y="5622707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7" name="Google Shape;2407;p70"/>
          <p:cNvSpPr/>
          <p:nvPr/>
        </p:nvSpPr>
        <p:spPr>
          <a:xfrm>
            <a:off x="1717625" y="5486507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70"/>
          <p:cNvSpPr/>
          <p:nvPr/>
        </p:nvSpPr>
        <p:spPr>
          <a:xfrm>
            <a:off x="26931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70"/>
          <p:cNvSpPr txBox="1"/>
          <p:nvPr/>
        </p:nvSpPr>
        <p:spPr>
          <a:xfrm>
            <a:off x="26970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0" name="Google Shape;2410;p70"/>
          <p:cNvCxnSpPr/>
          <p:nvPr/>
        </p:nvCxnSpPr>
        <p:spPr>
          <a:xfrm>
            <a:off x="32268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1" name="Google Shape;2411;p70"/>
          <p:cNvSpPr/>
          <p:nvPr/>
        </p:nvSpPr>
        <p:spPr>
          <a:xfrm>
            <a:off x="41409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70"/>
          <p:cNvSpPr txBox="1"/>
          <p:nvPr/>
        </p:nvSpPr>
        <p:spPr>
          <a:xfrm>
            <a:off x="41448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3" name="Google Shape;2413;p70"/>
          <p:cNvCxnSpPr/>
          <p:nvPr/>
        </p:nvCxnSpPr>
        <p:spPr>
          <a:xfrm>
            <a:off x="46746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4" name="Google Shape;2414;p70"/>
          <p:cNvSpPr/>
          <p:nvPr/>
        </p:nvSpPr>
        <p:spPr>
          <a:xfrm>
            <a:off x="5588725" y="563378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70"/>
          <p:cNvSpPr txBox="1"/>
          <p:nvPr/>
        </p:nvSpPr>
        <p:spPr>
          <a:xfrm>
            <a:off x="5592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6" name="Google Shape;2416;p70"/>
          <p:cNvCxnSpPr/>
          <p:nvPr/>
        </p:nvCxnSpPr>
        <p:spPr>
          <a:xfrm>
            <a:off x="6122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7" name="Google Shape;2417;p70"/>
          <p:cNvSpPr/>
          <p:nvPr/>
        </p:nvSpPr>
        <p:spPr>
          <a:xfrm>
            <a:off x="7112725" y="563378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70"/>
          <p:cNvSpPr txBox="1"/>
          <p:nvPr/>
        </p:nvSpPr>
        <p:spPr>
          <a:xfrm>
            <a:off x="7116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9" name="Google Shape;2419;p70"/>
          <p:cNvCxnSpPr/>
          <p:nvPr/>
        </p:nvCxnSpPr>
        <p:spPr>
          <a:xfrm>
            <a:off x="7646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0" name="Google Shape;2420;p70"/>
          <p:cNvSpPr/>
          <p:nvPr/>
        </p:nvSpPr>
        <p:spPr>
          <a:xfrm>
            <a:off x="8636725" y="563378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70"/>
          <p:cNvSpPr txBox="1"/>
          <p:nvPr/>
        </p:nvSpPr>
        <p:spPr>
          <a:xfrm>
            <a:off x="8640656" y="556022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2" name="Google Shape;2422;p70"/>
          <p:cNvCxnSpPr/>
          <p:nvPr/>
        </p:nvCxnSpPr>
        <p:spPr>
          <a:xfrm>
            <a:off x="9170425" y="563378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3" name="Google Shape;2423;p70"/>
          <p:cNvCxnSpPr/>
          <p:nvPr/>
        </p:nvCxnSpPr>
        <p:spPr>
          <a:xfrm flipH="1" rot="10800000">
            <a:off x="35586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24" name="Google Shape;2424;p70"/>
          <p:cNvCxnSpPr/>
          <p:nvPr/>
        </p:nvCxnSpPr>
        <p:spPr>
          <a:xfrm flipH="1" rot="10800000">
            <a:off x="5006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25" name="Google Shape;2425;p70"/>
          <p:cNvCxnSpPr/>
          <p:nvPr/>
        </p:nvCxnSpPr>
        <p:spPr>
          <a:xfrm flipH="1" rot="10800000">
            <a:off x="8054456" y="577577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26" name="Google Shape;2426;p70"/>
          <p:cNvSpPr txBox="1"/>
          <p:nvPr/>
        </p:nvSpPr>
        <p:spPr>
          <a:xfrm>
            <a:off x="5330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70"/>
          <p:cNvSpPr txBox="1"/>
          <p:nvPr/>
        </p:nvSpPr>
        <p:spPr>
          <a:xfrm>
            <a:off x="6854901" y="5148625"/>
            <a:ext cx="154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8" name="Google Shape;2428;p70"/>
          <p:cNvCxnSpPr/>
          <p:nvPr/>
        </p:nvCxnSpPr>
        <p:spPr>
          <a:xfrm>
            <a:off x="6487400" y="579473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29" name="Google Shape;2429;p70"/>
          <p:cNvSpPr txBox="1"/>
          <p:nvPr/>
        </p:nvSpPr>
        <p:spPr>
          <a:xfrm>
            <a:off x="6333125" y="610553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70"/>
          <p:cNvSpPr/>
          <p:nvPr/>
        </p:nvSpPr>
        <p:spPr>
          <a:xfrm>
            <a:off x="2150225" y="5775825"/>
            <a:ext cx="7906500" cy="912375"/>
          </a:xfrm>
          <a:custGeom>
            <a:rect b="b" l="l" r="r" t="t"/>
            <a:pathLst>
              <a:path extrusionOk="0" h="36495" w="315000">
                <a:moveTo>
                  <a:pt x="293814" y="891"/>
                </a:moveTo>
                <a:cubicBezTo>
                  <a:pt x="296178" y="1904"/>
                  <a:pt x="304487" y="3728"/>
                  <a:pt x="308000" y="6970"/>
                </a:cubicBezTo>
                <a:cubicBezTo>
                  <a:pt x="311513" y="10213"/>
                  <a:pt x="314486" y="16698"/>
                  <a:pt x="314891" y="20346"/>
                </a:cubicBezTo>
                <a:cubicBezTo>
                  <a:pt x="315296" y="23994"/>
                  <a:pt x="314215" y="26291"/>
                  <a:pt x="310432" y="28858"/>
                </a:cubicBezTo>
                <a:cubicBezTo>
                  <a:pt x="306649" y="31425"/>
                  <a:pt x="308136" y="34532"/>
                  <a:pt x="292193" y="35748"/>
                </a:cubicBezTo>
                <a:cubicBezTo>
                  <a:pt x="276251" y="36964"/>
                  <a:pt x="249094" y="36356"/>
                  <a:pt x="214777" y="36153"/>
                </a:cubicBezTo>
                <a:cubicBezTo>
                  <a:pt x="180460" y="35950"/>
                  <a:pt x="120203" y="35275"/>
                  <a:pt x="86291" y="34532"/>
                </a:cubicBezTo>
                <a:cubicBezTo>
                  <a:pt x="52379" y="33789"/>
                  <a:pt x="25561" y="35005"/>
                  <a:pt x="11307" y="31695"/>
                </a:cubicBezTo>
                <a:cubicBezTo>
                  <a:pt x="-2947" y="28385"/>
                  <a:pt x="160" y="19738"/>
                  <a:pt x="768" y="14671"/>
                </a:cubicBezTo>
                <a:cubicBezTo>
                  <a:pt x="1376" y="9605"/>
                  <a:pt x="11441" y="3660"/>
                  <a:pt x="14954" y="1296"/>
                </a:cubicBezTo>
                <a:cubicBezTo>
                  <a:pt x="18467" y="-1068"/>
                  <a:pt x="20697" y="620"/>
                  <a:pt x="21845" y="48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pic>
        <p:nvPicPr>
          <p:cNvPr id="2431" name="Google Shape;243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8941" y="1509137"/>
            <a:ext cx="19907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2" name="Google Shape;2432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(Right)</a:t>
            </a:r>
            <a:endParaRPr/>
          </a:p>
        </p:txBody>
      </p:sp>
      <p:sp>
        <p:nvSpPr>
          <p:cNvPr id="2438" name="Google Shape;2438;p71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71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0" name="Google Shape;2440;p71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41" name="Google Shape;2441;p71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2" name="Google Shape;2442;p71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71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71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5" name="Google Shape;2445;p71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6" name="Google Shape;2446;p71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71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8" name="Google Shape;2448;p71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9" name="Google Shape;2449;p71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71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1" name="Google Shape;2451;p71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2" name="Google Shape;2452;p71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71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4" name="Google Shape;2454;p71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5" name="Google Shape;2455;p71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71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7" name="Google Shape;2457;p71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8" name="Google Shape;2458;p71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59" name="Google Shape;2459;p71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60" name="Google Shape;2460;p71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61" name="Google Shape;2461;p71"/>
          <p:cNvSpPr txBox="1"/>
          <p:nvPr/>
        </p:nvSpPr>
        <p:spPr>
          <a:xfrm>
            <a:off x="8743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71"/>
          <p:cNvSpPr txBox="1"/>
          <p:nvPr/>
        </p:nvSpPr>
        <p:spPr>
          <a:xfrm>
            <a:off x="7219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71"/>
          <p:cNvSpPr txBox="1"/>
          <p:nvPr/>
        </p:nvSpPr>
        <p:spPr>
          <a:xfrm>
            <a:off x="504325" y="1690825"/>
            <a:ext cx="1119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4 elements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4" name="Google Shape;2464;p71"/>
          <p:cNvCxnSpPr/>
          <p:nvPr/>
        </p:nvCxnSpPr>
        <p:spPr>
          <a:xfrm>
            <a:off x="80097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65" name="Google Shape;2465;p71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66" name="Google Shape;2466;p71"/>
          <p:cNvSpPr txBox="1"/>
          <p:nvPr/>
        </p:nvSpPr>
        <p:spPr>
          <a:xfrm>
            <a:off x="79333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71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71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9" name="Google Shape;2469;p71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70" name="Google Shape;2470;p71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1" name="Google Shape;2471;p71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71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71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4" name="Google Shape;2474;p71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5" name="Google Shape;2475;p71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71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7" name="Google Shape;2477;p71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8" name="Google Shape;2478;p71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71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0" name="Google Shape;2480;p71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1" name="Google Shape;2481;p71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71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3" name="Google Shape;2483;p71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4" name="Google Shape;2484;p71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71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6" name="Google Shape;2486;p71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7" name="Google Shape;2487;p71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88" name="Google Shape;2488;p71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89" name="Google Shape;2489;p71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90" name="Google Shape;2490;p71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91" name="Google Shape;2491;p71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92" name="Google Shape;2492;p71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71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4" name="Google Shape;2494;p71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p71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(Right)</a:t>
            </a:r>
            <a:endParaRPr/>
          </a:p>
        </p:txBody>
      </p:sp>
      <p:sp>
        <p:nvSpPr>
          <p:cNvPr id="2502" name="Google Shape;2502;p72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72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4" name="Google Shape;2504;p72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05" name="Google Shape;2505;p72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6" name="Google Shape;2506;p72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72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72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9" name="Google Shape;2509;p72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0" name="Google Shape;2510;p72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72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2" name="Google Shape;2512;p72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3" name="Google Shape;2513;p72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72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5" name="Google Shape;2515;p72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6" name="Google Shape;2516;p72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72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8" name="Google Shape;2518;p72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9" name="Google Shape;2519;p72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72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1" name="Google Shape;2521;p72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2" name="Google Shape;2522;p72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23" name="Google Shape;2523;p72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24" name="Google Shape;2524;p72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25" name="Google Shape;2525;p72"/>
          <p:cNvSpPr txBox="1"/>
          <p:nvPr/>
        </p:nvSpPr>
        <p:spPr>
          <a:xfrm>
            <a:off x="8743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72"/>
          <p:cNvSpPr txBox="1"/>
          <p:nvPr/>
        </p:nvSpPr>
        <p:spPr>
          <a:xfrm>
            <a:off x="7219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72"/>
          <p:cNvSpPr txBox="1"/>
          <p:nvPr/>
        </p:nvSpPr>
        <p:spPr>
          <a:xfrm>
            <a:off x="504325" y="1690825"/>
            <a:ext cx="1119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4 elements == Rotate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1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8" name="Google Shape;2528;p72"/>
          <p:cNvCxnSpPr/>
          <p:nvPr/>
        </p:nvCxnSpPr>
        <p:spPr>
          <a:xfrm>
            <a:off x="80097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29" name="Google Shape;2529;p72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530" name="Google Shape;2530;p72"/>
          <p:cNvSpPr txBox="1"/>
          <p:nvPr/>
        </p:nvSpPr>
        <p:spPr>
          <a:xfrm>
            <a:off x="79333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72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72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3" name="Google Shape;2533;p72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34" name="Google Shape;2534;p72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5" name="Google Shape;2535;p72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72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72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8" name="Google Shape;2538;p72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9" name="Google Shape;2539;p72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72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1" name="Google Shape;2541;p72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2" name="Google Shape;2542;p72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72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4" name="Google Shape;2544;p72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5" name="Google Shape;2545;p72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72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7" name="Google Shape;2547;p72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8" name="Google Shape;2548;p72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9" name="Google Shape;2549;p72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0" name="Google Shape;2550;p72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1" name="Google Shape;2551;p72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52" name="Google Shape;2552;p72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53" name="Google Shape;2553;p72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54" name="Google Shape;2554;p72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55" name="Google Shape;2555;p72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56" name="Google Shape;2556;p72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72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72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9" name="Google Shape;2559;p72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(Right)</a:t>
            </a:r>
            <a:endParaRPr/>
          </a:p>
        </p:txBody>
      </p:sp>
      <p:sp>
        <p:nvSpPr>
          <p:cNvPr id="2566" name="Google Shape;2566;p73"/>
          <p:cNvSpPr/>
          <p:nvPr/>
        </p:nvSpPr>
        <p:spPr>
          <a:xfrm>
            <a:off x="4723911" y="5029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73"/>
          <p:cNvSpPr txBox="1"/>
          <p:nvPr/>
        </p:nvSpPr>
        <p:spPr>
          <a:xfrm>
            <a:off x="4701950" y="4971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8" name="Google Shape;2568;p73"/>
          <p:cNvCxnSpPr/>
          <p:nvPr/>
        </p:nvCxnSpPr>
        <p:spPr>
          <a:xfrm>
            <a:off x="5442564" y="5187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69" name="Google Shape;2569;p73"/>
          <p:cNvCxnSpPr/>
          <p:nvPr/>
        </p:nvCxnSpPr>
        <p:spPr>
          <a:xfrm flipH="1">
            <a:off x="5172775" y="5018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0" name="Google Shape;2570;p73"/>
          <p:cNvSpPr/>
          <p:nvPr/>
        </p:nvSpPr>
        <p:spPr>
          <a:xfrm>
            <a:off x="1717625" y="4882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73"/>
          <p:cNvSpPr/>
          <p:nvPr/>
        </p:nvSpPr>
        <p:spPr>
          <a:xfrm>
            <a:off x="26931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73"/>
          <p:cNvSpPr txBox="1"/>
          <p:nvPr/>
        </p:nvSpPr>
        <p:spPr>
          <a:xfrm>
            <a:off x="26970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3" name="Google Shape;2573;p73"/>
          <p:cNvCxnSpPr/>
          <p:nvPr/>
        </p:nvCxnSpPr>
        <p:spPr>
          <a:xfrm>
            <a:off x="32268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4" name="Google Shape;2574;p73"/>
          <p:cNvSpPr/>
          <p:nvPr/>
        </p:nvSpPr>
        <p:spPr>
          <a:xfrm>
            <a:off x="41409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73"/>
          <p:cNvSpPr txBox="1"/>
          <p:nvPr/>
        </p:nvSpPr>
        <p:spPr>
          <a:xfrm>
            <a:off x="41448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6" name="Google Shape;2576;p73"/>
          <p:cNvCxnSpPr/>
          <p:nvPr/>
        </p:nvCxnSpPr>
        <p:spPr>
          <a:xfrm>
            <a:off x="46746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7" name="Google Shape;2577;p73"/>
          <p:cNvSpPr/>
          <p:nvPr/>
        </p:nvSpPr>
        <p:spPr>
          <a:xfrm>
            <a:off x="5588725" y="502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73"/>
          <p:cNvSpPr txBox="1"/>
          <p:nvPr/>
        </p:nvSpPr>
        <p:spPr>
          <a:xfrm>
            <a:off x="5592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9" name="Google Shape;2579;p73"/>
          <p:cNvCxnSpPr/>
          <p:nvPr/>
        </p:nvCxnSpPr>
        <p:spPr>
          <a:xfrm>
            <a:off x="6122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0" name="Google Shape;2580;p73"/>
          <p:cNvSpPr/>
          <p:nvPr/>
        </p:nvSpPr>
        <p:spPr>
          <a:xfrm>
            <a:off x="7112725" y="502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73"/>
          <p:cNvSpPr txBox="1"/>
          <p:nvPr/>
        </p:nvSpPr>
        <p:spPr>
          <a:xfrm>
            <a:off x="7116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2" name="Google Shape;2582;p73"/>
          <p:cNvCxnSpPr/>
          <p:nvPr/>
        </p:nvCxnSpPr>
        <p:spPr>
          <a:xfrm>
            <a:off x="7646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3" name="Google Shape;2583;p73"/>
          <p:cNvSpPr/>
          <p:nvPr/>
        </p:nvSpPr>
        <p:spPr>
          <a:xfrm>
            <a:off x="8636725" y="50293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73"/>
          <p:cNvSpPr txBox="1"/>
          <p:nvPr/>
        </p:nvSpPr>
        <p:spPr>
          <a:xfrm>
            <a:off x="8640656" y="495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5" name="Google Shape;2585;p73"/>
          <p:cNvCxnSpPr/>
          <p:nvPr/>
        </p:nvCxnSpPr>
        <p:spPr>
          <a:xfrm>
            <a:off x="9170425" y="502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6" name="Google Shape;2586;p73"/>
          <p:cNvCxnSpPr/>
          <p:nvPr/>
        </p:nvCxnSpPr>
        <p:spPr>
          <a:xfrm flipH="1" rot="10800000">
            <a:off x="5006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87" name="Google Shape;2587;p73"/>
          <p:cNvCxnSpPr/>
          <p:nvPr/>
        </p:nvCxnSpPr>
        <p:spPr>
          <a:xfrm flipH="1" rot="10800000">
            <a:off x="35586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88" name="Google Shape;2588;p73"/>
          <p:cNvCxnSpPr/>
          <p:nvPr/>
        </p:nvCxnSpPr>
        <p:spPr>
          <a:xfrm flipH="1" rot="10800000">
            <a:off x="6530456" y="517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89" name="Google Shape;2589;p73"/>
          <p:cNvSpPr txBox="1"/>
          <p:nvPr/>
        </p:nvSpPr>
        <p:spPr>
          <a:xfrm>
            <a:off x="8743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73"/>
          <p:cNvSpPr txBox="1"/>
          <p:nvPr/>
        </p:nvSpPr>
        <p:spPr>
          <a:xfrm>
            <a:off x="7219874" y="45189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73"/>
          <p:cNvSpPr txBox="1"/>
          <p:nvPr/>
        </p:nvSpPr>
        <p:spPr>
          <a:xfrm>
            <a:off x="504325" y="1690825"/>
            <a:ext cx="1119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4 elements == Rotate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(5 - 4) element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2" name="Google Shape;2592;p73"/>
          <p:cNvCxnSpPr/>
          <p:nvPr/>
        </p:nvCxnSpPr>
        <p:spPr>
          <a:xfrm>
            <a:off x="8009725" y="5200375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93" name="Google Shape;2593;p73"/>
          <p:cNvSpPr/>
          <p:nvPr/>
        </p:nvSpPr>
        <p:spPr>
          <a:xfrm>
            <a:off x="1998825" y="5200375"/>
            <a:ext cx="7807288" cy="1325635"/>
          </a:xfrm>
          <a:custGeom>
            <a:rect b="b" l="l" r="r" t="t"/>
            <a:pathLst>
              <a:path extrusionOk="0" h="66100" w="309813">
                <a:moveTo>
                  <a:pt x="298352" y="1137"/>
                </a:moveTo>
                <a:cubicBezTo>
                  <a:pt x="300058" y="3886"/>
                  <a:pt x="307639" y="10709"/>
                  <a:pt x="308587" y="17628"/>
                </a:cubicBezTo>
                <a:cubicBezTo>
                  <a:pt x="309535" y="24547"/>
                  <a:pt x="312094" y="34972"/>
                  <a:pt x="304038" y="42649"/>
                </a:cubicBezTo>
                <a:cubicBezTo>
                  <a:pt x="295982" y="50326"/>
                  <a:pt x="287642" y="60088"/>
                  <a:pt x="260252" y="63689"/>
                </a:cubicBezTo>
                <a:cubicBezTo>
                  <a:pt x="232862" y="67291"/>
                  <a:pt x="181113" y="66248"/>
                  <a:pt x="139696" y="64258"/>
                </a:cubicBezTo>
                <a:cubicBezTo>
                  <a:pt x="98279" y="62268"/>
                  <a:pt x="33737" y="60940"/>
                  <a:pt x="11749" y="51747"/>
                </a:cubicBezTo>
                <a:cubicBezTo>
                  <a:pt x="-10239" y="42554"/>
                  <a:pt x="5114" y="17723"/>
                  <a:pt x="7768" y="9098"/>
                </a:cubicBezTo>
                <a:cubicBezTo>
                  <a:pt x="10422" y="474"/>
                  <a:pt x="24354" y="1516"/>
                  <a:pt x="2767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594" name="Google Shape;2594;p73"/>
          <p:cNvSpPr txBox="1"/>
          <p:nvPr/>
        </p:nvSpPr>
        <p:spPr>
          <a:xfrm>
            <a:off x="7933325" y="550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73"/>
          <p:cNvSpPr/>
          <p:nvPr/>
        </p:nvSpPr>
        <p:spPr>
          <a:xfrm>
            <a:off x="4723911" y="29718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73"/>
          <p:cNvSpPr txBox="1"/>
          <p:nvPr/>
        </p:nvSpPr>
        <p:spPr>
          <a:xfrm>
            <a:off x="4701950" y="29138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7" name="Google Shape;2597;p73"/>
          <p:cNvCxnSpPr/>
          <p:nvPr/>
        </p:nvCxnSpPr>
        <p:spPr>
          <a:xfrm>
            <a:off x="5442564" y="31303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98" name="Google Shape;2598;p73"/>
          <p:cNvCxnSpPr/>
          <p:nvPr/>
        </p:nvCxnSpPr>
        <p:spPr>
          <a:xfrm flipH="1">
            <a:off x="5172775" y="29608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9" name="Google Shape;2599;p73"/>
          <p:cNvSpPr/>
          <p:nvPr/>
        </p:nvSpPr>
        <p:spPr>
          <a:xfrm>
            <a:off x="1717625" y="28246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73"/>
          <p:cNvSpPr/>
          <p:nvPr/>
        </p:nvSpPr>
        <p:spPr>
          <a:xfrm>
            <a:off x="2693125" y="29719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73"/>
          <p:cNvSpPr txBox="1"/>
          <p:nvPr/>
        </p:nvSpPr>
        <p:spPr>
          <a:xfrm>
            <a:off x="26970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2" name="Google Shape;2602;p73"/>
          <p:cNvCxnSpPr/>
          <p:nvPr/>
        </p:nvCxnSpPr>
        <p:spPr>
          <a:xfrm>
            <a:off x="32268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3" name="Google Shape;2603;p73"/>
          <p:cNvSpPr/>
          <p:nvPr/>
        </p:nvSpPr>
        <p:spPr>
          <a:xfrm>
            <a:off x="41409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73"/>
          <p:cNvSpPr txBox="1"/>
          <p:nvPr/>
        </p:nvSpPr>
        <p:spPr>
          <a:xfrm>
            <a:off x="41448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5" name="Google Shape;2605;p73"/>
          <p:cNvCxnSpPr/>
          <p:nvPr/>
        </p:nvCxnSpPr>
        <p:spPr>
          <a:xfrm>
            <a:off x="46746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6" name="Google Shape;2606;p73"/>
          <p:cNvSpPr/>
          <p:nvPr/>
        </p:nvSpPr>
        <p:spPr>
          <a:xfrm>
            <a:off x="5588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73"/>
          <p:cNvSpPr txBox="1"/>
          <p:nvPr/>
        </p:nvSpPr>
        <p:spPr>
          <a:xfrm>
            <a:off x="5592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8" name="Google Shape;2608;p73"/>
          <p:cNvCxnSpPr/>
          <p:nvPr/>
        </p:nvCxnSpPr>
        <p:spPr>
          <a:xfrm>
            <a:off x="6122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9" name="Google Shape;2609;p73"/>
          <p:cNvSpPr/>
          <p:nvPr/>
        </p:nvSpPr>
        <p:spPr>
          <a:xfrm>
            <a:off x="7112725" y="29719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73"/>
          <p:cNvSpPr txBox="1"/>
          <p:nvPr/>
        </p:nvSpPr>
        <p:spPr>
          <a:xfrm>
            <a:off x="7116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1" name="Google Shape;2611;p73"/>
          <p:cNvCxnSpPr/>
          <p:nvPr/>
        </p:nvCxnSpPr>
        <p:spPr>
          <a:xfrm>
            <a:off x="7646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2" name="Google Shape;2612;p73"/>
          <p:cNvSpPr/>
          <p:nvPr/>
        </p:nvSpPr>
        <p:spPr>
          <a:xfrm>
            <a:off x="8636725" y="29719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73"/>
          <p:cNvSpPr txBox="1"/>
          <p:nvPr/>
        </p:nvSpPr>
        <p:spPr>
          <a:xfrm>
            <a:off x="8640656" y="28983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4" name="Google Shape;2614;p73"/>
          <p:cNvCxnSpPr/>
          <p:nvPr/>
        </p:nvCxnSpPr>
        <p:spPr>
          <a:xfrm>
            <a:off x="9170425" y="29719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5" name="Google Shape;2615;p73"/>
          <p:cNvCxnSpPr/>
          <p:nvPr/>
        </p:nvCxnSpPr>
        <p:spPr>
          <a:xfrm flipH="1" rot="10800000">
            <a:off x="35586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616" name="Google Shape;2616;p73"/>
          <p:cNvCxnSpPr/>
          <p:nvPr/>
        </p:nvCxnSpPr>
        <p:spPr>
          <a:xfrm flipH="1" rot="10800000">
            <a:off x="5006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617" name="Google Shape;2617;p73"/>
          <p:cNvCxnSpPr/>
          <p:nvPr/>
        </p:nvCxnSpPr>
        <p:spPr>
          <a:xfrm flipH="1" rot="10800000">
            <a:off x="6530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618" name="Google Shape;2618;p73"/>
          <p:cNvCxnSpPr/>
          <p:nvPr/>
        </p:nvCxnSpPr>
        <p:spPr>
          <a:xfrm flipH="1" rot="10800000">
            <a:off x="8054456" y="3113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619" name="Google Shape;2619;p73"/>
          <p:cNvCxnSpPr/>
          <p:nvPr/>
        </p:nvCxnSpPr>
        <p:spPr>
          <a:xfrm>
            <a:off x="9459200" y="31328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20" name="Google Shape;2620;p73"/>
          <p:cNvSpPr txBox="1"/>
          <p:nvPr/>
        </p:nvSpPr>
        <p:spPr>
          <a:xfrm>
            <a:off x="9304925" y="34436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73"/>
          <p:cNvSpPr txBox="1"/>
          <p:nvPr/>
        </p:nvSpPr>
        <p:spPr>
          <a:xfrm>
            <a:off x="28002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2" name="Google Shape;2622;p73"/>
          <p:cNvSpPr txBox="1"/>
          <p:nvPr/>
        </p:nvSpPr>
        <p:spPr>
          <a:xfrm>
            <a:off x="8743874" y="24615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73"/>
          <p:cNvSpPr/>
          <p:nvPr/>
        </p:nvSpPr>
        <p:spPr>
          <a:xfrm>
            <a:off x="5807700" y="3402275"/>
            <a:ext cx="535800" cy="107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4" name="Google Shape;2624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8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p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Rotation (Right)</a:t>
            </a:r>
            <a:endParaRPr/>
          </a:p>
        </p:txBody>
      </p:sp>
      <p:sp>
        <p:nvSpPr>
          <p:cNvPr id="2630" name="Google Shape;2630;p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Observations: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Left rotate by k == Right rotate by (size - k)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Right rotate by k == left rotate by (size - k)</a:t>
            </a:r>
            <a:endParaRPr/>
          </a:p>
        </p:txBody>
      </p:sp>
      <p:pic>
        <p:nvPicPr>
          <p:cNvPr id="2631" name="Google Shape;263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788" y="3757475"/>
            <a:ext cx="5667375" cy="2419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2" name="Google Shape;2632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p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to Use Linked Lists?</a:t>
            </a:r>
            <a:endParaRPr/>
          </a:p>
        </p:txBody>
      </p:sp>
      <p:sp>
        <p:nvSpPr>
          <p:cNvPr id="2638" name="Google Shape;2638;p75"/>
          <p:cNvSpPr txBox="1"/>
          <p:nvPr>
            <p:ph idx="1" type="body"/>
          </p:nvPr>
        </p:nvSpPr>
        <p:spPr>
          <a:xfrm>
            <a:off x="838200" y="1825625"/>
            <a:ext cx="10515600" cy="47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linked lists: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you need frequent insertions/deletions (e.g., implementing a queue or stack).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the size of the data is unknown or changes frequently.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 not use linked lists: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access is needed (Arrays ⇒ O(1), Linked lists ⇒ O(n)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Practical usage: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xv6, the freelist refers to a linked list of free memory pages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free page contains a pointer to the next free page.</a:t>
            </a:r>
            <a:endParaRPr/>
          </a:p>
        </p:txBody>
      </p:sp>
      <p:sp>
        <p:nvSpPr>
          <p:cNvPr id="2639" name="Google Shape;2639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645" name="Google Shape;2645;p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Practice easy Singly Linked List problems from Leetcode</a:t>
            </a:r>
            <a:endParaRPr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450"/>
              <a:buChar char="•"/>
            </a:pPr>
            <a:r>
              <a:rPr lang="en-US" sz="14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https://leetcode.com/problems/merge-two-sorted-lists/description/?envType=problem-list-v2&amp;envId=linked-list</a:t>
            </a:r>
            <a:endParaRPr sz="1450">
              <a:solidFill>
                <a:schemeClr val="hlink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450"/>
              <a:buChar char="•"/>
            </a:pPr>
            <a:r>
              <a:rPr lang="en-US" sz="14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https://leetcode.com/problems/delete-node-in-a-linked-list/description/?envType=problem-list-v2&amp;envId=linked-list</a:t>
            </a:r>
            <a:endParaRPr sz="1450">
              <a:solidFill>
                <a:schemeClr val="hlink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450"/>
              <a:buChar char="•"/>
            </a:pPr>
            <a:r>
              <a:rPr lang="en-US" sz="14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https://leetcode.com/problems/remove-duplicates-from-sorted-list/description/?envType=problem-list-v2&amp;envId=linked-list</a:t>
            </a:r>
            <a:endParaRPr sz="1450">
              <a:solidFill>
                <a:schemeClr val="hlink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450"/>
              <a:buChar char="•"/>
            </a:pPr>
            <a:r>
              <a:rPr lang="en-US" sz="14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https://leetcode.com/problems/linked-list-cycle/description/?envType=problem-list-v2&amp;envId=linked-list</a:t>
            </a:r>
            <a:endParaRPr sz="1450">
              <a:solidFill>
                <a:schemeClr val="hlink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450"/>
              <a:buChar char="•"/>
            </a:pPr>
            <a:r>
              <a:rPr lang="en-US" sz="14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https://leetcode.com/problems/intersection-of-two-linked-lists/description/?envType=problem-list-v2&amp;envId=linked-list</a:t>
            </a:r>
            <a:endParaRPr sz="1450">
              <a:solidFill>
                <a:schemeClr val="hlink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