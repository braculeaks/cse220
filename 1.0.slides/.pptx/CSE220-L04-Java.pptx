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</p:sldIdLst>
  <p:sldSz cy="6858000" cx="12192000"/>
  <p:notesSz cx="6858000" cy="9144000"/>
  <p:embeddedFontLst>
    <p:embeddedFont>
      <p:font typeface="Century Schoolbook"/>
      <p:regular r:id="rId68"/>
      <p:bold r:id="rId69"/>
      <p:italic r:id="rId70"/>
      <p:boldItalic r:id="rId71"/>
    </p:embeddedFont>
    <p:embeddedFont>
      <p:font typeface="JetBrains Mon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JetBrainsMono-bold.fntdata"/><Relationship Id="rId72" Type="http://schemas.openxmlformats.org/officeDocument/2006/relationships/font" Target="fonts/JetBrainsMono-regular.fntdata"/><Relationship Id="rId31" Type="http://schemas.openxmlformats.org/officeDocument/2006/relationships/slide" Target="slides/slide27.xml"/><Relationship Id="rId75" Type="http://schemas.openxmlformats.org/officeDocument/2006/relationships/font" Target="fonts/JetBrainsMono-boldItalic.fntdata"/><Relationship Id="rId30" Type="http://schemas.openxmlformats.org/officeDocument/2006/relationships/slide" Target="slides/slide26.xml"/><Relationship Id="rId74" Type="http://schemas.openxmlformats.org/officeDocument/2006/relationships/font" Target="fonts/JetBrainsMono-italic.fntdata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CenturySchoolbook-boldItalic.fntdata"/><Relationship Id="rId70" Type="http://schemas.openxmlformats.org/officeDocument/2006/relationships/font" Target="fonts/CenturySchoolbook-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font" Target="fonts/CenturySchoolbook-regular.fntdata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CenturySchoolbook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aa0607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aa060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1034c2de8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1034c2de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1034c2de8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1034c2de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1034c2de8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31034c2de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1034c2de8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31034c2de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1034c2de8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31034c2de8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1034c2de8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31034c2de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31034c2de8_0_3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31034c2de8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31034c2de8_0_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31034c2de8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31034c2de8_0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31034c2de8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31034c2de8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31034c2de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31034c2de8_0_4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31034c2de8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31034c2de8_0_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31034c2de8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1034c2de8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1034c2de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31034c2de8_0_5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31034c2de8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1034c2de8_0_6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31034c2de8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31034c2de8_0_7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31034c2de8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31034c2de8_0_7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31034c2de8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31034c2de8_0_8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31034c2de8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31034c2de8_0_9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31034c2de8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31034c2de8_0_8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31034c2de8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31034c2de8_0_9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31034c2de8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31034c2de8_0_1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31034c2de8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31034c2de8_0_13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31034c2de8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31034c2de8_0_14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31034c2de8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31034c2de8_0_1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31034c2de8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310e7b619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310e7b61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310e7b619a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3310e7b619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310e7b619a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310e7b619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310e7b619a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310e7b619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310e7b619a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310e7b619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310e7b619a_0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3310e7b619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310e7b619a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310e7b619a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310e7b619a_0_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3310e7b619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310e7b619a_0_1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310e7b619a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310e7b619a_0_16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3310e7b619a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3310e7b619a_0_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3310e7b619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310e7b619a_0_6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3310e7b619a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3310e7b619a_0_6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3310e7b619a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3310e7b619a_0_6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3310e7b619a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3310e7b619a_0_7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3310e7b619a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3310e7b619a_0_14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3310e7b619a_0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10e7b619a_0_7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10e7b619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3310e7b619a_0_4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3310e7b619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3310e7b619a_0_9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3310e7b619a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10e7b619a_0_8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10e7b619a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3310e7b619a_0_9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3310e7b619a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3310e7b619a_0_1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3310e7b619a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3310e7b619a_0_1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3310e7b619a_0_1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3310e7b619a_0_1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3310e7b619a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3310e7b619a_0_1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3310e7b619a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3310e7b619a_0_5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3310e7b619a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3310e7b619a_0_1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3310e7b619a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g3310e7b619a_0_1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8" name="Google Shape;2368;g3310e7b619a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3310e7b619a_0_1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3310e7b619a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3310e7b619a_0_16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5" name="Google Shape;2455;g3310e7b619a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3310e7b619a_0_1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3310e7b619a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g3310e7b619a_0_1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6" name="Google Shape;2536;g3310e7b619a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1" name="Shape 2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Google Shape;2542;g331034c2de8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3" name="Google Shape;2543;g331034c2de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331108a4f2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0" name="Google Shape;2550;g331108a4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330d3bea20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330d3bea20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3310e7b619a_0_1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3310e7b619a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52814" y="656513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Doubly Linked Lists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Singly Linked Lists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5404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Collection of nodes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node contains </a:t>
            </a:r>
            <a:r>
              <a:rPr b="1" lang="en-US" sz="2200"/>
              <a:t>two</a:t>
            </a:r>
            <a:r>
              <a:rPr lang="en-US" sz="2200"/>
              <a:t> things: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Data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next </a:t>
            </a:r>
            <a:r>
              <a:rPr lang="en-US" sz="2200"/>
              <a:t>node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version is also known as “Singly Linked Lists (SLL)” as each node only contains the reference to the</a:t>
            </a:r>
            <a:r>
              <a:rPr b="1" lang="en-US" sz="2200">
                <a:solidFill>
                  <a:srgbClr val="FF0000"/>
                </a:solidFill>
              </a:rPr>
              <a:t> next node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6350725" y="34291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63546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4"/>
          <p:cNvCxnSpPr/>
          <p:nvPr/>
        </p:nvCxnSpPr>
        <p:spPr>
          <a:xfrm>
            <a:off x="68844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4"/>
          <p:cNvSpPr/>
          <p:nvPr/>
        </p:nvSpPr>
        <p:spPr>
          <a:xfrm>
            <a:off x="77985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78024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4"/>
          <p:cNvCxnSpPr/>
          <p:nvPr/>
        </p:nvCxnSpPr>
        <p:spPr>
          <a:xfrm>
            <a:off x="83322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/>
          <p:nvPr/>
        </p:nvSpPr>
        <p:spPr>
          <a:xfrm>
            <a:off x="92463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92502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4"/>
          <p:cNvCxnSpPr/>
          <p:nvPr/>
        </p:nvCxnSpPr>
        <p:spPr>
          <a:xfrm>
            <a:off x="97800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4"/>
          <p:cNvSpPr/>
          <p:nvPr/>
        </p:nvSpPr>
        <p:spPr>
          <a:xfrm>
            <a:off x="10694125" y="34291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06980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>
            <a:off x="112278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4"/>
          <p:cNvCxnSpPr/>
          <p:nvPr/>
        </p:nvCxnSpPr>
        <p:spPr>
          <a:xfrm flipH="1" rot="10800000">
            <a:off x="7216256" y="35710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 flipH="1" rot="10800000">
            <a:off x="8664056" y="35710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>
            <a:off x="11516600" y="3590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4" name="Google Shape;144;p14"/>
          <p:cNvSpPr txBox="1"/>
          <p:nvPr/>
        </p:nvSpPr>
        <p:spPr>
          <a:xfrm>
            <a:off x="11362325" y="39008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4578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08012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4"/>
          <p:cNvCxnSpPr/>
          <p:nvPr/>
        </p:nvCxnSpPr>
        <p:spPr>
          <a:xfrm flipH="1" rot="10800000">
            <a:off x="10111856" y="35710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Doubly Linked Lists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838200" y="1825625"/>
            <a:ext cx="5024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Each node contains </a:t>
            </a:r>
            <a:r>
              <a:rPr b="1" lang="en-US" sz="2200"/>
              <a:t>three</a:t>
            </a:r>
            <a:r>
              <a:rPr lang="en-US" sz="2200"/>
              <a:t> things: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Data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next </a:t>
            </a:r>
            <a:r>
              <a:rPr lang="en-US" sz="2200"/>
              <a:t>node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 reference to the </a:t>
            </a:r>
            <a:r>
              <a:rPr b="1" lang="en-US" sz="2200"/>
              <a:t>previous</a:t>
            </a:r>
            <a:r>
              <a:rPr lang="en-US" sz="2200"/>
              <a:t> node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This version is also known as “Doubly Linked Lists (DLL)” as each node contains the reference to both the</a:t>
            </a:r>
            <a:r>
              <a:rPr b="1" lang="en-US" sz="2200">
                <a:solidFill>
                  <a:srgbClr val="FF0000"/>
                </a:solidFill>
              </a:rPr>
              <a:t> next node and the previous node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154" name="Google Shape;154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6350725" y="34291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77985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9246325" y="3429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0694125" y="34291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10028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5"/>
          <p:cNvCxnSpPr/>
          <p:nvPr/>
        </p:nvCxnSpPr>
        <p:spPr>
          <a:xfrm>
            <a:off x="115326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5"/>
          <p:cNvCxnSpPr/>
          <p:nvPr/>
        </p:nvCxnSpPr>
        <p:spPr>
          <a:xfrm flipH="1" rot="10800000">
            <a:off x="72162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2" name="Google Shape;162;p15"/>
          <p:cNvCxnSpPr/>
          <p:nvPr/>
        </p:nvCxnSpPr>
        <p:spPr>
          <a:xfrm flipH="1" rot="10800000">
            <a:off x="86640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3" name="Google Shape;163;p15"/>
          <p:cNvCxnSpPr/>
          <p:nvPr/>
        </p:nvCxnSpPr>
        <p:spPr>
          <a:xfrm>
            <a:off x="11616613" y="3590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4" name="Google Shape;164;p15"/>
          <p:cNvSpPr txBox="1"/>
          <p:nvPr/>
        </p:nvSpPr>
        <p:spPr>
          <a:xfrm>
            <a:off x="11514725" y="39008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64578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0801274" y="2918733"/>
            <a:ext cx="75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5"/>
          <p:cNvCxnSpPr/>
          <p:nvPr/>
        </p:nvCxnSpPr>
        <p:spPr>
          <a:xfrm flipH="1" rot="10800000">
            <a:off x="10111856" y="34948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" name="Google Shape;168;p15"/>
          <p:cNvCxnSpPr/>
          <p:nvPr/>
        </p:nvCxnSpPr>
        <p:spPr>
          <a:xfrm>
            <a:off x="109230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5"/>
          <p:cNvSpPr txBox="1"/>
          <p:nvPr/>
        </p:nvSpPr>
        <p:spPr>
          <a:xfrm>
            <a:off x="95550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5"/>
          <p:cNvCxnSpPr/>
          <p:nvPr/>
        </p:nvCxnSpPr>
        <p:spPr>
          <a:xfrm>
            <a:off x="100848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94752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5"/>
          <p:cNvSpPr txBox="1"/>
          <p:nvPr/>
        </p:nvSpPr>
        <p:spPr>
          <a:xfrm>
            <a:off x="8107256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5"/>
          <p:cNvCxnSpPr/>
          <p:nvPr/>
        </p:nvCxnSpPr>
        <p:spPr>
          <a:xfrm>
            <a:off x="86370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8027425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5"/>
          <p:cNvSpPr txBox="1"/>
          <p:nvPr/>
        </p:nvSpPr>
        <p:spPr>
          <a:xfrm>
            <a:off x="6639473" y="3355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5"/>
          <p:cNvCxnSpPr/>
          <p:nvPr/>
        </p:nvCxnSpPr>
        <p:spPr>
          <a:xfrm>
            <a:off x="7169242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5"/>
          <p:cNvCxnSpPr/>
          <p:nvPr/>
        </p:nvCxnSpPr>
        <p:spPr>
          <a:xfrm>
            <a:off x="6559642" y="3429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5"/>
          <p:cNvCxnSpPr/>
          <p:nvPr/>
        </p:nvCxnSpPr>
        <p:spPr>
          <a:xfrm flipH="1">
            <a:off x="102642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9" name="Google Shape;179;p15"/>
          <p:cNvCxnSpPr/>
          <p:nvPr/>
        </p:nvCxnSpPr>
        <p:spPr>
          <a:xfrm flipH="1">
            <a:off x="88164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0" name="Google Shape;180;p15"/>
          <p:cNvCxnSpPr/>
          <p:nvPr/>
        </p:nvCxnSpPr>
        <p:spPr>
          <a:xfrm flipH="1">
            <a:off x="7368656" y="3647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1" name="Google Shape;181;p15"/>
          <p:cNvCxnSpPr/>
          <p:nvPr/>
        </p:nvCxnSpPr>
        <p:spPr>
          <a:xfrm rot="10800000">
            <a:off x="6272588" y="3144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2" name="Google Shape;182;p15"/>
          <p:cNvSpPr txBox="1"/>
          <p:nvPr/>
        </p:nvSpPr>
        <p:spPr>
          <a:xfrm>
            <a:off x="5900100" y="27084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in DLLs</a:t>
            </a:r>
            <a:endParaRPr/>
          </a:p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3564725" y="1544850"/>
            <a:ext cx="4593000" cy="48930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3564725" y="1544850"/>
            <a:ext cx="7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Doubly Linked List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924" y="2197763"/>
            <a:ext cx="3184175" cy="3326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1925" y="5622775"/>
            <a:ext cx="2014283" cy="731300"/>
          </a:xfrm>
          <a:prstGeom prst="rect">
            <a:avLst/>
          </a:prstGeom>
          <a:noFill/>
          <a:ln cap="flat" cmpd="sng" w="1905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17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7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7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7" name="Google Shape;207;p17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7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17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7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7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7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7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17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17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7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7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7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9" name="Google Shape;219;p17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7"/>
          <p:cNvCxnSpPr/>
          <p:nvPr/>
        </p:nvCxnSpPr>
        <p:spPr>
          <a:xfrm>
            <a:off x="99402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1" name="Google Shape;221;p17"/>
          <p:cNvSpPr txBox="1"/>
          <p:nvPr/>
        </p:nvSpPr>
        <p:spPr>
          <a:xfrm>
            <a:off x="98383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7"/>
          <p:cNvCxnSpPr/>
          <p:nvPr/>
        </p:nvCxnSpPr>
        <p:spPr>
          <a:xfrm>
            <a:off x="84924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3" name="Google Shape;223;p17"/>
          <p:cNvSpPr txBox="1"/>
          <p:nvPr/>
        </p:nvSpPr>
        <p:spPr>
          <a:xfrm>
            <a:off x="83905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7"/>
          <p:cNvCxnSpPr/>
          <p:nvPr/>
        </p:nvCxnSpPr>
        <p:spPr>
          <a:xfrm>
            <a:off x="70446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5" name="Google Shape;225;p17"/>
          <p:cNvSpPr txBox="1"/>
          <p:nvPr/>
        </p:nvSpPr>
        <p:spPr>
          <a:xfrm>
            <a:off x="69427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17"/>
          <p:cNvCxnSpPr/>
          <p:nvPr/>
        </p:nvCxnSpPr>
        <p:spPr>
          <a:xfrm rot="10800000">
            <a:off x="74917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7" name="Google Shape;227;p17"/>
          <p:cNvSpPr txBox="1"/>
          <p:nvPr/>
        </p:nvSpPr>
        <p:spPr>
          <a:xfrm>
            <a:off x="71193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7"/>
          <p:cNvCxnSpPr/>
          <p:nvPr/>
        </p:nvCxnSpPr>
        <p:spPr>
          <a:xfrm rot="10800000">
            <a:off x="89395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9" name="Google Shape;229;p17"/>
          <p:cNvSpPr txBox="1"/>
          <p:nvPr/>
        </p:nvSpPr>
        <p:spPr>
          <a:xfrm>
            <a:off x="85671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7"/>
          <p:cNvCxnSpPr/>
          <p:nvPr/>
        </p:nvCxnSpPr>
        <p:spPr>
          <a:xfrm rot="10800000">
            <a:off x="103873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1" name="Google Shape;231;p17"/>
          <p:cNvSpPr txBox="1"/>
          <p:nvPr/>
        </p:nvSpPr>
        <p:spPr>
          <a:xfrm>
            <a:off x="100149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968150" y="3358550"/>
            <a:ext cx="2009400" cy="26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238" name="Google Shape;23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9" name="Google Shape;2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" name="Google Shape;240;p18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18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8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7" name="Google Shape;247;p18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8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18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8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8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18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8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8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8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8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8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8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9" name="Google Shape;259;p18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8"/>
          <p:cNvCxnSpPr/>
          <p:nvPr/>
        </p:nvCxnSpPr>
        <p:spPr>
          <a:xfrm>
            <a:off x="99402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1" name="Google Shape;261;p18"/>
          <p:cNvSpPr txBox="1"/>
          <p:nvPr/>
        </p:nvSpPr>
        <p:spPr>
          <a:xfrm>
            <a:off x="98383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8"/>
          <p:cNvCxnSpPr/>
          <p:nvPr/>
        </p:nvCxnSpPr>
        <p:spPr>
          <a:xfrm>
            <a:off x="84924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3" name="Google Shape;263;p18"/>
          <p:cNvSpPr txBox="1"/>
          <p:nvPr/>
        </p:nvSpPr>
        <p:spPr>
          <a:xfrm>
            <a:off x="83905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8"/>
          <p:cNvCxnSpPr/>
          <p:nvPr/>
        </p:nvCxnSpPr>
        <p:spPr>
          <a:xfrm>
            <a:off x="70446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5" name="Google Shape;265;p18"/>
          <p:cNvSpPr txBox="1"/>
          <p:nvPr/>
        </p:nvSpPr>
        <p:spPr>
          <a:xfrm>
            <a:off x="69427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8"/>
          <p:cNvCxnSpPr/>
          <p:nvPr/>
        </p:nvCxnSpPr>
        <p:spPr>
          <a:xfrm rot="10800000">
            <a:off x="74917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7" name="Google Shape;267;p18"/>
          <p:cNvSpPr txBox="1"/>
          <p:nvPr/>
        </p:nvSpPr>
        <p:spPr>
          <a:xfrm>
            <a:off x="71193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8"/>
          <p:cNvCxnSpPr/>
          <p:nvPr/>
        </p:nvCxnSpPr>
        <p:spPr>
          <a:xfrm rot="10800000">
            <a:off x="89395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9" name="Google Shape;269;p18"/>
          <p:cNvSpPr txBox="1"/>
          <p:nvPr/>
        </p:nvSpPr>
        <p:spPr>
          <a:xfrm>
            <a:off x="85671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8"/>
          <p:cNvCxnSpPr/>
          <p:nvPr/>
        </p:nvCxnSpPr>
        <p:spPr>
          <a:xfrm rot="10800000">
            <a:off x="103873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71" name="Google Shape;271;p18"/>
          <p:cNvSpPr txBox="1"/>
          <p:nvPr/>
        </p:nvSpPr>
        <p:spPr>
          <a:xfrm>
            <a:off x="100149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968150" y="3841325"/>
            <a:ext cx="2009400" cy="213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279" name="Google Shape;279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0" name="Google Shape;2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19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9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19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88" name="Google Shape;288;p19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9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19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9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19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19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9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9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19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9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9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9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0" name="Google Shape;300;p19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9"/>
          <p:cNvCxnSpPr/>
          <p:nvPr/>
        </p:nvCxnSpPr>
        <p:spPr>
          <a:xfrm>
            <a:off x="99402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2" name="Google Shape;302;p19"/>
          <p:cNvSpPr txBox="1"/>
          <p:nvPr/>
        </p:nvSpPr>
        <p:spPr>
          <a:xfrm>
            <a:off x="98383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19"/>
          <p:cNvCxnSpPr/>
          <p:nvPr/>
        </p:nvCxnSpPr>
        <p:spPr>
          <a:xfrm>
            <a:off x="84924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4" name="Google Shape;304;p19"/>
          <p:cNvSpPr txBox="1"/>
          <p:nvPr/>
        </p:nvSpPr>
        <p:spPr>
          <a:xfrm>
            <a:off x="83905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9"/>
          <p:cNvCxnSpPr/>
          <p:nvPr/>
        </p:nvCxnSpPr>
        <p:spPr>
          <a:xfrm rot="10800000">
            <a:off x="74917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6" name="Google Shape;306;p19"/>
          <p:cNvSpPr txBox="1"/>
          <p:nvPr/>
        </p:nvSpPr>
        <p:spPr>
          <a:xfrm>
            <a:off x="71193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9"/>
          <p:cNvCxnSpPr/>
          <p:nvPr/>
        </p:nvCxnSpPr>
        <p:spPr>
          <a:xfrm rot="10800000">
            <a:off x="89395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8" name="Google Shape;308;p19"/>
          <p:cNvSpPr txBox="1"/>
          <p:nvPr/>
        </p:nvSpPr>
        <p:spPr>
          <a:xfrm>
            <a:off x="85671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9"/>
          <p:cNvCxnSpPr/>
          <p:nvPr/>
        </p:nvCxnSpPr>
        <p:spPr>
          <a:xfrm rot="10800000">
            <a:off x="103873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0" name="Google Shape;310;p19"/>
          <p:cNvSpPr txBox="1"/>
          <p:nvPr/>
        </p:nvSpPr>
        <p:spPr>
          <a:xfrm>
            <a:off x="100149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968150" y="4076175"/>
            <a:ext cx="2009400" cy="190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9"/>
          <p:cNvCxnSpPr/>
          <p:nvPr/>
        </p:nvCxnSpPr>
        <p:spPr>
          <a:xfrm flipH="1" rot="10800000">
            <a:off x="69876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319" name="Google Shape;31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20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0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0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8" name="Google Shape;328;p20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20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20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20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0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20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20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0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20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0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0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0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0" name="Google Shape;340;p20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0"/>
          <p:cNvCxnSpPr/>
          <p:nvPr/>
        </p:nvCxnSpPr>
        <p:spPr>
          <a:xfrm>
            <a:off x="99402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2" name="Google Shape;342;p20"/>
          <p:cNvSpPr txBox="1"/>
          <p:nvPr/>
        </p:nvSpPr>
        <p:spPr>
          <a:xfrm>
            <a:off x="98383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20"/>
          <p:cNvCxnSpPr/>
          <p:nvPr/>
        </p:nvCxnSpPr>
        <p:spPr>
          <a:xfrm>
            <a:off x="84924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4" name="Google Shape;344;p20"/>
          <p:cNvSpPr txBox="1"/>
          <p:nvPr/>
        </p:nvSpPr>
        <p:spPr>
          <a:xfrm>
            <a:off x="83905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20"/>
          <p:cNvCxnSpPr/>
          <p:nvPr/>
        </p:nvCxnSpPr>
        <p:spPr>
          <a:xfrm rot="10800000">
            <a:off x="89395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6" name="Google Shape;346;p20"/>
          <p:cNvSpPr txBox="1"/>
          <p:nvPr/>
        </p:nvSpPr>
        <p:spPr>
          <a:xfrm>
            <a:off x="85671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0"/>
          <p:cNvCxnSpPr/>
          <p:nvPr/>
        </p:nvCxnSpPr>
        <p:spPr>
          <a:xfrm rot="10800000">
            <a:off x="103873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8" name="Google Shape;348;p20"/>
          <p:cNvSpPr txBox="1"/>
          <p:nvPr/>
        </p:nvSpPr>
        <p:spPr>
          <a:xfrm>
            <a:off x="100149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968150" y="4428475"/>
            <a:ext cx="2009400" cy="155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0"/>
          <p:cNvCxnSpPr/>
          <p:nvPr/>
        </p:nvCxnSpPr>
        <p:spPr>
          <a:xfrm flipH="1" rot="10800000">
            <a:off x="69876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52" name="Google Shape;352;p20"/>
          <p:cNvCxnSpPr/>
          <p:nvPr/>
        </p:nvCxnSpPr>
        <p:spPr>
          <a:xfrm flipH="1">
            <a:off x="71400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358" name="Google Shape;358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9" name="Google Shape;3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" name="Google Shape;360;p21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1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7" name="Google Shape;367;p21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21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21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21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1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21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21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21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1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9" name="Google Shape;379;p21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21"/>
          <p:cNvCxnSpPr/>
          <p:nvPr/>
        </p:nvCxnSpPr>
        <p:spPr>
          <a:xfrm>
            <a:off x="99402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81" name="Google Shape;381;p21"/>
          <p:cNvSpPr txBox="1"/>
          <p:nvPr/>
        </p:nvSpPr>
        <p:spPr>
          <a:xfrm>
            <a:off x="98383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21"/>
          <p:cNvCxnSpPr/>
          <p:nvPr/>
        </p:nvCxnSpPr>
        <p:spPr>
          <a:xfrm rot="10800000">
            <a:off x="103873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83" name="Google Shape;383;p21"/>
          <p:cNvSpPr txBox="1"/>
          <p:nvPr/>
        </p:nvSpPr>
        <p:spPr>
          <a:xfrm>
            <a:off x="100149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968150" y="5093925"/>
            <a:ext cx="2009400" cy="88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21"/>
          <p:cNvCxnSpPr/>
          <p:nvPr/>
        </p:nvCxnSpPr>
        <p:spPr>
          <a:xfrm flipH="1" rot="10800000">
            <a:off x="69876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7" name="Google Shape;387;p21"/>
          <p:cNvCxnSpPr/>
          <p:nvPr/>
        </p:nvCxnSpPr>
        <p:spPr>
          <a:xfrm flipH="1">
            <a:off x="71400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8" name="Google Shape;388;p21"/>
          <p:cNvCxnSpPr/>
          <p:nvPr/>
        </p:nvCxnSpPr>
        <p:spPr>
          <a:xfrm flipH="1" rot="10800000">
            <a:off x="84354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89" name="Google Shape;389;p21"/>
          <p:cNvCxnSpPr/>
          <p:nvPr/>
        </p:nvCxnSpPr>
        <p:spPr>
          <a:xfrm flipH="1">
            <a:off x="85878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395" name="Google Shape;395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6" name="Google Shape;3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7" name="Google Shape;397;p22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22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22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4" name="Google Shape;404;p22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" name="Google Shape;405;p22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2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22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2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2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22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2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22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2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2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16" name="Google Shape;416;p22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968150" y="5615500"/>
            <a:ext cx="20094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22"/>
          <p:cNvCxnSpPr/>
          <p:nvPr/>
        </p:nvCxnSpPr>
        <p:spPr>
          <a:xfrm flipH="1" rot="10800000">
            <a:off x="69876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0" name="Google Shape;420;p22"/>
          <p:cNvCxnSpPr/>
          <p:nvPr/>
        </p:nvCxnSpPr>
        <p:spPr>
          <a:xfrm flipH="1">
            <a:off x="71400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1" name="Google Shape;421;p22"/>
          <p:cNvCxnSpPr/>
          <p:nvPr/>
        </p:nvCxnSpPr>
        <p:spPr>
          <a:xfrm flipH="1" rot="10800000">
            <a:off x="84354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2" name="Google Shape;422;p22"/>
          <p:cNvCxnSpPr/>
          <p:nvPr/>
        </p:nvCxnSpPr>
        <p:spPr>
          <a:xfrm flipH="1">
            <a:off x="85878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3" name="Google Shape;423;p22"/>
          <p:cNvCxnSpPr/>
          <p:nvPr/>
        </p:nvCxnSpPr>
        <p:spPr>
          <a:xfrm flipH="1" rot="10800000">
            <a:off x="98832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4" name="Google Shape;424;p22"/>
          <p:cNvCxnSpPr/>
          <p:nvPr/>
        </p:nvCxnSpPr>
        <p:spPr>
          <a:xfrm flipH="1">
            <a:off x="100356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</a:t>
            </a:r>
            <a:endParaRPr/>
          </a:p>
        </p:txBody>
      </p:sp>
      <p:sp>
        <p:nvSpPr>
          <p:cNvPr id="430" name="Google Shape;430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1" name="Google Shape;4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50" y="1795200"/>
            <a:ext cx="3705225" cy="4257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2" name="Google Shape;432;p23"/>
          <p:cNvSpPr/>
          <p:nvPr/>
        </p:nvSpPr>
        <p:spPr>
          <a:xfrm>
            <a:off x="6122125" y="3200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75699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9017725" y="3200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10465525" y="3200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 txBox="1"/>
          <p:nvPr/>
        </p:nvSpPr>
        <p:spPr>
          <a:xfrm>
            <a:off x="107742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23"/>
          <p:cNvCxnSpPr/>
          <p:nvPr/>
        </p:nvCxnSpPr>
        <p:spPr>
          <a:xfrm>
            <a:off x="113040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23"/>
          <p:cNvCxnSpPr/>
          <p:nvPr/>
        </p:nvCxnSpPr>
        <p:spPr>
          <a:xfrm>
            <a:off x="11388013" y="3361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9" name="Google Shape;439;p23"/>
          <p:cNvSpPr txBox="1"/>
          <p:nvPr/>
        </p:nvSpPr>
        <p:spPr>
          <a:xfrm>
            <a:off x="11286125" y="3672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3"/>
          <p:cNvCxnSpPr/>
          <p:nvPr/>
        </p:nvCxnSpPr>
        <p:spPr>
          <a:xfrm>
            <a:off x="10694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23"/>
          <p:cNvSpPr txBox="1"/>
          <p:nvPr/>
        </p:nvSpPr>
        <p:spPr>
          <a:xfrm>
            <a:off x="93264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23"/>
          <p:cNvCxnSpPr/>
          <p:nvPr/>
        </p:nvCxnSpPr>
        <p:spPr>
          <a:xfrm>
            <a:off x="98562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23"/>
          <p:cNvCxnSpPr/>
          <p:nvPr/>
        </p:nvCxnSpPr>
        <p:spPr>
          <a:xfrm>
            <a:off x="92466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23"/>
          <p:cNvSpPr txBox="1"/>
          <p:nvPr/>
        </p:nvSpPr>
        <p:spPr>
          <a:xfrm>
            <a:off x="7878656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23"/>
          <p:cNvCxnSpPr/>
          <p:nvPr/>
        </p:nvCxnSpPr>
        <p:spPr>
          <a:xfrm>
            <a:off x="84084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23"/>
          <p:cNvCxnSpPr/>
          <p:nvPr/>
        </p:nvCxnSpPr>
        <p:spPr>
          <a:xfrm>
            <a:off x="7798825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23"/>
          <p:cNvSpPr txBox="1"/>
          <p:nvPr/>
        </p:nvSpPr>
        <p:spPr>
          <a:xfrm>
            <a:off x="6410873" y="3126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p23"/>
          <p:cNvCxnSpPr/>
          <p:nvPr/>
        </p:nvCxnSpPr>
        <p:spPr>
          <a:xfrm>
            <a:off x="69406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23"/>
          <p:cNvCxnSpPr/>
          <p:nvPr/>
        </p:nvCxnSpPr>
        <p:spPr>
          <a:xfrm>
            <a:off x="6331042" y="3200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23"/>
          <p:cNvCxnSpPr/>
          <p:nvPr/>
        </p:nvCxnSpPr>
        <p:spPr>
          <a:xfrm rot="10800000">
            <a:off x="6043988" y="2915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1" name="Google Shape;451;p23"/>
          <p:cNvSpPr txBox="1"/>
          <p:nvPr/>
        </p:nvSpPr>
        <p:spPr>
          <a:xfrm>
            <a:off x="5671500" y="2479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62818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23"/>
          <p:cNvCxnSpPr/>
          <p:nvPr/>
        </p:nvCxnSpPr>
        <p:spPr>
          <a:xfrm flipH="1" rot="10800000">
            <a:off x="69876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4" name="Google Shape;454;p23"/>
          <p:cNvCxnSpPr/>
          <p:nvPr/>
        </p:nvCxnSpPr>
        <p:spPr>
          <a:xfrm flipH="1">
            <a:off x="71400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5" name="Google Shape;455;p23"/>
          <p:cNvCxnSpPr/>
          <p:nvPr/>
        </p:nvCxnSpPr>
        <p:spPr>
          <a:xfrm flipH="1" rot="10800000">
            <a:off x="84354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6" name="Google Shape;456;p23"/>
          <p:cNvCxnSpPr/>
          <p:nvPr/>
        </p:nvCxnSpPr>
        <p:spPr>
          <a:xfrm flipH="1">
            <a:off x="85878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7" name="Google Shape;457;p23"/>
          <p:cNvCxnSpPr/>
          <p:nvPr/>
        </p:nvCxnSpPr>
        <p:spPr>
          <a:xfrm flipH="1" rot="10800000">
            <a:off x="9883256" y="3266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8" name="Google Shape;458;p23"/>
          <p:cNvCxnSpPr/>
          <p:nvPr/>
        </p:nvCxnSpPr>
        <p:spPr>
          <a:xfrm flipH="1">
            <a:off x="10035656" y="3418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9" name="Google Shape;459;p23"/>
          <p:cNvSpPr txBox="1"/>
          <p:nvPr/>
        </p:nvSpPr>
        <p:spPr>
          <a:xfrm>
            <a:off x="10625271" y="2726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DLL Creation from Array</a:t>
            </a:r>
            <a:endParaRPr/>
          </a:p>
        </p:txBody>
      </p:sp>
      <p:sp>
        <p:nvSpPr>
          <p:cNvPr id="465" name="Google Shape;46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6" name="Google Shape;4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575" y="1869300"/>
            <a:ext cx="5600700" cy="3933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7" name="Google Shape;4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4700" y="354702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4"/>
          <p:cNvSpPr txBox="1"/>
          <p:nvPr/>
        </p:nvSpPr>
        <p:spPr>
          <a:xfrm>
            <a:off x="8055300" y="2066800"/>
            <a:ext cx="329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 = [60, 40, 20, 10]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2442575" y="4219700"/>
            <a:ext cx="2870700" cy="2610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24"/>
          <p:cNvCxnSpPr>
            <a:endCxn id="469" idx="3"/>
          </p:cNvCxnSpPr>
          <p:nvPr/>
        </p:nvCxnSpPr>
        <p:spPr>
          <a:xfrm rot="10800000">
            <a:off x="5313275" y="4350200"/>
            <a:ext cx="2974800" cy="31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24"/>
          <p:cNvSpPr txBox="1"/>
          <p:nvPr/>
        </p:nvSpPr>
        <p:spPr>
          <a:xfrm>
            <a:off x="8288075" y="4348100"/>
            <a:ext cx="376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this part is absent in SLL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 of DLL</a:t>
            </a:r>
            <a:endParaRPr/>
          </a:p>
        </p:txBody>
      </p:sp>
      <p:sp>
        <p:nvSpPr>
          <p:cNvPr id="477" name="Google Shape;477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8" name="Google Shape;4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025" y="2880538"/>
            <a:ext cx="5638800" cy="2886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9" name="Google Shape;4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9875" y="4129863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5"/>
          <p:cNvSpPr txBox="1"/>
          <p:nvPr/>
        </p:nvSpPr>
        <p:spPr>
          <a:xfrm>
            <a:off x="2184475" y="16451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Same as SLL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Access</a:t>
            </a:r>
            <a:endParaRPr/>
          </a:p>
        </p:txBody>
      </p:sp>
      <p:pic>
        <p:nvPicPr>
          <p:cNvPr id="486" name="Google Shape;4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88" y="2666888"/>
            <a:ext cx="3876675" cy="3457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7" name="Google Shape;48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813" y="2409725"/>
            <a:ext cx="4219575" cy="3714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8" name="Google Shape;48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93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31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2184475" y="16451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Same as SLL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7" name="Google Shape;4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075" y="1495725"/>
            <a:ext cx="4482225" cy="44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6025" y="2549576"/>
            <a:ext cx="5079549" cy="28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04" name="Google Shape;50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28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28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2" name="Google Shape;512;p28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28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28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28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28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28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28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28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28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28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28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8"/>
          <p:cNvCxnSpPr/>
          <p:nvPr/>
        </p:nvCxnSpPr>
        <p:spPr>
          <a:xfrm rot="10800000">
            <a:off x="61963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24" name="Google Shape;524;p28"/>
          <p:cNvSpPr txBox="1"/>
          <p:nvPr/>
        </p:nvSpPr>
        <p:spPr>
          <a:xfrm>
            <a:off x="58239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 txBox="1"/>
          <p:nvPr/>
        </p:nvSpPr>
        <p:spPr>
          <a:xfrm>
            <a:off x="64342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8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7" name="Google Shape;527;p28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8" name="Google Shape;528;p28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9" name="Google Shape;529;p28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30" name="Google Shape;530;p28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31" name="Google Shape;531;p28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32" name="Google Shape;532;p28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4" name="Google Shape;534;p28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1150825" y="3580350"/>
            <a:ext cx="4018800" cy="123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41" name="Google Shape;541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29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29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49" name="Google Shape;549;p29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29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29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29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29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29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29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9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29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8" name="Google Shape;558;p29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29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29"/>
          <p:cNvCxnSpPr/>
          <p:nvPr/>
        </p:nvCxnSpPr>
        <p:spPr>
          <a:xfrm rot="10800000">
            <a:off x="61963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1" name="Google Shape;561;p29"/>
          <p:cNvSpPr txBox="1"/>
          <p:nvPr/>
        </p:nvSpPr>
        <p:spPr>
          <a:xfrm>
            <a:off x="58239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 txBox="1"/>
          <p:nvPr/>
        </p:nvSpPr>
        <p:spPr>
          <a:xfrm>
            <a:off x="64342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p29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4" name="Google Shape;564;p29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5" name="Google Shape;565;p29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6" name="Google Shape;566;p29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7" name="Google Shape;567;p29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8" name="Google Shape;568;p29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9" name="Google Shape;569;p29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1" name="Google Shape;571;p29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1150825" y="3880450"/>
            <a:ext cx="4018800" cy="93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48267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 txBox="1"/>
          <p:nvPr/>
        </p:nvSpPr>
        <p:spPr>
          <a:xfrm>
            <a:off x="51354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29"/>
          <p:cNvCxnSpPr/>
          <p:nvPr/>
        </p:nvCxnSpPr>
        <p:spPr>
          <a:xfrm>
            <a:off x="5665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29"/>
          <p:cNvCxnSpPr/>
          <p:nvPr/>
        </p:nvCxnSpPr>
        <p:spPr>
          <a:xfrm>
            <a:off x="57492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77" name="Google Shape;577;p29"/>
          <p:cNvSpPr txBox="1"/>
          <p:nvPr/>
        </p:nvSpPr>
        <p:spPr>
          <a:xfrm>
            <a:off x="56473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29"/>
          <p:cNvCxnSpPr/>
          <p:nvPr/>
        </p:nvCxnSpPr>
        <p:spPr>
          <a:xfrm>
            <a:off x="5055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29"/>
          <p:cNvCxnSpPr/>
          <p:nvPr/>
        </p:nvCxnSpPr>
        <p:spPr>
          <a:xfrm rot="10800000">
            <a:off x="47485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80" name="Google Shape;580;p29"/>
          <p:cNvSpPr txBox="1"/>
          <p:nvPr/>
        </p:nvSpPr>
        <p:spPr>
          <a:xfrm>
            <a:off x="43761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86" name="Google Shape;586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30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0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94" name="Google Shape;594;p30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30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30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30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0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30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30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0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30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30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0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0"/>
          <p:cNvCxnSpPr/>
          <p:nvPr/>
        </p:nvCxnSpPr>
        <p:spPr>
          <a:xfrm rot="10800000">
            <a:off x="61963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06" name="Google Shape;606;p30"/>
          <p:cNvSpPr txBox="1"/>
          <p:nvPr/>
        </p:nvSpPr>
        <p:spPr>
          <a:xfrm>
            <a:off x="58239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 txBox="1"/>
          <p:nvPr/>
        </p:nvSpPr>
        <p:spPr>
          <a:xfrm>
            <a:off x="64342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30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9" name="Google Shape;609;p30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0" name="Google Shape;610;p30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1" name="Google Shape;611;p30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2" name="Google Shape;612;p30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13" name="Google Shape;613;p30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5" name="Google Shape;615;p30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1150825" y="4204450"/>
            <a:ext cx="40188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48267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 txBox="1"/>
          <p:nvPr/>
        </p:nvSpPr>
        <p:spPr>
          <a:xfrm>
            <a:off x="51354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30"/>
          <p:cNvCxnSpPr/>
          <p:nvPr/>
        </p:nvCxnSpPr>
        <p:spPr>
          <a:xfrm>
            <a:off x="5665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0"/>
          <p:cNvCxnSpPr/>
          <p:nvPr/>
        </p:nvCxnSpPr>
        <p:spPr>
          <a:xfrm>
            <a:off x="5055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0"/>
          <p:cNvCxnSpPr/>
          <p:nvPr/>
        </p:nvCxnSpPr>
        <p:spPr>
          <a:xfrm rot="10800000">
            <a:off x="47485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22" name="Google Shape;622;p30"/>
          <p:cNvSpPr txBox="1"/>
          <p:nvPr/>
        </p:nvSpPr>
        <p:spPr>
          <a:xfrm>
            <a:off x="43761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p30"/>
          <p:cNvCxnSpPr/>
          <p:nvPr/>
        </p:nvCxnSpPr>
        <p:spPr>
          <a:xfrm flipH="1" rot="10800000">
            <a:off x="5692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24" name="Google Shape;624;p30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630" name="Google Shape;63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31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1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1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31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31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38" name="Google Shape;638;p31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31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31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31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31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31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1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1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7" name="Google Shape;647;p31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1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9" name="Google Shape;649;p31"/>
          <p:cNvSpPr txBox="1"/>
          <p:nvPr/>
        </p:nvSpPr>
        <p:spPr>
          <a:xfrm>
            <a:off x="64342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0" name="Google Shape;650;p31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1" name="Google Shape;651;p31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2" name="Google Shape;652;p31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3" name="Google Shape;653;p31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4" name="Google Shape;654;p31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55" name="Google Shape;655;p31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7" name="Google Shape;657;p31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1150825" y="4521250"/>
            <a:ext cx="40188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48267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1"/>
          <p:cNvSpPr txBox="1"/>
          <p:nvPr/>
        </p:nvSpPr>
        <p:spPr>
          <a:xfrm>
            <a:off x="51354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31"/>
          <p:cNvCxnSpPr/>
          <p:nvPr/>
        </p:nvCxnSpPr>
        <p:spPr>
          <a:xfrm>
            <a:off x="5665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31"/>
          <p:cNvCxnSpPr/>
          <p:nvPr/>
        </p:nvCxnSpPr>
        <p:spPr>
          <a:xfrm>
            <a:off x="5055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31"/>
          <p:cNvCxnSpPr/>
          <p:nvPr/>
        </p:nvCxnSpPr>
        <p:spPr>
          <a:xfrm rot="10800000">
            <a:off x="47485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64" name="Google Shape;664;p31"/>
          <p:cNvSpPr txBox="1"/>
          <p:nvPr/>
        </p:nvSpPr>
        <p:spPr>
          <a:xfrm>
            <a:off x="43761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31"/>
          <p:cNvCxnSpPr/>
          <p:nvPr/>
        </p:nvCxnSpPr>
        <p:spPr>
          <a:xfrm flipH="1" rot="10800000">
            <a:off x="5692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66" name="Google Shape;666;p31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67" name="Google Shape;667;p31"/>
          <p:cNvCxnSpPr/>
          <p:nvPr/>
        </p:nvCxnSpPr>
        <p:spPr>
          <a:xfrm flipH="1">
            <a:off x="58446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673" name="Google Shape;673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32"/>
          <p:cNvSpPr/>
          <p:nvPr/>
        </p:nvSpPr>
        <p:spPr>
          <a:xfrm>
            <a:off x="62745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77223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9170125" y="58675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10617925" y="58675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2"/>
          <p:cNvSpPr txBox="1"/>
          <p:nvPr/>
        </p:nvSpPr>
        <p:spPr>
          <a:xfrm>
            <a:off x="109266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p32"/>
          <p:cNvCxnSpPr/>
          <p:nvPr/>
        </p:nvCxnSpPr>
        <p:spPr>
          <a:xfrm>
            <a:off x="114564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32"/>
          <p:cNvCxnSpPr/>
          <p:nvPr/>
        </p:nvCxnSpPr>
        <p:spPr>
          <a:xfrm>
            <a:off x="11540413" y="6028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1" name="Google Shape;681;p32"/>
          <p:cNvSpPr txBox="1"/>
          <p:nvPr/>
        </p:nvSpPr>
        <p:spPr>
          <a:xfrm>
            <a:off x="11438525" y="63392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32"/>
          <p:cNvCxnSpPr/>
          <p:nvPr/>
        </p:nvCxnSpPr>
        <p:spPr>
          <a:xfrm>
            <a:off x="10846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32"/>
          <p:cNvSpPr txBox="1"/>
          <p:nvPr/>
        </p:nvSpPr>
        <p:spPr>
          <a:xfrm>
            <a:off x="94788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32"/>
          <p:cNvCxnSpPr/>
          <p:nvPr/>
        </p:nvCxnSpPr>
        <p:spPr>
          <a:xfrm>
            <a:off x="10008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2"/>
          <p:cNvCxnSpPr/>
          <p:nvPr/>
        </p:nvCxnSpPr>
        <p:spPr>
          <a:xfrm>
            <a:off x="93990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2"/>
          <p:cNvSpPr txBox="1"/>
          <p:nvPr/>
        </p:nvSpPr>
        <p:spPr>
          <a:xfrm>
            <a:off x="80310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32"/>
          <p:cNvCxnSpPr/>
          <p:nvPr/>
        </p:nvCxnSpPr>
        <p:spPr>
          <a:xfrm>
            <a:off x="85608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2"/>
          <p:cNvCxnSpPr/>
          <p:nvPr/>
        </p:nvCxnSpPr>
        <p:spPr>
          <a:xfrm>
            <a:off x="7951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32"/>
          <p:cNvSpPr txBox="1"/>
          <p:nvPr/>
        </p:nvSpPr>
        <p:spPr>
          <a:xfrm>
            <a:off x="6563273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0" name="Google Shape;690;p32"/>
          <p:cNvCxnSpPr/>
          <p:nvPr/>
        </p:nvCxnSpPr>
        <p:spPr>
          <a:xfrm>
            <a:off x="70930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32"/>
          <p:cNvCxnSpPr/>
          <p:nvPr/>
        </p:nvCxnSpPr>
        <p:spPr>
          <a:xfrm>
            <a:off x="6483442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32"/>
          <p:cNvSpPr txBox="1"/>
          <p:nvPr/>
        </p:nvSpPr>
        <p:spPr>
          <a:xfrm>
            <a:off x="49864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32"/>
          <p:cNvCxnSpPr/>
          <p:nvPr/>
        </p:nvCxnSpPr>
        <p:spPr>
          <a:xfrm flipH="1">
            <a:off x="72924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94" name="Google Shape;694;p32"/>
          <p:cNvCxnSpPr/>
          <p:nvPr/>
        </p:nvCxnSpPr>
        <p:spPr>
          <a:xfrm flipH="1" rot="10800000">
            <a:off x="85878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95" name="Google Shape;695;p32"/>
          <p:cNvCxnSpPr/>
          <p:nvPr/>
        </p:nvCxnSpPr>
        <p:spPr>
          <a:xfrm flipH="1">
            <a:off x="87402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96" name="Google Shape;696;p32"/>
          <p:cNvCxnSpPr/>
          <p:nvPr/>
        </p:nvCxnSpPr>
        <p:spPr>
          <a:xfrm flipH="1" rot="10800000">
            <a:off x="100356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97" name="Google Shape;697;p32"/>
          <p:cNvCxnSpPr/>
          <p:nvPr/>
        </p:nvCxnSpPr>
        <p:spPr>
          <a:xfrm flipH="1">
            <a:off x="101880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98" name="Google Shape;698;p32"/>
          <p:cNvSpPr txBox="1"/>
          <p:nvPr/>
        </p:nvSpPr>
        <p:spPr>
          <a:xfrm>
            <a:off x="10777671" y="5393021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9" name="Google Shape;6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88" y="3186238"/>
            <a:ext cx="4657725" cy="1685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0" name="Google Shape;700;p32"/>
          <p:cNvSpPr txBox="1"/>
          <p:nvPr/>
        </p:nvSpPr>
        <p:spPr>
          <a:xfrm>
            <a:off x="838200" y="1831925"/>
            <a:ext cx="354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Prepend 80 to the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4826725" y="5867500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5135456" y="57939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3" name="Google Shape;703;p32"/>
          <p:cNvCxnSpPr/>
          <p:nvPr/>
        </p:nvCxnSpPr>
        <p:spPr>
          <a:xfrm>
            <a:off x="56652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2"/>
          <p:cNvCxnSpPr/>
          <p:nvPr/>
        </p:nvCxnSpPr>
        <p:spPr>
          <a:xfrm>
            <a:off x="5055625" y="58675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32"/>
          <p:cNvCxnSpPr/>
          <p:nvPr/>
        </p:nvCxnSpPr>
        <p:spPr>
          <a:xfrm rot="10800000">
            <a:off x="4748588" y="55824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06" name="Google Shape;706;p32"/>
          <p:cNvSpPr txBox="1"/>
          <p:nvPr/>
        </p:nvSpPr>
        <p:spPr>
          <a:xfrm>
            <a:off x="4376100" y="51468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p32"/>
          <p:cNvCxnSpPr/>
          <p:nvPr/>
        </p:nvCxnSpPr>
        <p:spPr>
          <a:xfrm flipH="1" rot="10800000">
            <a:off x="56922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08" name="Google Shape;708;p32"/>
          <p:cNvCxnSpPr/>
          <p:nvPr/>
        </p:nvCxnSpPr>
        <p:spPr>
          <a:xfrm flipH="1" rot="10800000">
            <a:off x="7140056" y="59332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09" name="Google Shape;709;p32"/>
          <p:cNvCxnSpPr/>
          <p:nvPr/>
        </p:nvCxnSpPr>
        <p:spPr>
          <a:xfrm flipH="1">
            <a:off x="5844656" y="6085695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710" name="Google Shape;7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0725" y="3841330"/>
            <a:ext cx="835875" cy="5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3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(Middle)</a:t>
            </a:r>
            <a:endParaRPr/>
          </a:p>
        </p:txBody>
      </p:sp>
      <p:sp>
        <p:nvSpPr>
          <p:cNvPr id="716" name="Google Shape;716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7" name="Google Shape;717;p33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3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3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3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33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3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24" name="Google Shape;724;p33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33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3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7" name="Google Shape;727;p33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33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33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0" name="Google Shape;730;p33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33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2" name="Google Shape;732;p33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33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3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3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p33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7" name="Google Shape;737;p33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8" name="Google Shape;738;p33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9" name="Google Shape;739;p33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0" name="Google Shape;740;p33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41" name="Google Shape;741;p33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3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3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5" name="Google Shape;745;p33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33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33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48" name="Google Shape;748;p33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33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0" name="Google Shape;750;p33"/>
          <p:cNvCxnSpPr/>
          <p:nvPr/>
        </p:nvCxnSpPr>
        <p:spPr>
          <a:xfrm flipH="1" rot="10800000">
            <a:off x="72966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1" name="Google Shape;751;p33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752" name="Google Shape;7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3" name="Google Shape;753;p33"/>
          <p:cNvSpPr/>
          <p:nvPr/>
        </p:nvSpPr>
        <p:spPr>
          <a:xfrm>
            <a:off x="576275" y="3877500"/>
            <a:ext cx="4329000" cy="17994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4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759" name="Google Shape;759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0" name="Google Shape;760;p34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4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4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4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34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34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67" name="Google Shape;767;p34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8" name="Google Shape;768;p34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34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0" name="Google Shape;770;p34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34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34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3" name="Google Shape;773;p34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34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34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6" name="Google Shape;776;p34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34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34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9" name="Google Shape;779;p34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0" name="Google Shape;780;p34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1" name="Google Shape;781;p34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2" name="Google Shape;782;p34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3" name="Google Shape;783;p34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84" name="Google Shape;784;p34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4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34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34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34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1" name="Google Shape;791;p34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2" name="Google Shape;792;p34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3" name="Google Shape;793;p34"/>
          <p:cNvCxnSpPr/>
          <p:nvPr/>
        </p:nvCxnSpPr>
        <p:spPr>
          <a:xfrm flipH="1" rot="10800000">
            <a:off x="72966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94" name="Google Shape;794;p34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5" name="Google Shape;795;p34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4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p34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34"/>
          <p:cNvCxnSpPr/>
          <p:nvPr/>
        </p:nvCxnSpPr>
        <p:spPr>
          <a:xfrm>
            <a:off x="8568613" y="1685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9" name="Google Shape;799;p34"/>
          <p:cNvSpPr txBox="1"/>
          <p:nvPr/>
        </p:nvSpPr>
        <p:spPr>
          <a:xfrm>
            <a:off x="8466725" y="19958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0" name="Google Shape;800;p34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4"/>
          <p:cNvCxnSpPr/>
          <p:nvPr/>
        </p:nvCxnSpPr>
        <p:spPr>
          <a:xfrm rot="10800000">
            <a:off x="7567988" y="1239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02" name="Google Shape;802;p34"/>
          <p:cNvSpPr txBox="1"/>
          <p:nvPr/>
        </p:nvSpPr>
        <p:spPr>
          <a:xfrm>
            <a:off x="7195500" y="8034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3" name="Google Shape;8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4" name="Google Shape;804;p34"/>
          <p:cNvSpPr/>
          <p:nvPr/>
        </p:nvSpPr>
        <p:spPr>
          <a:xfrm>
            <a:off x="576275" y="4138275"/>
            <a:ext cx="4329000" cy="15387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5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810" name="Google Shape;810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1" name="Google Shape;811;p35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5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5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5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35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35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18" name="Google Shape;818;p35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35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35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1" name="Google Shape;821;p35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35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35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4" name="Google Shape;824;p35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5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5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35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35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35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" name="Google Shape;830;p35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1" name="Google Shape;831;p35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2" name="Google Shape;832;p35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3" name="Google Shape;833;p35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4" name="Google Shape;834;p35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35" name="Google Shape;835;p35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5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35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35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35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42" name="Google Shape;842;p35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35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4" name="Google Shape;844;p35"/>
          <p:cNvCxnSpPr/>
          <p:nvPr/>
        </p:nvCxnSpPr>
        <p:spPr>
          <a:xfrm flipH="1" rot="10800000">
            <a:off x="72966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5" name="Google Shape;845;p35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46" name="Google Shape;846;p35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5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35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35"/>
          <p:cNvCxnSpPr/>
          <p:nvPr/>
        </p:nvCxnSpPr>
        <p:spPr>
          <a:xfrm>
            <a:off x="8568613" y="1685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50" name="Google Shape;850;p35"/>
          <p:cNvSpPr txBox="1"/>
          <p:nvPr/>
        </p:nvSpPr>
        <p:spPr>
          <a:xfrm>
            <a:off x="8466725" y="19958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1" name="Google Shape;851;p35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35"/>
          <p:cNvCxnSpPr/>
          <p:nvPr/>
        </p:nvCxnSpPr>
        <p:spPr>
          <a:xfrm rot="10800000">
            <a:off x="7567988" y="1239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53" name="Google Shape;853;p35"/>
          <p:cNvSpPr txBox="1"/>
          <p:nvPr/>
        </p:nvSpPr>
        <p:spPr>
          <a:xfrm>
            <a:off x="7195500" y="8034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5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855" name="Google Shape;8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6" name="Google Shape;856;p35"/>
          <p:cNvSpPr/>
          <p:nvPr/>
        </p:nvSpPr>
        <p:spPr>
          <a:xfrm>
            <a:off x="576275" y="4490300"/>
            <a:ext cx="4329000" cy="11865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6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862" name="Google Shape;862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3" name="Google Shape;863;p36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6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6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6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8" name="Google Shape;868;p36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36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70" name="Google Shape;870;p36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36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6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36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36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36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36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36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36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36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36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36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2" name="Google Shape;882;p36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3" name="Google Shape;883;p36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4" name="Google Shape;884;p36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5" name="Google Shape;885;p36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6" name="Google Shape;886;p36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87" name="Google Shape;887;p36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6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6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6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1" name="Google Shape;891;p36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36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36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94" name="Google Shape;894;p36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36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6" name="Google Shape;896;p36"/>
          <p:cNvCxnSpPr/>
          <p:nvPr/>
        </p:nvCxnSpPr>
        <p:spPr>
          <a:xfrm flipH="1" rot="10800000">
            <a:off x="72966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7" name="Google Shape;897;p36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98" name="Google Shape;898;p36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6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0" name="Google Shape;900;p36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36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36"/>
          <p:cNvCxnSpPr/>
          <p:nvPr/>
        </p:nvCxnSpPr>
        <p:spPr>
          <a:xfrm rot="10800000">
            <a:off x="7567988" y="12390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03" name="Google Shape;903;p36"/>
          <p:cNvSpPr txBox="1"/>
          <p:nvPr/>
        </p:nvSpPr>
        <p:spPr>
          <a:xfrm>
            <a:off x="7195500" y="8034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6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05" name="Google Shape;905;p36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6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907" name="Google Shape;9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8" name="Google Shape;908;p36"/>
          <p:cNvSpPr/>
          <p:nvPr/>
        </p:nvSpPr>
        <p:spPr>
          <a:xfrm>
            <a:off x="576275" y="4816250"/>
            <a:ext cx="4329000" cy="8607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7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914" name="Google Shape;914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7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7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7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7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0" name="Google Shape;920;p37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37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22" name="Google Shape;922;p37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37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37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Google Shape;925;p37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7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37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37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37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37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37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37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3" name="Google Shape;933;p37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4" name="Google Shape;934;p37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5" name="Google Shape;935;p37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6" name="Google Shape;936;p37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7" name="Google Shape;937;p37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8" name="Google Shape;938;p37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39" name="Google Shape;939;p37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7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7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7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3" name="Google Shape;943;p37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37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37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46" name="Google Shape;946;p37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7" name="Google Shape;947;p37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8" name="Google Shape;948;p37"/>
          <p:cNvCxnSpPr/>
          <p:nvPr/>
        </p:nvCxnSpPr>
        <p:spPr>
          <a:xfrm flipH="1" rot="10800000">
            <a:off x="72966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9" name="Google Shape;949;p37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50" name="Google Shape;950;p37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7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2" name="Google Shape;952;p37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37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37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55" name="Google Shape;955;p37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7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957" name="Google Shape;957;p37"/>
          <p:cNvSpPr/>
          <p:nvPr/>
        </p:nvSpPr>
        <p:spPr>
          <a:xfrm>
            <a:off x="7482850" y="1749975"/>
            <a:ext cx="404800" cy="1055138"/>
          </a:xfrm>
          <a:custGeom>
            <a:rect b="b" l="l" r="r" t="t"/>
            <a:pathLst>
              <a:path extrusionOk="0" h="41148" w="16192">
                <a:moveTo>
                  <a:pt x="13525" y="0"/>
                </a:moveTo>
                <a:cubicBezTo>
                  <a:pt x="13970" y="1302"/>
                  <a:pt x="16192" y="4572"/>
                  <a:pt x="16192" y="7810"/>
                </a:cubicBezTo>
                <a:cubicBezTo>
                  <a:pt x="16192" y="11049"/>
                  <a:pt x="15208" y="15081"/>
                  <a:pt x="13525" y="19431"/>
                </a:cubicBezTo>
                <a:cubicBezTo>
                  <a:pt x="11842" y="23781"/>
                  <a:pt x="8350" y="30290"/>
                  <a:pt x="6096" y="33909"/>
                </a:cubicBezTo>
                <a:cubicBezTo>
                  <a:pt x="3842" y="37529"/>
                  <a:pt x="1016" y="39942"/>
                  <a:pt x="0" y="41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958" name="Google Shape;9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9" name="Google Shape;959;p37"/>
          <p:cNvSpPr/>
          <p:nvPr/>
        </p:nvSpPr>
        <p:spPr>
          <a:xfrm>
            <a:off x="576275" y="5091950"/>
            <a:ext cx="4329000" cy="5850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8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965" name="Google Shape;965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6" name="Google Shape;966;p38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8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8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8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8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38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38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73" name="Google Shape;973;p38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4" name="Google Shape;974;p38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38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6" name="Google Shape;976;p38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38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8" name="Google Shape;978;p38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9" name="Google Shape;979;p38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38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38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2" name="Google Shape;982;p38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38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38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5" name="Google Shape;985;p38"/>
          <p:cNvCxnSpPr/>
          <p:nvPr/>
        </p:nvCxnSpPr>
        <p:spPr>
          <a:xfrm flipH="1">
            <a:off x="7449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6" name="Google Shape;986;p38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7" name="Google Shape;987;p38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8" name="Google Shape;988;p38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9" name="Google Shape;989;p38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90" name="Google Shape;990;p38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8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8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8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4" name="Google Shape;994;p38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38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38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97" name="Google Shape;997;p38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38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9" name="Google Shape;999;p38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00" name="Google Shape;1000;p38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8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2" name="Google Shape;1002;p38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38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38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05" name="Google Shape;1005;p38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8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07" name="Google Shape;1007;p38"/>
          <p:cNvSpPr/>
          <p:nvPr/>
        </p:nvSpPr>
        <p:spPr>
          <a:xfrm>
            <a:off x="7482850" y="1749975"/>
            <a:ext cx="404800" cy="1055138"/>
          </a:xfrm>
          <a:custGeom>
            <a:rect b="b" l="l" r="r" t="t"/>
            <a:pathLst>
              <a:path extrusionOk="0" h="41148" w="16192">
                <a:moveTo>
                  <a:pt x="13525" y="0"/>
                </a:moveTo>
                <a:cubicBezTo>
                  <a:pt x="13970" y="1302"/>
                  <a:pt x="16192" y="4572"/>
                  <a:pt x="16192" y="7810"/>
                </a:cubicBezTo>
                <a:cubicBezTo>
                  <a:pt x="16192" y="11049"/>
                  <a:pt x="15208" y="15081"/>
                  <a:pt x="13525" y="19431"/>
                </a:cubicBezTo>
                <a:cubicBezTo>
                  <a:pt x="11842" y="23781"/>
                  <a:pt x="8350" y="30290"/>
                  <a:pt x="6096" y="33909"/>
                </a:cubicBezTo>
                <a:cubicBezTo>
                  <a:pt x="3842" y="37529"/>
                  <a:pt x="1016" y="39942"/>
                  <a:pt x="0" y="41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08" name="Google Shape;1008;p38"/>
          <p:cNvSpPr/>
          <p:nvPr/>
        </p:nvSpPr>
        <p:spPr>
          <a:xfrm>
            <a:off x="7253375" y="1767775"/>
            <a:ext cx="353300" cy="1087598"/>
          </a:xfrm>
          <a:custGeom>
            <a:rect b="b" l="l" r="r" t="t"/>
            <a:pathLst>
              <a:path extrusionOk="0" h="42630" w="14132">
                <a:moveTo>
                  <a:pt x="2409" y="42630"/>
                </a:moveTo>
                <a:cubicBezTo>
                  <a:pt x="2009" y="41609"/>
                  <a:pt x="-33" y="39921"/>
                  <a:pt x="11" y="36502"/>
                </a:cubicBezTo>
                <a:cubicBezTo>
                  <a:pt x="55" y="33083"/>
                  <a:pt x="322" y="28198"/>
                  <a:pt x="2675" y="22114"/>
                </a:cubicBezTo>
                <a:cubicBezTo>
                  <a:pt x="5029" y="16030"/>
                  <a:pt x="12223" y="3686"/>
                  <a:pt x="1413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1009" name="Google Shape;10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0" name="Google Shape;1010;p38"/>
          <p:cNvSpPr/>
          <p:nvPr/>
        </p:nvSpPr>
        <p:spPr>
          <a:xfrm>
            <a:off x="576275" y="5378150"/>
            <a:ext cx="4329000" cy="298800"/>
          </a:xfrm>
          <a:prstGeom prst="roundRect">
            <a:avLst>
              <a:gd fmla="val 5073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9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</a:t>
            </a:r>
            <a:r>
              <a:rPr lang="en-US"/>
              <a:t>Middle</a:t>
            </a:r>
            <a:r>
              <a:rPr lang="en-US"/>
              <a:t>)</a:t>
            </a:r>
            <a:endParaRPr/>
          </a:p>
        </p:txBody>
      </p:sp>
      <p:sp>
        <p:nvSpPr>
          <p:cNvPr id="1016" name="Google Shape;101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7" name="Google Shape;1017;p39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9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9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9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9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2" name="Google Shape;1022;p39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39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24" name="Google Shape;1024;p39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p39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39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39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39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39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0" name="Google Shape;1030;p39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39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39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3" name="Google Shape;1033;p39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39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39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6" name="Google Shape;1036;p39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7" name="Google Shape;1037;p39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8" name="Google Shape;1038;p39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9" name="Google Shape;1039;p39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0" name="Google Shape;1040;p39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9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9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9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39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39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39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7" name="Google Shape;1047;p39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8" name="Google Shape;1048;p39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9" name="Google Shape;1049;p39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50" name="Google Shape;1050;p39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9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2" name="Google Shape;1052;p39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39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39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5" name="Google Shape;1055;p39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9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57" name="Google Shape;1057;p39"/>
          <p:cNvSpPr/>
          <p:nvPr/>
        </p:nvSpPr>
        <p:spPr>
          <a:xfrm>
            <a:off x="7482850" y="1749975"/>
            <a:ext cx="404800" cy="1055138"/>
          </a:xfrm>
          <a:custGeom>
            <a:rect b="b" l="l" r="r" t="t"/>
            <a:pathLst>
              <a:path extrusionOk="0" h="41148" w="16192">
                <a:moveTo>
                  <a:pt x="13525" y="0"/>
                </a:moveTo>
                <a:cubicBezTo>
                  <a:pt x="13970" y="1302"/>
                  <a:pt x="16192" y="4572"/>
                  <a:pt x="16192" y="7810"/>
                </a:cubicBezTo>
                <a:cubicBezTo>
                  <a:pt x="16192" y="11049"/>
                  <a:pt x="15208" y="15081"/>
                  <a:pt x="13525" y="19431"/>
                </a:cubicBezTo>
                <a:cubicBezTo>
                  <a:pt x="11842" y="23781"/>
                  <a:pt x="8350" y="30290"/>
                  <a:pt x="6096" y="33909"/>
                </a:cubicBezTo>
                <a:cubicBezTo>
                  <a:pt x="3842" y="37529"/>
                  <a:pt x="1016" y="39942"/>
                  <a:pt x="0" y="41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58" name="Google Shape;1058;p39"/>
          <p:cNvSpPr/>
          <p:nvPr/>
        </p:nvSpPr>
        <p:spPr>
          <a:xfrm>
            <a:off x="7253375" y="1767775"/>
            <a:ext cx="353300" cy="1087598"/>
          </a:xfrm>
          <a:custGeom>
            <a:rect b="b" l="l" r="r" t="t"/>
            <a:pathLst>
              <a:path extrusionOk="0" h="42630" w="14132">
                <a:moveTo>
                  <a:pt x="2409" y="42630"/>
                </a:moveTo>
                <a:cubicBezTo>
                  <a:pt x="2009" y="41609"/>
                  <a:pt x="-33" y="39921"/>
                  <a:pt x="11" y="36502"/>
                </a:cubicBezTo>
                <a:cubicBezTo>
                  <a:pt x="55" y="33083"/>
                  <a:pt x="322" y="28198"/>
                  <a:pt x="2675" y="22114"/>
                </a:cubicBezTo>
                <a:cubicBezTo>
                  <a:pt x="5029" y="16030"/>
                  <a:pt x="12223" y="3686"/>
                  <a:pt x="1413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059" name="Google Shape;1059;p39"/>
          <p:cNvSpPr/>
          <p:nvPr/>
        </p:nvSpPr>
        <p:spPr>
          <a:xfrm>
            <a:off x="8001000" y="1840225"/>
            <a:ext cx="623900" cy="1055187"/>
          </a:xfrm>
          <a:custGeom>
            <a:rect b="b" l="l" r="r" t="t"/>
            <a:pathLst>
              <a:path extrusionOk="0" h="39624" w="24956">
                <a:moveTo>
                  <a:pt x="0" y="39624"/>
                </a:moveTo>
                <a:cubicBezTo>
                  <a:pt x="3461" y="36830"/>
                  <a:pt x="16606" y="29464"/>
                  <a:pt x="20765" y="22860"/>
                </a:cubicBezTo>
                <a:cubicBezTo>
                  <a:pt x="24924" y="16256"/>
                  <a:pt x="24258" y="3810"/>
                  <a:pt x="2495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1060" name="Google Shape;10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37952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0"/>
          <p:cNvSpPr txBox="1"/>
          <p:nvPr>
            <p:ph type="title"/>
          </p:nvPr>
        </p:nvSpPr>
        <p:spPr>
          <a:xfrm>
            <a:off x="838200" y="-16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(Middle)</a:t>
            </a:r>
            <a:endParaRPr/>
          </a:p>
        </p:txBody>
      </p:sp>
      <p:sp>
        <p:nvSpPr>
          <p:cNvPr id="1066" name="Google Shape;1066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7" name="Google Shape;1067;p40"/>
          <p:cNvSpPr/>
          <p:nvPr/>
        </p:nvSpPr>
        <p:spPr>
          <a:xfrm>
            <a:off x="64311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0"/>
          <p:cNvSpPr/>
          <p:nvPr/>
        </p:nvSpPr>
        <p:spPr>
          <a:xfrm>
            <a:off x="78789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0"/>
          <p:cNvSpPr/>
          <p:nvPr/>
        </p:nvSpPr>
        <p:spPr>
          <a:xfrm>
            <a:off x="9326700" y="27845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0"/>
          <p:cNvSpPr/>
          <p:nvPr/>
        </p:nvSpPr>
        <p:spPr>
          <a:xfrm>
            <a:off x="10774500" y="27845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0"/>
          <p:cNvSpPr txBox="1"/>
          <p:nvPr/>
        </p:nvSpPr>
        <p:spPr>
          <a:xfrm>
            <a:off x="110832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40"/>
          <p:cNvCxnSpPr/>
          <p:nvPr/>
        </p:nvCxnSpPr>
        <p:spPr>
          <a:xfrm>
            <a:off x="116130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40"/>
          <p:cNvCxnSpPr/>
          <p:nvPr/>
        </p:nvCxnSpPr>
        <p:spPr>
          <a:xfrm>
            <a:off x="11696988" y="2945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74" name="Google Shape;1074;p40"/>
          <p:cNvSpPr txBox="1"/>
          <p:nvPr/>
        </p:nvSpPr>
        <p:spPr>
          <a:xfrm>
            <a:off x="11595100" y="32562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5" name="Google Shape;1075;p40"/>
          <p:cNvCxnSpPr/>
          <p:nvPr/>
        </p:nvCxnSpPr>
        <p:spPr>
          <a:xfrm>
            <a:off x="11003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40"/>
          <p:cNvSpPr txBox="1"/>
          <p:nvPr/>
        </p:nvSpPr>
        <p:spPr>
          <a:xfrm>
            <a:off x="96354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7" name="Google Shape;1077;p40"/>
          <p:cNvCxnSpPr/>
          <p:nvPr/>
        </p:nvCxnSpPr>
        <p:spPr>
          <a:xfrm>
            <a:off x="10165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40"/>
          <p:cNvCxnSpPr/>
          <p:nvPr/>
        </p:nvCxnSpPr>
        <p:spPr>
          <a:xfrm>
            <a:off x="95556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40"/>
          <p:cNvSpPr txBox="1"/>
          <p:nvPr/>
        </p:nvSpPr>
        <p:spPr>
          <a:xfrm>
            <a:off x="81876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0" name="Google Shape;1080;p40"/>
          <p:cNvCxnSpPr/>
          <p:nvPr/>
        </p:nvCxnSpPr>
        <p:spPr>
          <a:xfrm>
            <a:off x="87174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40"/>
          <p:cNvCxnSpPr/>
          <p:nvPr/>
        </p:nvCxnSpPr>
        <p:spPr>
          <a:xfrm>
            <a:off x="8107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40"/>
          <p:cNvSpPr txBox="1"/>
          <p:nvPr/>
        </p:nvSpPr>
        <p:spPr>
          <a:xfrm>
            <a:off x="6719848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3" name="Google Shape;1083;p40"/>
          <p:cNvCxnSpPr/>
          <p:nvPr/>
        </p:nvCxnSpPr>
        <p:spPr>
          <a:xfrm>
            <a:off x="72496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40"/>
          <p:cNvCxnSpPr/>
          <p:nvPr/>
        </p:nvCxnSpPr>
        <p:spPr>
          <a:xfrm>
            <a:off x="6640017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40"/>
          <p:cNvSpPr txBox="1"/>
          <p:nvPr/>
        </p:nvSpPr>
        <p:spPr>
          <a:xfrm>
            <a:off x="51430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6" name="Google Shape;1086;p40"/>
          <p:cNvCxnSpPr/>
          <p:nvPr/>
        </p:nvCxnSpPr>
        <p:spPr>
          <a:xfrm flipH="1" rot="10800000">
            <a:off x="87444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7" name="Google Shape;1087;p40"/>
          <p:cNvCxnSpPr/>
          <p:nvPr/>
        </p:nvCxnSpPr>
        <p:spPr>
          <a:xfrm flipH="1">
            <a:off x="88968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8" name="Google Shape;1088;p40"/>
          <p:cNvCxnSpPr/>
          <p:nvPr/>
        </p:nvCxnSpPr>
        <p:spPr>
          <a:xfrm flipH="1" rot="10800000">
            <a:off x="101922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89" name="Google Shape;1089;p40"/>
          <p:cNvCxnSpPr/>
          <p:nvPr/>
        </p:nvCxnSpPr>
        <p:spPr>
          <a:xfrm flipH="1">
            <a:off x="103446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90" name="Google Shape;1090;p40"/>
          <p:cNvSpPr txBox="1"/>
          <p:nvPr/>
        </p:nvSpPr>
        <p:spPr>
          <a:xfrm>
            <a:off x="10934246" y="2310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40"/>
          <p:cNvSpPr txBox="1"/>
          <p:nvPr/>
        </p:nvSpPr>
        <p:spPr>
          <a:xfrm>
            <a:off x="838200" y="1831925"/>
            <a:ext cx="354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50 at index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0"/>
          <p:cNvSpPr/>
          <p:nvPr/>
        </p:nvSpPr>
        <p:spPr>
          <a:xfrm>
            <a:off x="4983300" y="27845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0"/>
          <p:cNvSpPr txBox="1"/>
          <p:nvPr/>
        </p:nvSpPr>
        <p:spPr>
          <a:xfrm>
            <a:off x="5292031" y="27109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4" name="Google Shape;1094;p40"/>
          <p:cNvCxnSpPr/>
          <p:nvPr/>
        </p:nvCxnSpPr>
        <p:spPr>
          <a:xfrm>
            <a:off x="58218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40"/>
          <p:cNvCxnSpPr/>
          <p:nvPr/>
        </p:nvCxnSpPr>
        <p:spPr>
          <a:xfrm>
            <a:off x="5212200" y="27845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40"/>
          <p:cNvCxnSpPr/>
          <p:nvPr/>
        </p:nvCxnSpPr>
        <p:spPr>
          <a:xfrm rot="10800000">
            <a:off x="4905163" y="24994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97" name="Google Shape;1097;p40"/>
          <p:cNvSpPr txBox="1"/>
          <p:nvPr/>
        </p:nvSpPr>
        <p:spPr>
          <a:xfrm>
            <a:off x="4532675" y="20638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8" name="Google Shape;1098;p40"/>
          <p:cNvCxnSpPr/>
          <p:nvPr/>
        </p:nvCxnSpPr>
        <p:spPr>
          <a:xfrm flipH="1" rot="10800000">
            <a:off x="5848831" y="2850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9" name="Google Shape;1099;p40"/>
          <p:cNvCxnSpPr/>
          <p:nvPr/>
        </p:nvCxnSpPr>
        <p:spPr>
          <a:xfrm flipH="1">
            <a:off x="6001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00" name="Google Shape;1100;p40"/>
          <p:cNvSpPr/>
          <p:nvPr/>
        </p:nvSpPr>
        <p:spPr>
          <a:xfrm>
            <a:off x="7646125" y="15241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0"/>
          <p:cNvSpPr txBox="1"/>
          <p:nvPr/>
        </p:nvSpPr>
        <p:spPr>
          <a:xfrm>
            <a:off x="7954856" y="14505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2" name="Google Shape;1102;p40"/>
          <p:cNvCxnSpPr/>
          <p:nvPr/>
        </p:nvCxnSpPr>
        <p:spPr>
          <a:xfrm>
            <a:off x="84846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40"/>
          <p:cNvCxnSpPr/>
          <p:nvPr/>
        </p:nvCxnSpPr>
        <p:spPr>
          <a:xfrm>
            <a:off x="7875025" y="15241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4" name="Google Shape;1104;p40"/>
          <p:cNvSpPr/>
          <p:nvPr/>
        </p:nvSpPr>
        <p:spPr>
          <a:xfrm>
            <a:off x="348050" y="3489275"/>
            <a:ext cx="3931500" cy="36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0"/>
          <p:cNvSpPr/>
          <p:nvPr/>
        </p:nvSpPr>
        <p:spPr>
          <a:xfrm>
            <a:off x="7932425" y="1749975"/>
            <a:ext cx="618683" cy="1013127"/>
          </a:xfrm>
          <a:custGeom>
            <a:rect b="b" l="l" r="r" t="t"/>
            <a:pathLst>
              <a:path extrusionOk="0" h="40005" w="24384">
                <a:moveTo>
                  <a:pt x="24384" y="0"/>
                </a:moveTo>
                <a:cubicBezTo>
                  <a:pt x="23622" y="1016"/>
                  <a:pt x="22860" y="2381"/>
                  <a:pt x="19812" y="6096"/>
                </a:cubicBezTo>
                <a:cubicBezTo>
                  <a:pt x="16764" y="9811"/>
                  <a:pt x="9398" y="16638"/>
                  <a:pt x="6096" y="22289"/>
                </a:cubicBezTo>
                <a:cubicBezTo>
                  <a:pt x="2794" y="27941"/>
                  <a:pt x="1016" y="37052"/>
                  <a:pt x="0" y="4000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06" name="Google Shape;1106;p40"/>
          <p:cNvSpPr/>
          <p:nvPr/>
        </p:nvSpPr>
        <p:spPr>
          <a:xfrm>
            <a:off x="7482850" y="1749975"/>
            <a:ext cx="404800" cy="1055138"/>
          </a:xfrm>
          <a:custGeom>
            <a:rect b="b" l="l" r="r" t="t"/>
            <a:pathLst>
              <a:path extrusionOk="0" h="41148" w="16192">
                <a:moveTo>
                  <a:pt x="13525" y="0"/>
                </a:moveTo>
                <a:cubicBezTo>
                  <a:pt x="13970" y="1302"/>
                  <a:pt x="16192" y="4572"/>
                  <a:pt x="16192" y="7810"/>
                </a:cubicBezTo>
                <a:cubicBezTo>
                  <a:pt x="16192" y="11049"/>
                  <a:pt x="15208" y="15081"/>
                  <a:pt x="13525" y="19431"/>
                </a:cubicBezTo>
                <a:cubicBezTo>
                  <a:pt x="11842" y="23781"/>
                  <a:pt x="8350" y="30290"/>
                  <a:pt x="6096" y="33909"/>
                </a:cubicBezTo>
                <a:cubicBezTo>
                  <a:pt x="3842" y="37529"/>
                  <a:pt x="1016" y="39942"/>
                  <a:pt x="0" y="4114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07" name="Google Shape;1107;p40"/>
          <p:cNvSpPr/>
          <p:nvPr/>
        </p:nvSpPr>
        <p:spPr>
          <a:xfrm>
            <a:off x="7253375" y="1767775"/>
            <a:ext cx="353300" cy="1087598"/>
          </a:xfrm>
          <a:custGeom>
            <a:rect b="b" l="l" r="r" t="t"/>
            <a:pathLst>
              <a:path extrusionOk="0" h="42630" w="14132">
                <a:moveTo>
                  <a:pt x="2409" y="42630"/>
                </a:moveTo>
                <a:cubicBezTo>
                  <a:pt x="2009" y="41609"/>
                  <a:pt x="-33" y="39921"/>
                  <a:pt x="11" y="36502"/>
                </a:cubicBezTo>
                <a:cubicBezTo>
                  <a:pt x="55" y="33083"/>
                  <a:pt x="322" y="28198"/>
                  <a:pt x="2675" y="22114"/>
                </a:cubicBezTo>
                <a:cubicBezTo>
                  <a:pt x="5029" y="16030"/>
                  <a:pt x="12223" y="3686"/>
                  <a:pt x="1413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08" name="Google Shape;1108;p40"/>
          <p:cNvSpPr/>
          <p:nvPr/>
        </p:nvSpPr>
        <p:spPr>
          <a:xfrm>
            <a:off x="8001000" y="1840225"/>
            <a:ext cx="623900" cy="1055187"/>
          </a:xfrm>
          <a:custGeom>
            <a:rect b="b" l="l" r="r" t="t"/>
            <a:pathLst>
              <a:path extrusionOk="0" h="39624" w="24956">
                <a:moveTo>
                  <a:pt x="0" y="39624"/>
                </a:moveTo>
                <a:cubicBezTo>
                  <a:pt x="3461" y="36830"/>
                  <a:pt x="16606" y="29464"/>
                  <a:pt x="20765" y="22860"/>
                </a:cubicBezTo>
                <a:cubicBezTo>
                  <a:pt x="24924" y="16256"/>
                  <a:pt x="24258" y="3810"/>
                  <a:pt x="2495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109" name="Google Shape;1109;p40"/>
          <p:cNvSpPr/>
          <p:nvPr/>
        </p:nvSpPr>
        <p:spPr>
          <a:xfrm>
            <a:off x="47547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0"/>
          <p:cNvSpPr/>
          <p:nvPr/>
        </p:nvSpPr>
        <p:spPr>
          <a:xfrm>
            <a:off x="78027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0"/>
          <p:cNvSpPr/>
          <p:nvPr/>
        </p:nvSpPr>
        <p:spPr>
          <a:xfrm>
            <a:off x="9250500" y="4079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0"/>
          <p:cNvSpPr/>
          <p:nvPr/>
        </p:nvSpPr>
        <p:spPr>
          <a:xfrm>
            <a:off x="10698300" y="4079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0"/>
          <p:cNvSpPr txBox="1"/>
          <p:nvPr/>
        </p:nvSpPr>
        <p:spPr>
          <a:xfrm>
            <a:off x="110070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4" name="Google Shape;1114;p40"/>
          <p:cNvCxnSpPr/>
          <p:nvPr/>
        </p:nvCxnSpPr>
        <p:spPr>
          <a:xfrm>
            <a:off x="115368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40"/>
          <p:cNvCxnSpPr/>
          <p:nvPr/>
        </p:nvCxnSpPr>
        <p:spPr>
          <a:xfrm>
            <a:off x="11620788" y="4240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16" name="Google Shape;1116;p40"/>
          <p:cNvSpPr txBox="1"/>
          <p:nvPr/>
        </p:nvSpPr>
        <p:spPr>
          <a:xfrm>
            <a:off x="11518900" y="4551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7" name="Google Shape;1117;p40"/>
          <p:cNvCxnSpPr/>
          <p:nvPr/>
        </p:nvCxnSpPr>
        <p:spPr>
          <a:xfrm>
            <a:off x="109272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40"/>
          <p:cNvSpPr txBox="1"/>
          <p:nvPr/>
        </p:nvSpPr>
        <p:spPr>
          <a:xfrm>
            <a:off x="95592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9" name="Google Shape;1119;p40"/>
          <p:cNvCxnSpPr/>
          <p:nvPr/>
        </p:nvCxnSpPr>
        <p:spPr>
          <a:xfrm>
            <a:off x="100890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40"/>
          <p:cNvCxnSpPr/>
          <p:nvPr/>
        </p:nvCxnSpPr>
        <p:spPr>
          <a:xfrm>
            <a:off x="94794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40"/>
          <p:cNvSpPr txBox="1"/>
          <p:nvPr/>
        </p:nvSpPr>
        <p:spPr>
          <a:xfrm>
            <a:off x="81114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2" name="Google Shape;1122;p40"/>
          <p:cNvCxnSpPr/>
          <p:nvPr/>
        </p:nvCxnSpPr>
        <p:spPr>
          <a:xfrm>
            <a:off x="86412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40"/>
          <p:cNvCxnSpPr/>
          <p:nvPr/>
        </p:nvCxnSpPr>
        <p:spPr>
          <a:xfrm>
            <a:off x="80316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40"/>
          <p:cNvSpPr txBox="1"/>
          <p:nvPr/>
        </p:nvSpPr>
        <p:spPr>
          <a:xfrm>
            <a:off x="5043448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5" name="Google Shape;1125;p40"/>
          <p:cNvCxnSpPr/>
          <p:nvPr/>
        </p:nvCxnSpPr>
        <p:spPr>
          <a:xfrm>
            <a:off x="5573217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0"/>
          <p:cNvCxnSpPr/>
          <p:nvPr/>
        </p:nvCxnSpPr>
        <p:spPr>
          <a:xfrm>
            <a:off x="4963617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" name="Google Shape;1127;p40"/>
          <p:cNvSpPr txBox="1"/>
          <p:nvPr/>
        </p:nvSpPr>
        <p:spPr>
          <a:xfrm>
            <a:off x="3466646" y="3605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8" name="Google Shape;1128;p40"/>
          <p:cNvCxnSpPr/>
          <p:nvPr/>
        </p:nvCxnSpPr>
        <p:spPr>
          <a:xfrm flipH="1" rot="10800000">
            <a:off x="86682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9" name="Google Shape;1129;p40"/>
          <p:cNvCxnSpPr/>
          <p:nvPr/>
        </p:nvCxnSpPr>
        <p:spPr>
          <a:xfrm flipH="1">
            <a:off x="88206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0" name="Google Shape;1130;p40"/>
          <p:cNvCxnSpPr/>
          <p:nvPr/>
        </p:nvCxnSpPr>
        <p:spPr>
          <a:xfrm flipH="1" rot="10800000">
            <a:off x="101160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1" name="Google Shape;1131;p40"/>
          <p:cNvCxnSpPr/>
          <p:nvPr/>
        </p:nvCxnSpPr>
        <p:spPr>
          <a:xfrm flipH="1">
            <a:off x="102684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2" name="Google Shape;1132;p40"/>
          <p:cNvSpPr txBox="1"/>
          <p:nvPr/>
        </p:nvSpPr>
        <p:spPr>
          <a:xfrm>
            <a:off x="10781846" y="3605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0"/>
          <p:cNvSpPr/>
          <p:nvPr/>
        </p:nvSpPr>
        <p:spPr>
          <a:xfrm>
            <a:off x="3306900" y="4079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40"/>
          <p:cNvSpPr txBox="1"/>
          <p:nvPr/>
        </p:nvSpPr>
        <p:spPr>
          <a:xfrm>
            <a:off x="3615631" y="4006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5" name="Google Shape;1135;p40"/>
          <p:cNvCxnSpPr/>
          <p:nvPr/>
        </p:nvCxnSpPr>
        <p:spPr>
          <a:xfrm>
            <a:off x="41454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40"/>
          <p:cNvCxnSpPr/>
          <p:nvPr/>
        </p:nvCxnSpPr>
        <p:spPr>
          <a:xfrm>
            <a:off x="3535800" y="4079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40"/>
          <p:cNvCxnSpPr/>
          <p:nvPr/>
        </p:nvCxnSpPr>
        <p:spPr>
          <a:xfrm rot="10800000">
            <a:off x="3228763" y="3794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8" name="Google Shape;1138;p40"/>
          <p:cNvSpPr txBox="1"/>
          <p:nvPr/>
        </p:nvSpPr>
        <p:spPr>
          <a:xfrm>
            <a:off x="2856275" y="3359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9" name="Google Shape;1139;p40"/>
          <p:cNvCxnSpPr/>
          <p:nvPr/>
        </p:nvCxnSpPr>
        <p:spPr>
          <a:xfrm flipH="1" rot="10800000">
            <a:off x="4172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40" name="Google Shape;1140;p40"/>
          <p:cNvCxnSpPr/>
          <p:nvPr/>
        </p:nvCxnSpPr>
        <p:spPr>
          <a:xfrm flipH="1">
            <a:off x="4324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41" name="Google Shape;1141;p40"/>
          <p:cNvSpPr/>
          <p:nvPr/>
        </p:nvSpPr>
        <p:spPr>
          <a:xfrm>
            <a:off x="6299850" y="4077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0"/>
          <p:cNvSpPr txBox="1"/>
          <p:nvPr/>
        </p:nvSpPr>
        <p:spPr>
          <a:xfrm>
            <a:off x="6608581" y="4003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3" name="Google Shape;1143;p40"/>
          <p:cNvCxnSpPr/>
          <p:nvPr/>
        </p:nvCxnSpPr>
        <p:spPr>
          <a:xfrm>
            <a:off x="7138350" y="4077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40"/>
          <p:cNvCxnSpPr/>
          <p:nvPr/>
        </p:nvCxnSpPr>
        <p:spPr>
          <a:xfrm>
            <a:off x="6528750" y="4040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45" name="Google Shape;11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602" y="4709625"/>
            <a:ext cx="4503700" cy="192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46" name="Google Shape;1146;p40"/>
          <p:cNvCxnSpPr/>
          <p:nvPr/>
        </p:nvCxnSpPr>
        <p:spPr>
          <a:xfrm flipH="1" rot="10800000">
            <a:off x="7220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47" name="Google Shape;1147;p40"/>
          <p:cNvCxnSpPr/>
          <p:nvPr/>
        </p:nvCxnSpPr>
        <p:spPr>
          <a:xfrm flipH="1">
            <a:off x="7372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48" name="Google Shape;1148;p40"/>
          <p:cNvCxnSpPr/>
          <p:nvPr/>
        </p:nvCxnSpPr>
        <p:spPr>
          <a:xfrm flipH="1" rot="10800000">
            <a:off x="5696431" y="4145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49" name="Google Shape;1149;p40"/>
          <p:cNvCxnSpPr/>
          <p:nvPr/>
        </p:nvCxnSpPr>
        <p:spPr>
          <a:xfrm flipH="1">
            <a:off x="5848831" y="4298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50" name="Google Shape;1150;p40"/>
          <p:cNvSpPr/>
          <p:nvPr/>
        </p:nvSpPr>
        <p:spPr>
          <a:xfrm>
            <a:off x="8034025" y="3329900"/>
            <a:ext cx="353400" cy="585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0"/>
          <p:cNvSpPr/>
          <p:nvPr/>
        </p:nvSpPr>
        <p:spPr>
          <a:xfrm>
            <a:off x="6147113" y="2507641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152" name="Google Shape;115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3650" y="5570328"/>
            <a:ext cx="756220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Rule</a:t>
            </a:r>
            <a:endParaRPr/>
          </a:p>
        </p:txBody>
      </p:sp>
      <p:sp>
        <p:nvSpPr>
          <p:cNvPr id="1158" name="Google Shape;1158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Better to connect the new node with the linked list first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Less risk of </a:t>
            </a:r>
            <a:r>
              <a:rPr lang="en-US" sz="2200"/>
              <a:t>breaking the list or losing references to other nodes</a:t>
            </a:r>
            <a:endParaRPr sz="22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200"/>
              <a:t>Think: what would happen if </a:t>
            </a: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prev.next = newNode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200"/>
              <a:t>was executed first?</a:t>
            </a:r>
            <a:endParaRPr sz="2200"/>
          </a:p>
        </p:txBody>
      </p:sp>
      <p:sp>
        <p:nvSpPr>
          <p:cNvPr id="1159" name="Google Shape;1159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165" name="Google Shape;1165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6" name="Google Shape;1166;p42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42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2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2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2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1" name="Google Shape;1171;p42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42"/>
          <p:cNvCxnSpPr/>
          <p:nvPr/>
        </p:nvCxnSpPr>
        <p:spPr>
          <a:xfrm>
            <a:off x="89537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73" name="Google Shape;1173;p42"/>
          <p:cNvSpPr txBox="1"/>
          <p:nvPr/>
        </p:nvSpPr>
        <p:spPr>
          <a:xfrm>
            <a:off x="88519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4" name="Google Shape;1174;p42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42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6" name="Google Shape;1176;p42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42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8" name="Google Shape;1178;p42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9" name="Google Shape;1179;p42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42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1" name="Google Shape;1181;p42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2" name="Google Shape;1182;p42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42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4" name="Google Shape;1184;p42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5" name="Google Shape;1185;p42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6" name="Google Shape;1186;p42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7" name="Google Shape;1187;p42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8" name="Google Shape;1188;p42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89" name="Google Shape;1189;p42"/>
          <p:cNvSpPr txBox="1"/>
          <p:nvPr/>
        </p:nvSpPr>
        <p:spPr>
          <a:xfrm>
            <a:off x="8114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2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2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2" name="Google Shape;1192;p42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42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42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95" name="Google Shape;1195;p42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6" name="Google Shape;1196;p42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7" name="Google Shape;1197;p42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98" name="Google Shape;1198;p42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42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0" name="Google Shape;1200;p42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42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42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3" name="Google Shape;1203;p42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4" name="Google Shape;1204;p42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5" name="Google Shape;1205;p42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06" name="Google Shape;1206;p42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7" name="Google Shape;12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8" name="Google Shape;1208;p42"/>
          <p:cNvSpPr/>
          <p:nvPr/>
        </p:nvSpPr>
        <p:spPr>
          <a:xfrm>
            <a:off x="276400" y="5011825"/>
            <a:ext cx="4446000" cy="144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214" name="Google Shape;1214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5" name="Google Shape;1215;p43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3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3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3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3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0" name="Google Shape;1220;p43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43"/>
          <p:cNvCxnSpPr/>
          <p:nvPr/>
        </p:nvCxnSpPr>
        <p:spPr>
          <a:xfrm>
            <a:off x="89537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22" name="Google Shape;1222;p43"/>
          <p:cNvSpPr txBox="1"/>
          <p:nvPr/>
        </p:nvSpPr>
        <p:spPr>
          <a:xfrm>
            <a:off x="88519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43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43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5" name="Google Shape;1225;p43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43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43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8" name="Google Shape;1228;p43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43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0" name="Google Shape;1230;p43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1" name="Google Shape;1231;p43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43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43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4" name="Google Shape;1234;p43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5" name="Google Shape;1235;p43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6" name="Google Shape;1236;p43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7" name="Google Shape;1237;p43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38" name="Google Shape;1238;p43"/>
          <p:cNvSpPr txBox="1"/>
          <p:nvPr/>
        </p:nvSpPr>
        <p:spPr>
          <a:xfrm>
            <a:off x="8114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3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43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1" name="Google Shape;1241;p43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2" name="Google Shape;1242;p43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43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4" name="Google Shape;1244;p43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5" name="Google Shape;1245;p43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46" name="Google Shape;1246;p43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7" name="Google Shape;1247;p43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3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9" name="Google Shape;1249;p43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43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43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52" name="Google Shape;1252;p43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53" name="Google Shape;1253;p43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54" name="Google Shape;1254;p43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255" name="Google Shape;1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6" name="Google Shape;1256;p43"/>
          <p:cNvSpPr/>
          <p:nvPr/>
        </p:nvSpPr>
        <p:spPr>
          <a:xfrm>
            <a:off x="276400" y="5337775"/>
            <a:ext cx="4446000" cy="112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43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3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9" name="Google Shape;1259;p43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43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61" name="Google Shape;1261;p43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2" name="Google Shape;1262;p43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43"/>
          <p:cNvCxnSpPr/>
          <p:nvPr/>
        </p:nvCxnSpPr>
        <p:spPr>
          <a:xfrm rot="10800000">
            <a:off x="9549188" y="934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64" name="Google Shape;1264;p43"/>
          <p:cNvSpPr txBox="1"/>
          <p:nvPr/>
        </p:nvSpPr>
        <p:spPr>
          <a:xfrm>
            <a:off x="9176700" y="4986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3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271" name="Google Shape;1271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2" name="Google Shape;1272;p44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4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4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4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4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7" name="Google Shape;1277;p44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44"/>
          <p:cNvCxnSpPr/>
          <p:nvPr/>
        </p:nvCxnSpPr>
        <p:spPr>
          <a:xfrm>
            <a:off x="89537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9" name="Google Shape;1279;p44"/>
          <p:cNvSpPr txBox="1"/>
          <p:nvPr/>
        </p:nvSpPr>
        <p:spPr>
          <a:xfrm>
            <a:off x="88519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0" name="Google Shape;1280;p44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p44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2" name="Google Shape;1282;p44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44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44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5" name="Google Shape;1285;p44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44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p44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8" name="Google Shape;1288;p44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44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44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1" name="Google Shape;1291;p44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92" name="Google Shape;1292;p44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93" name="Google Shape;1293;p44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94" name="Google Shape;1294;p44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95" name="Google Shape;1295;p44"/>
          <p:cNvSpPr txBox="1"/>
          <p:nvPr/>
        </p:nvSpPr>
        <p:spPr>
          <a:xfrm>
            <a:off x="8114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44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44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44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44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44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01" name="Google Shape;1301;p44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2" name="Google Shape;1302;p44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3" name="Google Shape;1303;p44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04" name="Google Shape;1304;p44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44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6" name="Google Shape;1306;p44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44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44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9" name="Google Shape;1309;p44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0" name="Google Shape;1310;p44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1" name="Google Shape;1311;p44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312" name="Google Shape;13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3" name="Google Shape;1313;p44"/>
          <p:cNvSpPr/>
          <p:nvPr/>
        </p:nvSpPr>
        <p:spPr>
          <a:xfrm>
            <a:off x="276400" y="5585500"/>
            <a:ext cx="4446000" cy="87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4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44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44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44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18" name="Google Shape;1318;p44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9" name="Google Shape;1319;p44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44"/>
          <p:cNvCxnSpPr/>
          <p:nvPr/>
        </p:nvCxnSpPr>
        <p:spPr>
          <a:xfrm rot="10800000">
            <a:off x="9549188" y="934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21" name="Google Shape;1321;p44"/>
          <p:cNvSpPr txBox="1"/>
          <p:nvPr/>
        </p:nvSpPr>
        <p:spPr>
          <a:xfrm>
            <a:off x="9176700" y="498657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4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23" name="Google Shape;1323;p44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329" name="Google Shape;1329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0" name="Google Shape;1330;p45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5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45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45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45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5" name="Google Shape;1335;p45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45"/>
          <p:cNvCxnSpPr/>
          <p:nvPr/>
        </p:nvCxnSpPr>
        <p:spPr>
          <a:xfrm>
            <a:off x="89537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37" name="Google Shape;1337;p45"/>
          <p:cNvSpPr txBox="1"/>
          <p:nvPr/>
        </p:nvSpPr>
        <p:spPr>
          <a:xfrm>
            <a:off x="88519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8" name="Google Shape;1338;p45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9" name="Google Shape;1339;p45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0" name="Google Shape;1340;p45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45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p45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45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45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45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6" name="Google Shape;1346;p45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45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45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9" name="Google Shape;1349;p45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50" name="Google Shape;1350;p45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51" name="Google Shape;1351;p45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52" name="Google Shape;1352;p45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3" name="Google Shape;1353;p45"/>
          <p:cNvSpPr txBox="1"/>
          <p:nvPr/>
        </p:nvSpPr>
        <p:spPr>
          <a:xfrm>
            <a:off x="8114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45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45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6" name="Google Shape;1356;p45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45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45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9" name="Google Shape;1359;p45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45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1" name="Google Shape;1361;p45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62" name="Google Shape;1362;p45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45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4" name="Google Shape;1364;p45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45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45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7" name="Google Shape;1367;p45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8" name="Google Shape;1368;p45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69" name="Google Shape;1369;p45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370" name="Google Shape;13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1" name="Google Shape;1371;p45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3" name="Google Shape;1373;p45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45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75" name="Google Shape;1375;p45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6" name="Google Shape;1376;p45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7" name="Google Shape;1377;p45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378" name="Google Shape;137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45"/>
          <p:cNvSpPr/>
          <p:nvPr/>
        </p:nvSpPr>
        <p:spPr>
          <a:xfrm>
            <a:off x="276400" y="5982100"/>
            <a:ext cx="4446000" cy="47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45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381" name="Google Shape;1381;p45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387" name="Google Shape;1387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8" name="Google Shape;1388;p46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46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6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46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46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3" name="Google Shape;1393;p46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46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5" name="Google Shape;1395;p46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6" name="Google Shape;1396;p46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7" name="Google Shape;1397;p46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8" name="Google Shape;1398;p46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9" name="Google Shape;1399;p46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46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46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2" name="Google Shape;1402;p46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46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46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5" name="Google Shape;1405;p46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6" name="Google Shape;1406;p46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7" name="Google Shape;1407;p46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8" name="Google Shape;1408;p46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09" name="Google Shape;1409;p46"/>
          <p:cNvSpPr txBox="1"/>
          <p:nvPr/>
        </p:nvSpPr>
        <p:spPr>
          <a:xfrm>
            <a:off x="8114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6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46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2" name="Google Shape;1412;p46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3" name="Google Shape;1413;p46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46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15" name="Google Shape;1415;p46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6" name="Google Shape;1416;p46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7" name="Google Shape;1417;p46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18" name="Google Shape;1418;p46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46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0" name="Google Shape;1420;p46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46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46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3" name="Google Shape;1423;p46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4" name="Google Shape;1424;p46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25" name="Google Shape;1425;p46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26" name="Google Shape;14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7" name="Google Shape;1427;p46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46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9" name="Google Shape;1429;p46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46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31" name="Google Shape;1431;p46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2" name="Google Shape;1432;p46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3" name="Google Shape;1433;p46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34" name="Google Shape;143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46"/>
          <p:cNvSpPr/>
          <p:nvPr/>
        </p:nvSpPr>
        <p:spPr>
          <a:xfrm>
            <a:off x="276400" y="6242125"/>
            <a:ext cx="4446000" cy="21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46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37" name="Google Shape;1437;p46"/>
          <p:cNvSpPr/>
          <p:nvPr/>
        </p:nvSpPr>
        <p:spPr>
          <a:xfrm>
            <a:off x="8979600" y="1411800"/>
            <a:ext cx="587150" cy="964263"/>
          </a:xfrm>
          <a:custGeom>
            <a:rect b="b" l="l" r="r" t="t"/>
            <a:pathLst>
              <a:path extrusionOk="0" h="35490" w="23486">
                <a:moveTo>
                  <a:pt x="0" y="35490"/>
                </a:moveTo>
                <a:cubicBezTo>
                  <a:pt x="1131" y="32793"/>
                  <a:pt x="2871" y="25225"/>
                  <a:pt x="6785" y="19310"/>
                </a:cubicBezTo>
                <a:cubicBezTo>
                  <a:pt x="10699" y="13395"/>
                  <a:pt x="20703" y="3218"/>
                  <a:pt x="2348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38" name="Google Shape;1438;p46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444" name="Google Shape;1444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5" name="Google Shape;1445;p47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47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47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47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47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0" name="Google Shape;1450;p47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47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47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3" name="Google Shape;1453;p47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47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5" name="Google Shape;1455;p47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6" name="Google Shape;1456;p47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47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8" name="Google Shape;1458;p47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9" name="Google Shape;1459;p47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47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47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2" name="Google Shape;1462;p47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3" name="Google Shape;1463;p47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4" name="Google Shape;1464;p47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65" name="Google Shape;1465;p47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66" name="Google Shape;1466;p47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47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8" name="Google Shape;1468;p47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47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47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71" name="Google Shape;1471;p47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47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3" name="Google Shape;1473;p47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74" name="Google Shape;1474;p47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47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6" name="Google Shape;1476;p47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47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47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9" name="Google Shape;1479;p47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0" name="Google Shape;1480;p47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1" name="Google Shape;1481;p47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82" name="Google Shape;148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3" name="Google Shape;1483;p47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47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5" name="Google Shape;1485;p47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47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87" name="Google Shape;1487;p47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8" name="Google Shape;1488;p47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89" name="Google Shape;14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7"/>
          <p:cNvSpPr txBox="1"/>
          <p:nvPr/>
        </p:nvSpPr>
        <p:spPr>
          <a:xfrm>
            <a:off x="9791246" y="786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47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2" name="Google Shape;1492;p47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93" name="Google Shape;1493;p47"/>
          <p:cNvSpPr/>
          <p:nvPr/>
        </p:nvSpPr>
        <p:spPr>
          <a:xfrm>
            <a:off x="8979600" y="1411800"/>
            <a:ext cx="587150" cy="964263"/>
          </a:xfrm>
          <a:custGeom>
            <a:rect b="b" l="l" r="r" t="t"/>
            <a:pathLst>
              <a:path extrusionOk="0" h="35490" w="23486">
                <a:moveTo>
                  <a:pt x="0" y="35490"/>
                </a:moveTo>
                <a:cubicBezTo>
                  <a:pt x="1131" y="32793"/>
                  <a:pt x="2871" y="25225"/>
                  <a:pt x="6785" y="19310"/>
                </a:cubicBezTo>
                <a:cubicBezTo>
                  <a:pt x="10699" y="13395"/>
                  <a:pt x="20703" y="3218"/>
                  <a:pt x="2348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494" name="Google Shape;1494;p47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35 at the end of the list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5" name="Google Shape;149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7600" y="6143600"/>
            <a:ext cx="756220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4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501" name="Google Shape;1501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2" name="Google Shape;1502;p48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48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48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48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48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7" name="Google Shape;1507;p48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8" name="Google Shape;1508;p48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9" name="Google Shape;1509;p48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0" name="Google Shape;1510;p48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1" name="Google Shape;1511;p48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48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3" name="Google Shape;1513;p48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4" name="Google Shape;1514;p48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5" name="Google Shape;1515;p48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6" name="Google Shape;1516;p48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48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8" name="Google Shape;1518;p48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9" name="Google Shape;1519;p48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20" name="Google Shape;1520;p48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21" name="Google Shape;1521;p48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22" name="Google Shape;1522;p48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23" name="Google Shape;1523;p48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48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5" name="Google Shape;1525;p48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6" name="Google Shape;1526;p48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48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28" name="Google Shape;1528;p48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9" name="Google Shape;1529;p48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0" name="Google Shape;1530;p48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31" name="Google Shape;1531;p48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48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3" name="Google Shape;1533;p48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48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48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6" name="Google Shape;1536;p48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7" name="Google Shape;1537;p48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38" name="Google Shape;1538;p48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539" name="Google Shape;153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0" name="Google Shape;1540;p48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8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2" name="Google Shape;1542;p48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48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44" name="Google Shape;1544;p48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5" name="Google Shape;1545;p48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46" name="Google Shape;154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48"/>
          <p:cNvSpPr txBox="1"/>
          <p:nvPr/>
        </p:nvSpPr>
        <p:spPr>
          <a:xfrm>
            <a:off x="9791246" y="786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8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9" name="Google Shape;1549;p48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50" name="Google Shape;1550;p48"/>
          <p:cNvSpPr/>
          <p:nvPr/>
        </p:nvSpPr>
        <p:spPr>
          <a:xfrm>
            <a:off x="8979600" y="1411800"/>
            <a:ext cx="587150" cy="964263"/>
          </a:xfrm>
          <a:custGeom>
            <a:rect b="b" l="l" r="r" t="t"/>
            <a:pathLst>
              <a:path extrusionOk="0" h="35490" w="23486">
                <a:moveTo>
                  <a:pt x="0" y="35490"/>
                </a:moveTo>
                <a:cubicBezTo>
                  <a:pt x="1131" y="32793"/>
                  <a:pt x="2871" y="25225"/>
                  <a:pt x="6785" y="19310"/>
                </a:cubicBezTo>
                <a:cubicBezTo>
                  <a:pt x="10699" y="13395"/>
                  <a:pt x="20703" y="3218"/>
                  <a:pt x="2348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551" name="Google Shape;1551;p48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insertions?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2" name="Google Shape;155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7600" y="6143600"/>
            <a:ext cx="756220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48"/>
          <p:cNvSpPr/>
          <p:nvPr/>
        </p:nvSpPr>
        <p:spPr>
          <a:xfrm>
            <a:off x="315750" y="5258325"/>
            <a:ext cx="4390200" cy="326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(Tail)</a:t>
            </a:r>
            <a:endParaRPr/>
          </a:p>
        </p:txBody>
      </p:sp>
      <p:sp>
        <p:nvSpPr>
          <p:cNvPr id="1559" name="Google Shape;1559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0" name="Google Shape;1560;p49"/>
          <p:cNvSpPr/>
          <p:nvPr/>
        </p:nvSpPr>
        <p:spPr>
          <a:xfrm>
            <a:off x="2087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9"/>
          <p:cNvSpPr/>
          <p:nvPr/>
        </p:nvSpPr>
        <p:spPr>
          <a:xfrm>
            <a:off x="5135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9"/>
          <p:cNvSpPr/>
          <p:nvPr/>
        </p:nvSpPr>
        <p:spPr>
          <a:xfrm>
            <a:off x="65835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9"/>
          <p:cNvSpPr/>
          <p:nvPr/>
        </p:nvSpPr>
        <p:spPr>
          <a:xfrm>
            <a:off x="80313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49"/>
          <p:cNvSpPr txBox="1"/>
          <p:nvPr/>
        </p:nvSpPr>
        <p:spPr>
          <a:xfrm>
            <a:off x="83400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5" name="Google Shape;1565;p49"/>
          <p:cNvCxnSpPr/>
          <p:nvPr/>
        </p:nvCxnSpPr>
        <p:spPr>
          <a:xfrm>
            <a:off x="8869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6" name="Google Shape;1566;p49"/>
          <p:cNvCxnSpPr/>
          <p:nvPr/>
        </p:nvCxnSpPr>
        <p:spPr>
          <a:xfrm>
            <a:off x="8260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49"/>
          <p:cNvSpPr txBox="1"/>
          <p:nvPr/>
        </p:nvSpPr>
        <p:spPr>
          <a:xfrm>
            <a:off x="6892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8" name="Google Shape;1568;p49"/>
          <p:cNvCxnSpPr/>
          <p:nvPr/>
        </p:nvCxnSpPr>
        <p:spPr>
          <a:xfrm>
            <a:off x="7422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49"/>
          <p:cNvCxnSpPr/>
          <p:nvPr/>
        </p:nvCxnSpPr>
        <p:spPr>
          <a:xfrm>
            <a:off x="6812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0" name="Google Shape;1570;p49"/>
          <p:cNvSpPr txBox="1"/>
          <p:nvPr/>
        </p:nvSpPr>
        <p:spPr>
          <a:xfrm>
            <a:off x="5444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1" name="Google Shape;1571;p49"/>
          <p:cNvCxnSpPr/>
          <p:nvPr/>
        </p:nvCxnSpPr>
        <p:spPr>
          <a:xfrm>
            <a:off x="5974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2" name="Google Shape;1572;p49"/>
          <p:cNvCxnSpPr/>
          <p:nvPr/>
        </p:nvCxnSpPr>
        <p:spPr>
          <a:xfrm>
            <a:off x="5364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49"/>
          <p:cNvSpPr txBox="1"/>
          <p:nvPr/>
        </p:nvSpPr>
        <p:spPr>
          <a:xfrm>
            <a:off x="23764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4" name="Google Shape;1574;p49"/>
          <p:cNvCxnSpPr/>
          <p:nvPr/>
        </p:nvCxnSpPr>
        <p:spPr>
          <a:xfrm>
            <a:off x="29062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49"/>
          <p:cNvCxnSpPr/>
          <p:nvPr/>
        </p:nvCxnSpPr>
        <p:spPr>
          <a:xfrm>
            <a:off x="22966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49"/>
          <p:cNvSpPr txBox="1"/>
          <p:nvPr/>
        </p:nvSpPr>
        <p:spPr>
          <a:xfrm>
            <a:off x="799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7" name="Google Shape;1577;p49"/>
          <p:cNvCxnSpPr/>
          <p:nvPr/>
        </p:nvCxnSpPr>
        <p:spPr>
          <a:xfrm flipH="1" rot="10800000">
            <a:off x="6001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78" name="Google Shape;1578;p49"/>
          <p:cNvCxnSpPr/>
          <p:nvPr/>
        </p:nvCxnSpPr>
        <p:spPr>
          <a:xfrm flipH="1">
            <a:off x="6153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79" name="Google Shape;1579;p49"/>
          <p:cNvCxnSpPr/>
          <p:nvPr/>
        </p:nvCxnSpPr>
        <p:spPr>
          <a:xfrm flipH="1" rot="10800000">
            <a:off x="74490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80" name="Google Shape;1580;p49"/>
          <p:cNvCxnSpPr/>
          <p:nvPr/>
        </p:nvCxnSpPr>
        <p:spPr>
          <a:xfrm flipH="1">
            <a:off x="76014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81" name="Google Shape;1581;p49"/>
          <p:cNvSpPr/>
          <p:nvPr/>
        </p:nvSpPr>
        <p:spPr>
          <a:xfrm>
            <a:off x="639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49"/>
          <p:cNvSpPr txBox="1"/>
          <p:nvPr/>
        </p:nvSpPr>
        <p:spPr>
          <a:xfrm>
            <a:off x="948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3" name="Google Shape;1583;p49"/>
          <p:cNvCxnSpPr/>
          <p:nvPr/>
        </p:nvCxnSpPr>
        <p:spPr>
          <a:xfrm>
            <a:off x="1478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49"/>
          <p:cNvCxnSpPr/>
          <p:nvPr/>
        </p:nvCxnSpPr>
        <p:spPr>
          <a:xfrm>
            <a:off x="868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49"/>
          <p:cNvCxnSpPr/>
          <p:nvPr/>
        </p:nvCxnSpPr>
        <p:spPr>
          <a:xfrm rot="10800000">
            <a:off x="561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86" name="Google Shape;1586;p49"/>
          <p:cNvSpPr txBox="1"/>
          <p:nvPr/>
        </p:nvSpPr>
        <p:spPr>
          <a:xfrm>
            <a:off x="189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7" name="Google Shape;1587;p49"/>
          <p:cNvCxnSpPr/>
          <p:nvPr/>
        </p:nvCxnSpPr>
        <p:spPr>
          <a:xfrm flipH="1" rot="10800000">
            <a:off x="1505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88" name="Google Shape;1588;p49"/>
          <p:cNvCxnSpPr/>
          <p:nvPr/>
        </p:nvCxnSpPr>
        <p:spPr>
          <a:xfrm flipH="1">
            <a:off x="1657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589" name="Google Shape;1589;p49"/>
          <p:cNvSpPr/>
          <p:nvPr/>
        </p:nvSpPr>
        <p:spPr>
          <a:xfrm>
            <a:off x="36328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9"/>
          <p:cNvSpPr txBox="1"/>
          <p:nvPr/>
        </p:nvSpPr>
        <p:spPr>
          <a:xfrm>
            <a:off x="39415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1" name="Google Shape;1591;p49"/>
          <p:cNvCxnSpPr/>
          <p:nvPr/>
        </p:nvCxnSpPr>
        <p:spPr>
          <a:xfrm>
            <a:off x="44713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49"/>
          <p:cNvCxnSpPr/>
          <p:nvPr/>
        </p:nvCxnSpPr>
        <p:spPr>
          <a:xfrm>
            <a:off x="38617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49"/>
          <p:cNvCxnSpPr/>
          <p:nvPr/>
        </p:nvCxnSpPr>
        <p:spPr>
          <a:xfrm flipH="1" rot="10800000">
            <a:off x="4553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4" name="Google Shape;1594;p49"/>
          <p:cNvCxnSpPr/>
          <p:nvPr/>
        </p:nvCxnSpPr>
        <p:spPr>
          <a:xfrm flipH="1">
            <a:off x="4705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5" name="Google Shape;1595;p49"/>
          <p:cNvCxnSpPr/>
          <p:nvPr/>
        </p:nvCxnSpPr>
        <p:spPr>
          <a:xfrm flipH="1" rot="10800000">
            <a:off x="3029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596" name="Google Shape;1596;p49"/>
          <p:cNvCxnSpPr/>
          <p:nvPr/>
        </p:nvCxnSpPr>
        <p:spPr>
          <a:xfrm flipH="1">
            <a:off x="3181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597" name="Google Shape;15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4907500"/>
            <a:ext cx="4739575" cy="17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8" name="Google Shape;1598;p49"/>
          <p:cNvSpPr/>
          <p:nvPr/>
        </p:nvSpPr>
        <p:spPr>
          <a:xfrm>
            <a:off x="9627325" y="1219300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49"/>
          <p:cNvSpPr txBox="1"/>
          <p:nvPr/>
        </p:nvSpPr>
        <p:spPr>
          <a:xfrm>
            <a:off x="9936056" y="1145745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0" name="Google Shape;1600;p49"/>
          <p:cNvCxnSpPr/>
          <p:nvPr/>
        </p:nvCxnSpPr>
        <p:spPr>
          <a:xfrm>
            <a:off x="104658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49"/>
          <p:cNvCxnSpPr/>
          <p:nvPr/>
        </p:nvCxnSpPr>
        <p:spPr>
          <a:xfrm>
            <a:off x="10549813" y="1380250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02" name="Google Shape;1602;p49"/>
          <p:cNvSpPr txBox="1"/>
          <p:nvPr/>
        </p:nvSpPr>
        <p:spPr>
          <a:xfrm>
            <a:off x="10447925" y="1691050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3" name="Google Shape;1603;p49"/>
          <p:cNvCxnSpPr/>
          <p:nvPr/>
        </p:nvCxnSpPr>
        <p:spPr>
          <a:xfrm>
            <a:off x="9856225" y="1219300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4" name="Google Shape;160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79" y="5584144"/>
            <a:ext cx="2594275" cy="96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49"/>
          <p:cNvSpPr txBox="1"/>
          <p:nvPr/>
        </p:nvSpPr>
        <p:spPr>
          <a:xfrm>
            <a:off x="9791246" y="7860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49"/>
          <p:cNvSpPr/>
          <p:nvPr/>
        </p:nvSpPr>
        <p:spPr>
          <a:xfrm>
            <a:off x="7729088" y="1868606"/>
            <a:ext cx="1577150" cy="806850"/>
          </a:xfrm>
          <a:custGeom>
            <a:rect b="b" l="l" r="r" t="t"/>
            <a:pathLst>
              <a:path extrusionOk="0" h="32274" w="63086">
                <a:moveTo>
                  <a:pt x="25618" y="1155"/>
                </a:moveTo>
                <a:cubicBezTo>
                  <a:pt x="17876" y="1851"/>
                  <a:pt x="12134" y="2372"/>
                  <a:pt x="7872" y="4808"/>
                </a:cubicBezTo>
                <a:cubicBezTo>
                  <a:pt x="3610" y="7244"/>
                  <a:pt x="-130" y="11507"/>
                  <a:pt x="44" y="15769"/>
                </a:cubicBezTo>
                <a:cubicBezTo>
                  <a:pt x="218" y="20031"/>
                  <a:pt x="4828" y="27686"/>
                  <a:pt x="8916" y="30382"/>
                </a:cubicBezTo>
                <a:cubicBezTo>
                  <a:pt x="13004" y="33079"/>
                  <a:pt x="17441" y="32035"/>
                  <a:pt x="24574" y="31948"/>
                </a:cubicBezTo>
                <a:cubicBezTo>
                  <a:pt x="31707" y="31861"/>
                  <a:pt x="45451" y="32035"/>
                  <a:pt x="51714" y="29860"/>
                </a:cubicBezTo>
                <a:cubicBezTo>
                  <a:pt x="57977" y="27685"/>
                  <a:pt x="60499" y="22379"/>
                  <a:pt x="62152" y="18900"/>
                </a:cubicBezTo>
                <a:cubicBezTo>
                  <a:pt x="63805" y="15421"/>
                  <a:pt x="62935" y="12029"/>
                  <a:pt x="61630" y="8984"/>
                </a:cubicBezTo>
                <a:cubicBezTo>
                  <a:pt x="60325" y="5940"/>
                  <a:pt x="60325" y="1938"/>
                  <a:pt x="54323" y="633"/>
                </a:cubicBezTo>
                <a:cubicBezTo>
                  <a:pt x="48321" y="-672"/>
                  <a:pt x="33360" y="459"/>
                  <a:pt x="25618" y="115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7" name="Google Shape;1607;p49"/>
          <p:cNvSpPr/>
          <p:nvPr/>
        </p:nvSpPr>
        <p:spPr>
          <a:xfrm>
            <a:off x="9097025" y="1437875"/>
            <a:ext cx="705675" cy="939450"/>
          </a:xfrm>
          <a:custGeom>
            <a:rect b="b" l="l" r="r" t="t"/>
            <a:pathLst>
              <a:path extrusionOk="0" h="37578" w="28227">
                <a:moveTo>
                  <a:pt x="28184" y="0"/>
                </a:moveTo>
                <a:cubicBezTo>
                  <a:pt x="27749" y="1740"/>
                  <a:pt x="29228" y="4872"/>
                  <a:pt x="25574" y="10439"/>
                </a:cubicBezTo>
                <a:cubicBezTo>
                  <a:pt x="21921" y="16006"/>
                  <a:pt x="10525" y="28880"/>
                  <a:pt x="6263" y="33403"/>
                </a:cubicBezTo>
                <a:cubicBezTo>
                  <a:pt x="2001" y="37926"/>
                  <a:pt x="1044" y="36882"/>
                  <a:pt x="0" y="3757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08" name="Google Shape;1608;p49"/>
          <p:cNvSpPr/>
          <p:nvPr/>
        </p:nvSpPr>
        <p:spPr>
          <a:xfrm>
            <a:off x="8979600" y="1411800"/>
            <a:ext cx="587150" cy="964263"/>
          </a:xfrm>
          <a:custGeom>
            <a:rect b="b" l="l" r="r" t="t"/>
            <a:pathLst>
              <a:path extrusionOk="0" h="35490" w="23486">
                <a:moveTo>
                  <a:pt x="0" y="35490"/>
                </a:moveTo>
                <a:cubicBezTo>
                  <a:pt x="1131" y="32793"/>
                  <a:pt x="2871" y="25225"/>
                  <a:pt x="6785" y="19310"/>
                </a:cubicBezTo>
                <a:cubicBezTo>
                  <a:pt x="10699" y="13395"/>
                  <a:pt x="20703" y="3218"/>
                  <a:pt x="2348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1609" name="Google Shape;1609;p49"/>
          <p:cNvSpPr txBox="1"/>
          <p:nvPr/>
        </p:nvSpPr>
        <p:spPr>
          <a:xfrm>
            <a:off x="2240100" y="338892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insertions?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0" name="Google Shape;161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7160" y="5235275"/>
            <a:ext cx="791213" cy="38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49"/>
          <p:cNvSpPr/>
          <p:nvPr/>
        </p:nvSpPr>
        <p:spPr>
          <a:xfrm>
            <a:off x="2479175" y="5285350"/>
            <a:ext cx="2178900" cy="29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49"/>
          <p:cNvSpPr/>
          <p:nvPr/>
        </p:nvSpPr>
        <p:spPr>
          <a:xfrm>
            <a:off x="315750" y="5258325"/>
            <a:ext cx="2166000" cy="3261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3" name="Google Shape;161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0300" y="6097375"/>
            <a:ext cx="791225" cy="52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619" name="Google Shape;1619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0" name="Google Shape;1620;p50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0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0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50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5" name="Google Shape;1625;p50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50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27" name="Google Shape;1627;p50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8" name="Google Shape;1628;p50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9" name="Google Shape;1629;p50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0" name="Google Shape;1630;p50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50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50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3" name="Google Shape;1633;p50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50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50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6" name="Google Shape;1636;p50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7" name="Google Shape;1637;p50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50"/>
          <p:cNvSpPr txBox="1"/>
          <p:nvPr/>
        </p:nvSpPr>
        <p:spPr>
          <a:xfrm>
            <a:off x="2399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9" name="Google Shape;1639;p50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0" name="Google Shape;1640;p50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1" name="Google Shape;1641;p50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42" name="Google Shape;1642;p50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43" name="Google Shape;1643;p50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50"/>
          <p:cNvSpPr/>
          <p:nvPr/>
        </p:nvSpPr>
        <p:spPr>
          <a:xfrm>
            <a:off x="22401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50"/>
          <p:cNvSpPr txBox="1"/>
          <p:nvPr/>
        </p:nvSpPr>
        <p:spPr>
          <a:xfrm>
            <a:off x="25488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6" name="Google Shape;1646;p50"/>
          <p:cNvCxnSpPr/>
          <p:nvPr/>
        </p:nvCxnSpPr>
        <p:spPr>
          <a:xfrm>
            <a:off x="3078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7" name="Google Shape;1647;p50"/>
          <p:cNvCxnSpPr/>
          <p:nvPr/>
        </p:nvCxnSpPr>
        <p:spPr>
          <a:xfrm>
            <a:off x="2469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8" name="Google Shape;1648;p50"/>
          <p:cNvCxnSpPr/>
          <p:nvPr/>
        </p:nvCxnSpPr>
        <p:spPr>
          <a:xfrm rot="10800000">
            <a:off x="21619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49" name="Google Shape;1649;p50"/>
          <p:cNvSpPr txBox="1"/>
          <p:nvPr/>
        </p:nvSpPr>
        <p:spPr>
          <a:xfrm>
            <a:off x="17894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0" name="Google Shape;1650;p50"/>
          <p:cNvCxnSpPr/>
          <p:nvPr/>
        </p:nvCxnSpPr>
        <p:spPr>
          <a:xfrm flipH="1" rot="10800000">
            <a:off x="3105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1" name="Google Shape;1651;p50"/>
          <p:cNvCxnSpPr/>
          <p:nvPr/>
        </p:nvCxnSpPr>
        <p:spPr>
          <a:xfrm flipH="1">
            <a:off x="3258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52" name="Google Shape;1652;p50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50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4" name="Google Shape;1654;p50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50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50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7" name="Google Shape;1657;p50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8" name="Google Shape;1658;p50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59" name="Google Shape;1659;p50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660" name="Google Shape;16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1" name="Google Shape;1661;p50"/>
          <p:cNvSpPr/>
          <p:nvPr/>
        </p:nvSpPr>
        <p:spPr>
          <a:xfrm>
            <a:off x="615400" y="4112199"/>
            <a:ext cx="2842200" cy="228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667" name="Google Shape;1667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8" name="Google Shape;1668;p51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51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1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51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51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3" name="Google Shape;1673;p51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51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75" name="Google Shape;1675;p51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6" name="Google Shape;1676;p51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51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8" name="Google Shape;1678;p51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51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0" name="Google Shape;1680;p51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1" name="Google Shape;1681;p51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51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51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4" name="Google Shape;1684;p51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51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6" name="Google Shape;1686;p51"/>
          <p:cNvSpPr txBox="1"/>
          <p:nvPr/>
        </p:nvSpPr>
        <p:spPr>
          <a:xfrm>
            <a:off x="23998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7" name="Google Shape;1687;p51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8" name="Google Shape;1688;p51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89" name="Google Shape;1689;p51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90" name="Google Shape;1690;p51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91" name="Google Shape;1691;p51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51"/>
          <p:cNvSpPr/>
          <p:nvPr/>
        </p:nvSpPr>
        <p:spPr>
          <a:xfrm>
            <a:off x="22401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1"/>
          <p:cNvSpPr txBox="1"/>
          <p:nvPr/>
        </p:nvSpPr>
        <p:spPr>
          <a:xfrm>
            <a:off x="25488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4" name="Google Shape;1694;p51"/>
          <p:cNvCxnSpPr/>
          <p:nvPr/>
        </p:nvCxnSpPr>
        <p:spPr>
          <a:xfrm>
            <a:off x="3078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51"/>
          <p:cNvCxnSpPr/>
          <p:nvPr/>
        </p:nvCxnSpPr>
        <p:spPr>
          <a:xfrm>
            <a:off x="2469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51"/>
          <p:cNvCxnSpPr/>
          <p:nvPr/>
        </p:nvCxnSpPr>
        <p:spPr>
          <a:xfrm rot="10800000">
            <a:off x="21619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97" name="Google Shape;1697;p51"/>
          <p:cNvSpPr txBox="1"/>
          <p:nvPr/>
        </p:nvSpPr>
        <p:spPr>
          <a:xfrm>
            <a:off x="17894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8" name="Google Shape;1698;p51"/>
          <p:cNvCxnSpPr/>
          <p:nvPr/>
        </p:nvCxnSpPr>
        <p:spPr>
          <a:xfrm flipH="1" rot="10800000">
            <a:off x="3105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99" name="Google Shape;1699;p51"/>
          <p:cNvCxnSpPr/>
          <p:nvPr/>
        </p:nvCxnSpPr>
        <p:spPr>
          <a:xfrm flipH="1">
            <a:off x="3258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00" name="Google Shape;1700;p51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51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2" name="Google Shape;1702;p51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51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51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05" name="Google Shape;1705;p51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06" name="Google Shape;1706;p51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07" name="Google Shape;1707;p51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708" name="Google Shape;17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09" name="Google Shape;1709;p51"/>
          <p:cNvSpPr/>
          <p:nvPr/>
        </p:nvSpPr>
        <p:spPr>
          <a:xfrm>
            <a:off x="615400" y="4412075"/>
            <a:ext cx="2842200" cy="198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715" name="Google Shape;1715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6" name="Google Shape;1716;p52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52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52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52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2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1" name="Google Shape;1721;p52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52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23" name="Google Shape;1723;p52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4" name="Google Shape;1724;p52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5" name="Google Shape;1725;p52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6" name="Google Shape;1726;p52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52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8" name="Google Shape;1728;p52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9" name="Google Shape;1729;p52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52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52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2" name="Google Shape;1732;p52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52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4" name="Google Shape;1734;p52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5" name="Google Shape;1735;p52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36" name="Google Shape;1736;p52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37" name="Google Shape;1737;p52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38" name="Google Shape;1738;p52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39" name="Google Shape;1739;p52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52"/>
          <p:cNvSpPr/>
          <p:nvPr/>
        </p:nvSpPr>
        <p:spPr>
          <a:xfrm>
            <a:off x="22401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52"/>
          <p:cNvSpPr txBox="1"/>
          <p:nvPr/>
        </p:nvSpPr>
        <p:spPr>
          <a:xfrm>
            <a:off x="25488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2" name="Google Shape;1742;p52"/>
          <p:cNvCxnSpPr/>
          <p:nvPr/>
        </p:nvCxnSpPr>
        <p:spPr>
          <a:xfrm>
            <a:off x="3078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52"/>
          <p:cNvCxnSpPr/>
          <p:nvPr/>
        </p:nvCxnSpPr>
        <p:spPr>
          <a:xfrm>
            <a:off x="2469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52"/>
          <p:cNvCxnSpPr/>
          <p:nvPr/>
        </p:nvCxnSpPr>
        <p:spPr>
          <a:xfrm rot="10800000">
            <a:off x="21619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45" name="Google Shape;1745;p52"/>
          <p:cNvSpPr txBox="1"/>
          <p:nvPr/>
        </p:nvSpPr>
        <p:spPr>
          <a:xfrm>
            <a:off x="17894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6" name="Google Shape;1746;p52"/>
          <p:cNvCxnSpPr/>
          <p:nvPr/>
        </p:nvCxnSpPr>
        <p:spPr>
          <a:xfrm flipH="1" rot="10800000">
            <a:off x="3105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47" name="Google Shape;1747;p52"/>
          <p:cNvCxnSpPr/>
          <p:nvPr/>
        </p:nvCxnSpPr>
        <p:spPr>
          <a:xfrm flipH="1">
            <a:off x="3258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48" name="Google Shape;1748;p52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52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0" name="Google Shape;1750;p52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52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52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3" name="Google Shape;1753;p52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4" name="Google Shape;1754;p52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55" name="Google Shape;1755;p52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756" name="Google Shape;17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7" name="Google Shape;1757;p52"/>
          <p:cNvSpPr/>
          <p:nvPr/>
        </p:nvSpPr>
        <p:spPr>
          <a:xfrm>
            <a:off x="615400" y="4659800"/>
            <a:ext cx="2842200" cy="173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763" name="Google Shape;1763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4" name="Google Shape;1764;p53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53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53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53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p53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9" name="Google Shape;1769;p53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53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71" name="Google Shape;1771;p53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2" name="Google Shape;1772;p53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53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4" name="Google Shape;1774;p53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53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6" name="Google Shape;1776;p53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7" name="Google Shape;1777;p53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53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53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0" name="Google Shape;1780;p53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1" name="Google Shape;1781;p53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2" name="Google Shape;1782;p53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3" name="Google Shape;1783;p53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4" name="Google Shape;1784;p53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5" name="Google Shape;1785;p53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786" name="Google Shape;1786;p53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87" name="Google Shape;1787;p53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53"/>
          <p:cNvSpPr/>
          <p:nvPr/>
        </p:nvSpPr>
        <p:spPr>
          <a:xfrm>
            <a:off x="22401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53"/>
          <p:cNvSpPr txBox="1"/>
          <p:nvPr/>
        </p:nvSpPr>
        <p:spPr>
          <a:xfrm>
            <a:off x="25488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0" name="Google Shape;1790;p53"/>
          <p:cNvCxnSpPr/>
          <p:nvPr/>
        </p:nvCxnSpPr>
        <p:spPr>
          <a:xfrm>
            <a:off x="3078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53"/>
          <p:cNvCxnSpPr/>
          <p:nvPr/>
        </p:nvCxnSpPr>
        <p:spPr>
          <a:xfrm>
            <a:off x="2469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53"/>
          <p:cNvCxnSpPr/>
          <p:nvPr/>
        </p:nvCxnSpPr>
        <p:spPr>
          <a:xfrm rot="10800000">
            <a:off x="21619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93" name="Google Shape;1793;p53"/>
          <p:cNvSpPr txBox="1"/>
          <p:nvPr/>
        </p:nvSpPr>
        <p:spPr>
          <a:xfrm>
            <a:off x="17894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53"/>
          <p:cNvCxnSpPr/>
          <p:nvPr/>
        </p:nvCxnSpPr>
        <p:spPr>
          <a:xfrm flipH="1" rot="10800000">
            <a:off x="3105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95" name="Google Shape;1795;p53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53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7" name="Google Shape;1797;p53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53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53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00" name="Google Shape;1800;p53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01" name="Google Shape;1801;p53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02" name="Google Shape;1802;p53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803" name="Google Shape;180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4" name="Google Shape;1804;p53"/>
          <p:cNvSpPr/>
          <p:nvPr/>
        </p:nvSpPr>
        <p:spPr>
          <a:xfrm>
            <a:off x="615400" y="4676375"/>
            <a:ext cx="2842200" cy="107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53"/>
          <p:cNvSpPr/>
          <p:nvPr/>
        </p:nvSpPr>
        <p:spPr>
          <a:xfrm>
            <a:off x="615400" y="6112450"/>
            <a:ext cx="2842200" cy="2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53"/>
          <p:cNvCxnSpPr/>
          <p:nvPr/>
        </p:nvCxnSpPr>
        <p:spPr>
          <a:xfrm rot="10800000">
            <a:off x="3609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07" name="Google Shape;1807;p53"/>
          <p:cNvSpPr txBox="1"/>
          <p:nvPr/>
        </p:nvSpPr>
        <p:spPr>
          <a:xfrm>
            <a:off x="3237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813" name="Google Shape;1813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4" name="Google Shape;1814;p54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54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54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54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54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9" name="Google Shape;1819;p54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0" name="Google Shape;1820;p54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21" name="Google Shape;1821;p54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2" name="Google Shape;1822;p54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3" name="Google Shape;1823;p54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4" name="Google Shape;1824;p54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54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6" name="Google Shape;1826;p54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7" name="Google Shape;1827;p54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8" name="Google Shape;1828;p54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9" name="Google Shape;1829;p54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0" name="Google Shape;1830;p54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1" name="Google Shape;1831;p54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2" name="Google Shape;1832;p54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3" name="Google Shape;1833;p54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4" name="Google Shape;1834;p54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5" name="Google Shape;1835;p54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36" name="Google Shape;1836;p54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37" name="Google Shape;1837;p54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54"/>
          <p:cNvSpPr/>
          <p:nvPr/>
        </p:nvSpPr>
        <p:spPr>
          <a:xfrm>
            <a:off x="22401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54"/>
          <p:cNvSpPr txBox="1"/>
          <p:nvPr/>
        </p:nvSpPr>
        <p:spPr>
          <a:xfrm>
            <a:off x="25488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0" name="Google Shape;1840;p54"/>
          <p:cNvCxnSpPr/>
          <p:nvPr/>
        </p:nvCxnSpPr>
        <p:spPr>
          <a:xfrm>
            <a:off x="3078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54"/>
          <p:cNvCxnSpPr/>
          <p:nvPr/>
        </p:nvCxnSpPr>
        <p:spPr>
          <a:xfrm>
            <a:off x="2469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54"/>
          <p:cNvCxnSpPr/>
          <p:nvPr/>
        </p:nvCxnSpPr>
        <p:spPr>
          <a:xfrm rot="10800000">
            <a:off x="21619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43" name="Google Shape;1843;p54"/>
          <p:cNvSpPr txBox="1"/>
          <p:nvPr/>
        </p:nvSpPr>
        <p:spPr>
          <a:xfrm>
            <a:off x="17894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54"/>
          <p:cNvCxnSpPr/>
          <p:nvPr/>
        </p:nvCxnSpPr>
        <p:spPr>
          <a:xfrm flipH="1" rot="10800000">
            <a:off x="3105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45" name="Google Shape;1845;p54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54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54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54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54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0" name="Google Shape;1850;p54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1" name="Google Shape;1851;p54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52" name="Google Shape;1852;p54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853" name="Google Shape;185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4" name="Google Shape;1854;p54"/>
          <p:cNvSpPr/>
          <p:nvPr/>
        </p:nvSpPr>
        <p:spPr>
          <a:xfrm>
            <a:off x="615400" y="4676375"/>
            <a:ext cx="2842200" cy="107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54"/>
          <p:cNvSpPr/>
          <p:nvPr/>
        </p:nvSpPr>
        <p:spPr>
          <a:xfrm>
            <a:off x="615400" y="6112450"/>
            <a:ext cx="2842200" cy="2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54"/>
          <p:cNvSpPr/>
          <p:nvPr/>
        </p:nvSpPr>
        <p:spPr>
          <a:xfrm>
            <a:off x="1952734" y="205765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57" name="Google Shape;1857;p54"/>
          <p:cNvSpPr txBox="1"/>
          <p:nvPr/>
        </p:nvSpPr>
        <p:spPr>
          <a:xfrm rot="1748884">
            <a:off x="540541" y="2751420"/>
            <a:ext cx="2625710" cy="523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8" name="Google Shape;1858;p54"/>
          <p:cNvCxnSpPr/>
          <p:nvPr/>
        </p:nvCxnSpPr>
        <p:spPr>
          <a:xfrm rot="10800000">
            <a:off x="3609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59" name="Google Shape;1859;p54"/>
          <p:cNvSpPr txBox="1"/>
          <p:nvPr/>
        </p:nvSpPr>
        <p:spPr>
          <a:xfrm>
            <a:off x="3237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865" name="Google Shape;1865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6" name="Google Shape;1866;p55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55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55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55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55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1" name="Google Shape;1871;p55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55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73" name="Google Shape;1873;p55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4" name="Google Shape;1874;p55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55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6" name="Google Shape;1876;p55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55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8" name="Google Shape;1878;p55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9" name="Google Shape;1879;p55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55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1" name="Google Shape;1881;p55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2" name="Google Shape;1882;p55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55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4" name="Google Shape;1884;p55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5" name="Google Shape;1885;p55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86" name="Google Shape;1886;p55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87" name="Google Shape;1887;p55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88" name="Google Shape;1888;p55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89" name="Google Shape;1889;p55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55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55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2" name="Google Shape;1892;p55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55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55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95" name="Google Shape;1895;p55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96" name="Google Shape;1896;p55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897" name="Google Shape;1897;p55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898" name="Google Shape;189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9" name="Google Shape;1899;p55"/>
          <p:cNvSpPr/>
          <p:nvPr/>
        </p:nvSpPr>
        <p:spPr>
          <a:xfrm>
            <a:off x="615400" y="4676375"/>
            <a:ext cx="2842200" cy="107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55"/>
          <p:cNvSpPr/>
          <p:nvPr/>
        </p:nvSpPr>
        <p:spPr>
          <a:xfrm>
            <a:off x="615400" y="6112450"/>
            <a:ext cx="2842200" cy="2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55"/>
          <p:cNvSpPr txBox="1"/>
          <p:nvPr/>
        </p:nvSpPr>
        <p:spPr>
          <a:xfrm rot="1748884">
            <a:off x="540541" y="2751420"/>
            <a:ext cx="2625710" cy="523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2" name="Google Shape;1902;p55"/>
          <p:cNvCxnSpPr/>
          <p:nvPr/>
        </p:nvCxnSpPr>
        <p:spPr>
          <a:xfrm rot="10800000">
            <a:off x="3609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03" name="Google Shape;1903;p55"/>
          <p:cNvSpPr txBox="1"/>
          <p:nvPr/>
        </p:nvSpPr>
        <p:spPr>
          <a:xfrm>
            <a:off x="3237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(Head)</a:t>
            </a:r>
            <a:endParaRPr/>
          </a:p>
        </p:txBody>
      </p:sp>
      <p:sp>
        <p:nvSpPr>
          <p:cNvPr id="1909" name="Google Shape;1909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0" name="Google Shape;1910;p56"/>
          <p:cNvSpPr/>
          <p:nvPr/>
        </p:nvSpPr>
        <p:spPr>
          <a:xfrm>
            <a:off x="3687900" y="22511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56"/>
          <p:cNvSpPr/>
          <p:nvPr/>
        </p:nvSpPr>
        <p:spPr>
          <a:xfrm>
            <a:off x="67359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56"/>
          <p:cNvSpPr/>
          <p:nvPr/>
        </p:nvSpPr>
        <p:spPr>
          <a:xfrm>
            <a:off x="8183700" y="22511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56"/>
          <p:cNvSpPr/>
          <p:nvPr/>
        </p:nvSpPr>
        <p:spPr>
          <a:xfrm>
            <a:off x="9631500" y="22511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56"/>
          <p:cNvSpPr txBox="1"/>
          <p:nvPr/>
        </p:nvSpPr>
        <p:spPr>
          <a:xfrm>
            <a:off x="99402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5" name="Google Shape;1915;p56"/>
          <p:cNvCxnSpPr/>
          <p:nvPr/>
        </p:nvCxnSpPr>
        <p:spPr>
          <a:xfrm>
            <a:off x="104700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56"/>
          <p:cNvCxnSpPr/>
          <p:nvPr/>
        </p:nvCxnSpPr>
        <p:spPr>
          <a:xfrm>
            <a:off x="10553988" y="2412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17" name="Google Shape;1917;p56"/>
          <p:cNvSpPr txBox="1"/>
          <p:nvPr/>
        </p:nvSpPr>
        <p:spPr>
          <a:xfrm>
            <a:off x="10452100" y="27228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8" name="Google Shape;1918;p56"/>
          <p:cNvCxnSpPr/>
          <p:nvPr/>
        </p:nvCxnSpPr>
        <p:spPr>
          <a:xfrm>
            <a:off x="9860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9" name="Google Shape;1919;p56"/>
          <p:cNvSpPr txBox="1"/>
          <p:nvPr/>
        </p:nvSpPr>
        <p:spPr>
          <a:xfrm>
            <a:off x="84924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0" name="Google Shape;1920;p56"/>
          <p:cNvCxnSpPr/>
          <p:nvPr/>
        </p:nvCxnSpPr>
        <p:spPr>
          <a:xfrm>
            <a:off x="90222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56"/>
          <p:cNvCxnSpPr/>
          <p:nvPr/>
        </p:nvCxnSpPr>
        <p:spPr>
          <a:xfrm>
            <a:off x="84126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2" name="Google Shape;1922;p56"/>
          <p:cNvSpPr txBox="1"/>
          <p:nvPr/>
        </p:nvSpPr>
        <p:spPr>
          <a:xfrm>
            <a:off x="7044631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3" name="Google Shape;1923;p56"/>
          <p:cNvCxnSpPr/>
          <p:nvPr/>
        </p:nvCxnSpPr>
        <p:spPr>
          <a:xfrm>
            <a:off x="75744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4" name="Google Shape;1924;p56"/>
          <p:cNvCxnSpPr/>
          <p:nvPr/>
        </p:nvCxnSpPr>
        <p:spPr>
          <a:xfrm>
            <a:off x="6964800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5" name="Google Shape;1925;p56"/>
          <p:cNvSpPr txBox="1"/>
          <p:nvPr/>
        </p:nvSpPr>
        <p:spPr>
          <a:xfrm>
            <a:off x="3976648" y="21775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6" name="Google Shape;1926;p56"/>
          <p:cNvCxnSpPr/>
          <p:nvPr/>
        </p:nvCxnSpPr>
        <p:spPr>
          <a:xfrm>
            <a:off x="45064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56"/>
          <p:cNvCxnSpPr/>
          <p:nvPr/>
        </p:nvCxnSpPr>
        <p:spPr>
          <a:xfrm>
            <a:off x="3896817" y="22511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8" name="Google Shape;1928;p56"/>
          <p:cNvSpPr txBox="1"/>
          <p:nvPr/>
        </p:nvSpPr>
        <p:spPr>
          <a:xfrm>
            <a:off x="38476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9" name="Google Shape;1929;p56"/>
          <p:cNvCxnSpPr/>
          <p:nvPr/>
        </p:nvCxnSpPr>
        <p:spPr>
          <a:xfrm flipH="1" rot="10800000">
            <a:off x="76014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30" name="Google Shape;1930;p56"/>
          <p:cNvCxnSpPr/>
          <p:nvPr/>
        </p:nvCxnSpPr>
        <p:spPr>
          <a:xfrm flipH="1">
            <a:off x="77538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31" name="Google Shape;1931;p56"/>
          <p:cNvCxnSpPr/>
          <p:nvPr/>
        </p:nvCxnSpPr>
        <p:spPr>
          <a:xfrm flipH="1" rot="10800000">
            <a:off x="90492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32" name="Google Shape;1932;p56"/>
          <p:cNvCxnSpPr/>
          <p:nvPr/>
        </p:nvCxnSpPr>
        <p:spPr>
          <a:xfrm flipH="1">
            <a:off x="92016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33" name="Google Shape;1933;p56"/>
          <p:cNvSpPr txBox="1"/>
          <p:nvPr/>
        </p:nvSpPr>
        <p:spPr>
          <a:xfrm>
            <a:off x="9715046" y="17766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56"/>
          <p:cNvSpPr/>
          <p:nvPr/>
        </p:nvSpPr>
        <p:spPr>
          <a:xfrm>
            <a:off x="5233050" y="22484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56"/>
          <p:cNvSpPr txBox="1"/>
          <p:nvPr/>
        </p:nvSpPr>
        <p:spPr>
          <a:xfrm>
            <a:off x="5541781" y="21748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6" name="Google Shape;1936;p56"/>
          <p:cNvCxnSpPr/>
          <p:nvPr/>
        </p:nvCxnSpPr>
        <p:spPr>
          <a:xfrm>
            <a:off x="6071550" y="22484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56"/>
          <p:cNvCxnSpPr/>
          <p:nvPr/>
        </p:nvCxnSpPr>
        <p:spPr>
          <a:xfrm>
            <a:off x="5461950" y="22113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56"/>
          <p:cNvCxnSpPr/>
          <p:nvPr/>
        </p:nvCxnSpPr>
        <p:spPr>
          <a:xfrm flipH="1" rot="10800000">
            <a:off x="6153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39" name="Google Shape;1939;p56"/>
          <p:cNvCxnSpPr/>
          <p:nvPr/>
        </p:nvCxnSpPr>
        <p:spPr>
          <a:xfrm flipH="1">
            <a:off x="6306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0" name="Google Shape;1940;p56"/>
          <p:cNvCxnSpPr/>
          <p:nvPr/>
        </p:nvCxnSpPr>
        <p:spPr>
          <a:xfrm flipH="1" rot="10800000">
            <a:off x="4629631" y="2316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41" name="Google Shape;1941;p56"/>
          <p:cNvCxnSpPr/>
          <p:nvPr/>
        </p:nvCxnSpPr>
        <p:spPr>
          <a:xfrm flipH="1">
            <a:off x="4782031" y="24693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942" name="Google Shape;19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50" y="4033975"/>
            <a:ext cx="3084225" cy="2446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43" name="Google Shape;1943;p56"/>
          <p:cNvSpPr/>
          <p:nvPr/>
        </p:nvSpPr>
        <p:spPr>
          <a:xfrm>
            <a:off x="615400" y="6112450"/>
            <a:ext cx="2842200" cy="24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56"/>
          <p:cNvSpPr txBox="1"/>
          <p:nvPr/>
        </p:nvSpPr>
        <p:spPr>
          <a:xfrm>
            <a:off x="3691825" y="4911275"/>
            <a:ext cx="7509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case when list becomes empty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56"/>
          <p:cNvSpPr/>
          <p:nvPr/>
        </p:nvSpPr>
        <p:spPr>
          <a:xfrm>
            <a:off x="2964500" y="4728575"/>
            <a:ext cx="143400" cy="100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6" name="Google Shape;1946;p56"/>
          <p:cNvCxnSpPr/>
          <p:nvPr/>
        </p:nvCxnSpPr>
        <p:spPr>
          <a:xfrm rot="10800000">
            <a:off x="3609763" y="19660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47" name="Google Shape;1947;p56"/>
          <p:cNvSpPr txBox="1"/>
          <p:nvPr/>
        </p:nvSpPr>
        <p:spPr>
          <a:xfrm>
            <a:off x="3237275" y="15304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8" name="Google Shape;194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088" y="5911819"/>
            <a:ext cx="756225" cy="500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1954" name="Google Shape;1954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55" name="Google Shape;19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6" name="Google Shape;1956;p57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57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57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57"/>
          <p:cNvSpPr/>
          <p:nvPr/>
        </p:nvSpPr>
        <p:spPr>
          <a:xfrm>
            <a:off x="87933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57"/>
          <p:cNvSpPr txBox="1"/>
          <p:nvPr/>
        </p:nvSpPr>
        <p:spPr>
          <a:xfrm>
            <a:off x="91020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1" name="Google Shape;1961;p57"/>
          <p:cNvCxnSpPr/>
          <p:nvPr/>
        </p:nvCxnSpPr>
        <p:spPr>
          <a:xfrm>
            <a:off x="96318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2" name="Google Shape;1962;p57"/>
          <p:cNvCxnSpPr/>
          <p:nvPr/>
        </p:nvCxnSpPr>
        <p:spPr>
          <a:xfrm>
            <a:off x="9715788" y="2640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63" name="Google Shape;1963;p57"/>
          <p:cNvSpPr txBox="1"/>
          <p:nvPr/>
        </p:nvSpPr>
        <p:spPr>
          <a:xfrm>
            <a:off x="9613900" y="29514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4" name="Google Shape;1964;p57"/>
          <p:cNvCxnSpPr/>
          <p:nvPr/>
        </p:nvCxnSpPr>
        <p:spPr>
          <a:xfrm>
            <a:off x="9022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5" name="Google Shape;1965;p57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6" name="Google Shape;1966;p57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7" name="Google Shape;1967;p57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8" name="Google Shape;1968;p57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9" name="Google Shape;1969;p57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57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1" name="Google Shape;1971;p57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2" name="Google Shape;1972;p57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57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4" name="Google Shape;1974;p57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5" name="Google Shape;1975;p57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6" name="Google Shape;1976;p57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7" name="Google Shape;1977;p57"/>
          <p:cNvCxnSpPr/>
          <p:nvPr/>
        </p:nvCxnSpPr>
        <p:spPr>
          <a:xfrm flipH="1" rot="10800000">
            <a:off x="82110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78" name="Google Shape;1978;p57"/>
          <p:cNvCxnSpPr/>
          <p:nvPr/>
        </p:nvCxnSpPr>
        <p:spPr>
          <a:xfrm flipH="1">
            <a:off x="83634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79" name="Google Shape;1979;p57"/>
          <p:cNvSpPr txBox="1"/>
          <p:nvPr/>
        </p:nvSpPr>
        <p:spPr>
          <a:xfrm>
            <a:off x="88768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p57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57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2" name="Google Shape;1982;p57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57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57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5" name="Google Shape;1985;p57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6" name="Google Shape;1986;p57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7" name="Google Shape;1987;p57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988" name="Google Shape;1988;p57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989" name="Google Shape;1989;p57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57"/>
          <p:cNvSpPr/>
          <p:nvPr/>
        </p:nvSpPr>
        <p:spPr>
          <a:xfrm>
            <a:off x="446250" y="5156550"/>
            <a:ext cx="4449300" cy="119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57"/>
          <p:cNvSpPr txBox="1"/>
          <p:nvPr/>
        </p:nvSpPr>
        <p:spPr>
          <a:xfrm>
            <a:off x="6435250" y="5407075"/>
            <a:ext cx="577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1997" name="Google Shape;1997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8" name="Google Shape;199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9" name="Google Shape;1999;p58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58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58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58"/>
          <p:cNvSpPr/>
          <p:nvPr/>
        </p:nvSpPr>
        <p:spPr>
          <a:xfrm>
            <a:off x="87933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58"/>
          <p:cNvSpPr txBox="1"/>
          <p:nvPr/>
        </p:nvSpPr>
        <p:spPr>
          <a:xfrm>
            <a:off x="91020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4" name="Google Shape;2004;p58"/>
          <p:cNvCxnSpPr/>
          <p:nvPr/>
        </p:nvCxnSpPr>
        <p:spPr>
          <a:xfrm>
            <a:off x="96318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58"/>
          <p:cNvCxnSpPr/>
          <p:nvPr/>
        </p:nvCxnSpPr>
        <p:spPr>
          <a:xfrm>
            <a:off x="9715788" y="2640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06" name="Google Shape;2006;p58"/>
          <p:cNvSpPr txBox="1"/>
          <p:nvPr/>
        </p:nvSpPr>
        <p:spPr>
          <a:xfrm>
            <a:off x="9613900" y="29514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7" name="Google Shape;2007;p58"/>
          <p:cNvCxnSpPr/>
          <p:nvPr/>
        </p:nvCxnSpPr>
        <p:spPr>
          <a:xfrm>
            <a:off x="9022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58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9" name="Google Shape;2009;p58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0" name="Google Shape;2010;p58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58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2" name="Google Shape;2012;p58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3" name="Google Shape;2013;p58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4" name="Google Shape;2014;p58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5" name="Google Shape;2015;p58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58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7" name="Google Shape;2017;p58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8" name="Google Shape;2018;p58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19" name="Google Shape;2019;p58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20" name="Google Shape;2020;p58"/>
          <p:cNvCxnSpPr/>
          <p:nvPr/>
        </p:nvCxnSpPr>
        <p:spPr>
          <a:xfrm flipH="1" rot="10800000">
            <a:off x="82110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21" name="Google Shape;2021;p58"/>
          <p:cNvCxnSpPr/>
          <p:nvPr/>
        </p:nvCxnSpPr>
        <p:spPr>
          <a:xfrm flipH="1">
            <a:off x="83634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22" name="Google Shape;2022;p58"/>
          <p:cNvSpPr txBox="1"/>
          <p:nvPr/>
        </p:nvSpPr>
        <p:spPr>
          <a:xfrm>
            <a:off x="88768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58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58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5" name="Google Shape;2025;p58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58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58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28" name="Google Shape;2028;p58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29" name="Google Shape;2029;p58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30" name="Google Shape;2030;p58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31" name="Google Shape;2031;p58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32" name="Google Shape;2032;p58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58"/>
          <p:cNvSpPr/>
          <p:nvPr/>
        </p:nvSpPr>
        <p:spPr>
          <a:xfrm>
            <a:off x="446250" y="5394025"/>
            <a:ext cx="4449300" cy="66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5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039" name="Google Shape;2039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0" name="Google Shape;20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1" name="Google Shape;2041;p59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59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59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59"/>
          <p:cNvSpPr/>
          <p:nvPr/>
        </p:nvSpPr>
        <p:spPr>
          <a:xfrm>
            <a:off x="87933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59"/>
          <p:cNvSpPr txBox="1"/>
          <p:nvPr/>
        </p:nvSpPr>
        <p:spPr>
          <a:xfrm>
            <a:off x="91020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6" name="Google Shape;2046;p59"/>
          <p:cNvCxnSpPr/>
          <p:nvPr/>
        </p:nvCxnSpPr>
        <p:spPr>
          <a:xfrm>
            <a:off x="96318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59"/>
          <p:cNvCxnSpPr/>
          <p:nvPr/>
        </p:nvCxnSpPr>
        <p:spPr>
          <a:xfrm>
            <a:off x="9715788" y="2640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48" name="Google Shape;2048;p59"/>
          <p:cNvSpPr txBox="1"/>
          <p:nvPr/>
        </p:nvSpPr>
        <p:spPr>
          <a:xfrm>
            <a:off x="9613900" y="29514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9" name="Google Shape;2049;p59"/>
          <p:cNvCxnSpPr/>
          <p:nvPr/>
        </p:nvCxnSpPr>
        <p:spPr>
          <a:xfrm>
            <a:off x="9022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0" name="Google Shape;2050;p59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1" name="Google Shape;2051;p59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2" name="Google Shape;2052;p59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3" name="Google Shape;2053;p59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4" name="Google Shape;2054;p59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59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6" name="Google Shape;2056;p59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7" name="Google Shape;2057;p59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8" name="Google Shape;2058;p59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9" name="Google Shape;2059;p59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0" name="Google Shape;2060;p59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61" name="Google Shape;2061;p59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62" name="Google Shape;2062;p59"/>
          <p:cNvCxnSpPr/>
          <p:nvPr/>
        </p:nvCxnSpPr>
        <p:spPr>
          <a:xfrm flipH="1" rot="10800000">
            <a:off x="82110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63" name="Google Shape;2063;p59"/>
          <p:cNvCxnSpPr/>
          <p:nvPr/>
        </p:nvCxnSpPr>
        <p:spPr>
          <a:xfrm flipH="1">
            <a:off x="83634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64" name="Google Shape;2064;p59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59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59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7" name="Google Shape;2067;p59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59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59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0" name="Google Shape;2070;p59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1" name="Google Shape;2071;p59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2" name="Google Shape;2072;p59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073" name="Google Shape;2073;p59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74" name="Google Shape;2074;p59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59"/>
          <p:cNvSpPr/>
          <p:nvPr/>
        </p:nvSpPr>
        <p:spPr>
          <a:xfrm>
            <a:off x="446250" y="5669575"/>
            <a:ext cx="4449300" cy="38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6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081" name="Google Shape;2081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2" name="Google Shape;208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3" name="Google Shape;2083;p60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60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60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60"/>
          <p:cNvSpPr/>
          <p:nvPr/>
        </p:nvSpPr>
        <p:spPr>
          <a:xfrm>
            <a:off x="87933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60"/>
          <p:cNvSpPr txBox="1"/>
          <p:nvPr/>
        </p:nvSpPr>
        <p:spPr>
          <a:xfrm>
            <a:off x="91020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8" name="Google Shape;2088;p60"/>
          <p:cNvCxnSpPr/>
          <p:nvPr/>
        </p:nvCxnSpPr>
        <p:spPr>
          <a:xfrm>
            <a:off x="96318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9" name="Google Shape;2089;p60"/>
          <p:cNvCxnSpPr/>
          <p:nvPr/>
        </p:nvCxnSpPr>
        <p:spPr>
          <a:xfrm>
            <a:off x="9715788" y="2640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90" name="Google Shape;2090;p60"/>
          <p:cNvSpPr txBox="1"/>
          <p:nvPr/>
        </p:nvSpPr>
        <p:spPr>
          <a:xfrm>
            <a:off x="9613900" y="29514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1" name="Google Shape;2091;p60"/>
          <p:cNvCxnSpPr/>
          <p:nvPr/>
        </p:nvCxnSpPr>
        <p:spPr>
          <a:xfrm>
            <a:off x="9022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2" name="Google Shape;2092;p60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3" name="Google Shape;2093;p60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4" name="Google Shape;2094;p60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5" name="Google Shape;2095;p60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6" name="Google Shape;2096;p60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7" name="Google Shape;2097;p60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60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9" name="Google Shape;2099;p60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60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1" name="Google Shape;2101;p60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2" name="Google Shape;2102;p60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03" name="Google Shape;2103;p60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04" name="Google Shape;2104;p60"/>
          <p:cNvCxnSpPr/>
          <p:nvPr/>
        </p:nvCxnSpPr>
        <p:spPr>
          <a:xfrm flipH="1">
            <a:off x="83634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05" name="Google Shape;2105;p60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60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60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8" name="Google Shape;2108;p60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9" name="Google Shape;2109;p60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60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1" name="Google Shape;2111;p60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2" name="Google Shape;2112;p60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3" name="Google Shape;2113;p60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14" name="Google Shape;2114;p60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15" name="Google Shape;2115;p60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60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7" name="Google Shape;2117;p60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18" name="Google Shape;2118;p60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6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124" name="Google Shape;2124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25" name="Google Shape;212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6" name="Google Shape;2126;p61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61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61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61"/>
          <p:cNvSpPr/>
          <p:nvPr/>
        </p:nvSpPr>
        <p:spPr>
          <a:xfrm>
            <a:off x="87933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61"/>
          <p:cNvSpPr txBox="1"/>
          <p:nvPr/>
        </p:nvSpPr>
        <p:spPr>
          <a:xfrm>
            <a:off x="91020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1" name="Google Shape;2131;p61"/>
          <p:cNvCxnSpPr/>
          <p:nvPr/>
        </p:nvCxnSpPr>
        <p:spPr>
          <a:xfrm>
            <a:off x="96318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61"/>
          <p:cNvCxnSpPr/>
          <p:nvPr/>
        </p:nvCxnSpPr>
        <p:spPr>
          <a:xfrm>
            <a:off x="9715788" y="2640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33" name="Google Shape;2133;p61"/>
          <p:cNvSpPr txBox="1"/>
          <p:nvPr/>
        </p:nvSpPr>
        <p:spPr>
          <a:xfrm>
            <a:off x="9613900" y="29514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4" name="Google Shape;2134;p61"/>
          <p:cNvCxnSpPr/>
          <p:nvPr/>
        </p:nvCxnSpPr>
        <p:spPr>
          <a:xfrm>
            <a:off x="9022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5" name="Google Shape;2135;p61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6" name="Google Shape;2136;p61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61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8" name="Google Shape;2138;p61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9" name="Google Shape;2139;p61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61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61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2" name="Google Shape;2142;p61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3" name="Google Shape;2143;p61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4" name="Google Shape;2144;p61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5" name="Google Shape;2145;p61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46" name="Google Shape;2146;p61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47" name="Google Shape;2147;p61"/>
          <p:cNvCxnSpPr/>
          <p:nvPr/>
        </p:nvCxnSpPr>
        <p:spPr>
          <a:xfrm flipH="1">
            <a:off x="83634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48" name="Google Shape;2148;p61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61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61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1" name="Google Shape;2151;p61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2" name="Google Shape;2152;p61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3" name="Google Shape;2153;p61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4" name="Google Shape;2154;p61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5" name="Google Shape;2155;p61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6" name="Google Shape;2156;p61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57" name="Google Shape;2157;p61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58" name="Google Shape;2158;p61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61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0" name="Google Shape;2160;p61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61" name="Google Shape;2161;p61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61"/>
          <p:cNvSpPr/>
          <p:nvPr/>
        </p:nvSpPr>
        <p:spPr>
          <a:xfrm>
            <a:off x="8617121" y="2270575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63" name="Google Shape;2163;p61"/>
          <p:cNvSpPr txBox="1"/>
          <p:nvPr/>
        </p:nvSpPr>
        <p:spPr>
          <a:xfrm rot="1748884">
            <a:off x="9055879" y="1832720"/>
            <a:ext cx="2625710" cy="523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169" name="Google Shape;2169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0" name="Google Shape;21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1" name="Google Shape;2171;p62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62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62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62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5" name="Google Shape;2175;p62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62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62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8" name="Google Shape;2178;p62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9" name="Google Shape;2179;p62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62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1" name="Google Shape;2181;p62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62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62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4" name="Google Shape;2184;p62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85" name="Google Shape;2185;p62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86" name="Google Shape;2186;p62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62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62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9" name="Google Shape;2189;p62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62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1" name="Google Shape;2191;p62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2" name="Google Shape;2192;p62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3" name="Google Shape;2193;p62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4" name="Google Shape;2194;p62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195" name="Google Shape;2195;p62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96" name="Google Shape;2196;p62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62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8" name="Google Shape;2198;p62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99" name="Google Shape;2199;p62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62"/>
          <p:cNvSpPr txBox="1"/>
          <p:nvPr/>
        </p:nvSpPr>
        <p:spPr>
          <a:xfrm rot="1748884">
            <a:off x="9055879" y="1832720"/>
            <a:ext cx="2625710" cy="5233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206" name="Google Shape;2206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7" name="Google Shape;220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8" name="Google Shape;2208;p63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63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63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63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2" name="Google Shape;2212;p63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63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4" name="Google Shape;2214;p63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5" name="Google Shape;2215;p63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63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7" name="Google Shape;2217;p63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8" name="Google Shape;2218;p63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63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0" name="Google Shape;2220;p63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1" name="Google Shape;2221;p63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22" name="Google Shape;2222;p63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23" name="Google Shape;2223;p63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63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63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6" name="Google Shape;2226;p63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63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63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29" name="Google Shape;2229;p63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0" name="Google Shape;2230;p63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1" name="Google Shape;2231;p63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32" name="Google Shape;2232;p63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33" name="Google Shape;2233;p63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63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5" name="Google Shape;2235;p63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36" name="Google Shape;2236;p63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63"/>
          <p:cNvSpPr txBox="1"/>
          <p:nvPr/>
        </p:nvSpPr>
        <p:spPr>
          <a:xfrm>
            <a:off x="3453775" y="3470663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deletions?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(Tail)</a:t>
            </a:r>
            <a:endParaRPr/>
          </a:p>
        </p:txBody>
      </p:sp>
      <p:sp>
        <p:nvSpPr>
          <p:cNvPr id="2243" name="Google Shape;2243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4" name="Google Shape;224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5" y="4818175"/>
            <a:ext cx="4591050" cy="16478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5" name="Google Shape;2245;p64"/>
          <p:cNvSpPr/>
          <p:nvPr/>
        </p:nvSpPr>
        <p:spPr>
          <a:xfrm>
            <a:off x="2849700" y="24797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64"/>
          <p:cNvSpPr/>
          <p:nvPr/>
        </p:nvSpPr>
        <p:spPr>
          <a:xfrm>
            <a:off x="5897700" y="24797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64"/>
          <p:cNvSpPr/>
          <p:nvPr/>
        </p:nvSpPr>
        <p:spPr>
          <a:xfrm>
            <a:off x="7345500" y="24797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64"/>
          <p:cNvSpPr txBox="1"/>
          <p:nvPr/>
        </p:nvSpPr>
        <p:spPr>
          <a:xfrm>
            <a:off x="76542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9" name="Google Shape;2249;p64"/>
          <p:cNvCxnSpPr/>
          <p:nvPr/>
        </p:nvCxnSpPr>
        <p:spPr>
          <a:xfrm>
            <a:off x="81840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64"/>
          <p:cNvCxnSpPr/>
          <p:nvPr/>
        </p:nvCxnSpPr>
        <p:spPr>
          <a:xfrm>
            <a:off x="75744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1" name="Google Shape;2251;p64"/>
          <p:cNvSpPr txBox="1"/>
          <p:nvPr/>
        </p:nvSpPr>
        <p:spPr>
          <a:xfrm>
            <a:off x="6206431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2" name="Google Shape;2252;p64"/>
          <p:cNvCxnSpPr/>
          <p:nvPr/>
        </p:nvCxnSpPr>
        <p:spPr>
          <a:xfrm>
            <a:off x="67362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64"/>
          <p:cNvCxnSpPr/>
          <p:nvPr/>
        </p:nvCxnSpPr>
        <p:spPr>
          <a:xfrm>
            <a:off x="6126600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4" name="Google Shape;2254;p64"/>
          <p:cNvSpPr txBox="1"/>
          <p:nvPr/>
        </p:nvSpPr>
        <p:spPr>
          <a:xfrm>
            <a:off x="3138448" y="24061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5" name="Google Shape;2255;p64"/>
          <p:cNvCxnSpPr/>
          <p:nvPr/>
        </p:nvCxnSpPr>
        <p:spPr>
          <a:xfrm>
            <a:off x="36682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64"/>
          <p:cNvCxnSpPr/>
          <p:nvPr/>
        </p:nvCxnSpPr>
        <p:spPr>
          <a:xfrm>
            <a:off x="3058617" y="24797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7" name="Google Shape;2257;p64"/>
          <p:cNvSpPr txBox="1"/>
          <p:nvPr/>
        </p:nvSpPr>
        <p:spPr>
          <a:xfrm>
            <a:off x="30094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8" name="Google Shape;2258;p64"/>
          <p:cNvCxnSpPr/>
          <p:nvPr/>
        </p:nvCxnSpPr>
        <p:spPr>
          <a:xfrm flipH="1" rot="10800000">
            <a:off x="67632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59" name="Google Shape;2259;p64"/>
          <p:cNvCxnSpPr/>
          <p:nvPr/>
        </p:nvCxnSpPr>
        <p:spPr>
          <a:xfrm flipH="1">
            <a:off x="69156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60" name="Google Shape;2260;p64"/>
          <p:cNvSpPr txBox="1"/>
          <p:nvPr/>
        </p:nvSpPr>
        <p:spPr>
          <a:xfrm>
            <a:off x="7505246" y="20052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64"/>
          <p:cNvSpPr/>
          <p:nvPr/>
        </p:nvSpPr>
        <p:spPr>
          <a:xfrm>
            <a:off x="4394850" y="24770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64"/>
          <p:cNvSpPr txBox="1"/>
          <p:nvPr/>
        </p:nvSpPr>
        <p:spPr>
          <a:xfrm>
            <a:off x="4703581" y="24034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3" name="Google Shape;2263;p64"/>
          <p:cNvCxnSpPr/>
          <p:nvPr/>
        </p:nvCxnSpPr>
        <p:spPr>
          <a:xfrm>
            <a:off x="5233350" y="24770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4" name="Google Shape;2264;p64"/>
          <p:cNvCxnSpPr/>
          <p:nvPr/>
        </p:nvCxnSpPr>
        <p:spPr>
          <a:xfrm>
            <a:off x="4623750" y="24399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64"/>
          <p:cNvCxnSpPr/>
          <p:nvPr/>
        </p:nvCxnSpPr>
        <p:spPr>
          <a:xfrm flipH="1" rot="10800000">
            <a:off x="5315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6" name="Google Shape;2266;p64"/>
          <p:cNvCxnSpPr/>
          <p:nvPr/>
        </p:nvCxnSpPr>
        <p:spPr>
          <a:xfrm flipH="1">
            <a:off x="5467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7" name="Google Shape;2267;p64"/>
          <p:cNvCxnSpPr/>
          <p:nvPr/>
        </p:nvCxnSpPr>
        <p:spPr>
          <a:xfrm flipH="1" rot="10800000">
            <a:off x="3791431" y="25455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8" name="Google Shape;2268;p64"/>
          <p:cNvCxnSpPr/>
          <p:nvPr/>
        </p:nvCxnSpPr>
        <p:spPr>
          <a:xfrm flipH="1">
            <a:off x="3943831" y="26979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269" name="Google Shape;2269;p64"/>
          <p:cNvCxnSpPr/>
          <p:nvPr/>
        </p:nvCxnSpPr>
        <p:spPr>
          <a:xfrm rot="10800000">
            <a:off x="2771563" y="21946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70" name="Google Shape;2270;p64"/>
          <p:cNvSpPr txBox="1"/>
          <p:nvPr/>
        </p:nvSpPr>
        <p:spPr>
          <a:xfrm>
            <a:off x="2399075" y="17590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64"/>
          <p:cNvSpPr/>
          <p:nvPr/>
        </p:nvSpPr>
        <p:spPr>
          <a:xfrm>
            <a:off x="446250" y="5863750"/>
            <a:ext cx="4449300" cy="19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2" name="Google Shape;2272;p64"/>
          <p:cNvCxnSpPr/>
          <p:nvPr/>
        </p:nvCxnSpPr>
        <p:spPr>
          <a:xfrm>
            <a:off x="8254940" y="265164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73" name="Google Shape;2273;p64"/>
          <p:cNvSpPr txBox="1"/>
          <p:nvPr/>
        </p:nvSpPr>
        <p:spPr>
          <a:xfrm>
            <a:off x="8153052" y="296244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64"/>
          <p:cNvSpPr txBox="1"/>
          <p:nvPr/>
        </p:nvSpPr>
        <p:spPr>
          <a:xfrm>
            <a:off x="3453775" y="3470663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optimize tail deletions?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64"/>
          <p:cNvSpPr txBox="1"/>
          <p:nvPr/>
        </p:nvSpPr>
        <p:spPr>
          <a:xfrm>
            <a:off x="7976225" y="5241900"/>
            <a:ext cx="3237900" cy="800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prev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2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tail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>
                <a:solidFill>
                  <a:srgbClr val="C27B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000">
                <a:solidFill>
                  <a:srgbClr val="6D9E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-US" sz="2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sz="2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76" name="Google Shape;2276;p64"/>
          <p:cNvSpPr/>
          <p:nvPr/>
        </p:nvSpPr>
        <p:spPr>
          <a:xfrm>
            <a:off x="5313125" y="5537550"/>
            <a:ext cx="2387700" cy="37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7" name="Google Shape;227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0114" y="5866126"/>
            <a:ext cx="756219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8" name="Google Shape;2278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7050" y="6042294"/>
            <a:ext cx="756225" cy="500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284" name="Google Shape;2284;p6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5" name="Google Shape;228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6" name="Google Shape;2286;p65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65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65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65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65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1" name="Google Shape;2291;p65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65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93" name="Google Shape;2293;p65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4" name="Google Shape;2294;p65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5" name="Google Shape;2295;p65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6" name="Google Shape;2296;p65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65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8" name="Google Shape;2298;p65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9" name="Google Shape;2299;p65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0" name="Google Shape;2300;p65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1" name="Google Shape;2301;p65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2" name="Google Shape;2302;p65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3" name="Google Shape;2303;p65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65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5" name="Google Shape;2305;p65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06" name="Google Shape;2306;p65"/>
          <p:cNvCxnSpPr/>
          <p:nvPr/>
        </p:nvCxnSpPr>
        <p:spPr>
          <a:xfrm flipH="1">
            <a:off x="69156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07" name="Google Shape;2307;p65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08" name="Google Shape;2308;p65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09" name="Google Shape;2309;p65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65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65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2" name="Google Shape;2312;p65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3" name="Google Shape;2313;p65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4" name="Google Shape;2314;p65"/>
          <p:cNvCxnSpPr/>
          <p:nvPr/>
        </p:nvCxnSpPr>
        <p:spPr>
          <a:xfrm flipH="1" rot="10800000">
            <a:off x="5315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15" name="Google Shape;2315;p65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16" name="Google Shape;2316;p65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17" name="Google Shape;2317;p65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18" name="Google Shape;2318;p65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19" name="Google Shape;2319;p65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65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65"/>
          <p:cNvSpPr/>
          <p:nvPr/>
        </p:nvSpPr>
        <p:spPr>
          <a:xfrm>
            <a:off x="589775" y="5341825"/>
            <a:ext cx="3431700" cy="93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327" name="Google Shape;2327;p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8" name="Google Shape;232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9" name="Google Shape;2329;p66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66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66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66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66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4" name="Google Shape;2334;p66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5" name="Google Shape;2335;p66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36" name="Google Shape;2336;p66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7" name="Google Shape;2337;p66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8" name="Google Shape;2338;p66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9" name="Google Shape;2339;p66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0" name="Google Shape;2340;p66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66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2" name="Google Shape;2342;p66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66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4" name="Google Shape;2344;p66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5" name="Google Shape;2345;p66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6" name="Google Shape;2346;p66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7" name="Google Shape;2347;p66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8" name="Google Shape;2348;p66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49" name="Google Shape;2349;p66"/>
          <p:cNvCxnSpPr/>
          <p:nvPr/>
        </p:nvCxnSpPr>
        <p:spPr>
          <a:xfrm flipH="1">
            <a:off x="69156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50" name="Google Shape;2350;p66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51" name="Google Shape;2351;p66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52" name="Google Shape;2352;p66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66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66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5" name="Google Shape;2355;p66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6" name="Google Shape;2356;p66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66"/>
          <p:cNvCxnSpPr/>
          <p:nvPr/>
        </p:nvCxnSpPr>
        <p:spPr>
          <a:xfrm flipH="1" rot="10800000">
            <a:off x="5315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58" name="Google Shape;2358;p66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59" name="Google Shape;2359;p66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60" name="Google Shape;2360;p66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61" name="Google Shape;2361;p66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62" name="Google Shape;2362;p66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66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66"/>
          <p:cNvSpPr/>
          <p:nvPr/>
        </p:nvSpPr>
        <p:spPr>
          <a:xfrm>
            <a:off x="589775" y="5665825"/>
            <a:ext cx="34317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66"/>
          <p:cNvSpPr/>
          <p:nvPr/>
        </p:nvSpPr>
        <p:spPr>
          <a:xfrm>
            <a:off x="5656671" y="270820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371" name="Google Shape;2371;p6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72" name="Google Shape;23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3" name="Google Shape;2373;p67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67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67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67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67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67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67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80" name="Google Shape;2380;p67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1" name="Google Shape;2381;p67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2" name="Google Shape;2382;p67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3" name="Google Shape;2383;p67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67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5" name="Google Shape;2385;p67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6" name="Google Shape;2386;p67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7" name="Google Shape;2387;p67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8" name="Google Shape;2388;p67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9" name="Google Shape;2389;p67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67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1" name="Google Shape;2391;p67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2" name="Google Shape;2392;p67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93" name="Google Shape;2393;p67"/>
          <p:cNvCxnSpPr/>
          <p:nvPr/>
        </p:nvCxnSpPr>
        <p:spPr>
          <a:xfrm flipH="1">
            <a:off x="69156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94" name="Google Shape;2394;p67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395" name="Google Shape;2395;p67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96" name="Google Shape;2396;p67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67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67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9" name="Google Shape;2399;p67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0" name="Google Shape;2400;p67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1" name="Google Shape;2401;p67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02" name="Google Shape;2402;p67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03" name="Google Shape;2403;p67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04" name="Google Shape;2404;p67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05" name="Google Shape;2405;p67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67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67"/>
          <p:cNvSpPr/>
          <p:nvPr/>
        </p:nvSpPr>
        <p:spPr>
          <a:xfrm>
            <a:off x="589775" y="5982625"/>
            <a:ext cx="3431700" cy="29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67"/>
          <p:cNvSpPr/>
          <p:nvPr/>
        </p:nvSpPr>
        <p:spPr>
          <a:xfrm>
            <a:off x="5656671" y="270820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09" name="Google Shape;2409;p67"/>
          <p:cNvSpPr/>
          <p:nvPr/>
        </p:nvSpPr>
        <p:spPr>
          <a:xfrm>
            <a:off x="5339225" y="2522931"/>
            <a:ext cx="2061575" cy="483300"/>
          </a:xfrm>
          <a:custGeom>
            <a:rect b="b" l="l" r="r" t="t"/>
            <a:pathLst>
              <a:path extrusionOk="0" h="19332" w="82463">
                <a:moveTo>
                  <a:pt x="0" y="19333"/>
                </a:moveTo>
                <a:cubicBezTo>
                  <a:pt x="1653" y="17419"/>
                  <a:pt x="3305" y="11070"/>
                  <a:pt x="9916" y="7851"/>
                </a:cubicBezTo>
                <a:cubicBezTo>
                  <a:pt x="16527" y="4633"/>
                  <a:pt x="29141" y="-65"/>
                  <a:pt x="39666" y="22"/>
                </a:cubicBezTo>
                <a:cubicBezTo>
                  <a:pt x="50191" y="109"/>
                  <a:pt x="65935" y="5503"/>
                  <a:pt x="73068" y="8373"/>
                </a:cubicBezTo>
                <a:cubicBezTo>
                  <a:pt x="80201" y="11244"/>
                  <a:pt x="80897" y="15766"/>
                  <a:pt x="82463" y="172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415" name="Google Shape;2415;p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6" name="Google Shape;241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7" name="Google Shape;2417;p68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68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68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68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68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2" name="Google Shape;2422;p68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3" name="Google Shape;2423;p68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24" name="Google Shape;2424;p68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5" name="Google Shape;2425;p68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6" name="Google Shape;2426;p68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7" name="Google Shape;2427;p68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8" name="Google Shape;2428;p68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9" name="Google Shape;2429;p68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0" name="Google Shape;2430;p68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1" name="Google Shape;2431;p68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2" name="Google Shape;2432;p68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3" name="Google Shape;2433;p68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68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5" name="Google Shape;2435;p68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6" name="Google Shape;2436;p68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37" name="Google Shape;2437;p68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38" name="Google Shape;2438;p68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39" name="Google Shape;2439;p68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68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68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2" name="Google Shape;2442;p68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68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4" name="Google Shape;2444;p68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45" name="Google Shape;2445;p68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46" name="Google Shape;2446;p68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47" name="Google Shape;2447;p68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48" name="Google Shape;2448;p68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68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68"/>
          <p:cNvSpPr/>
          <p:nvPr/>
        </p:nvSpPr>
        <p:spPr>
          <a:xfrm>
            <a:off x="5656671" y="270820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51" name="Google Shape;2451;p68"/>
          <p:cNvSpPr/>
          <p:nvPr/>
        </p:nvSpPr>
        <p:spPr>
          <a:xfrm>
            <a:off x="5339225" y="2522931"/>
            <a:ext cx="2061575" cy="483300"/>
          </a:xfrm>
          <a:custGeom>
            <a:rect b="b" l="l" r="r" t="t"/>
            <a:pathLst>
              <a:path extrusionOk="0" h="19332" w="82463">
                <a:moveTo>
                  <a:pt x="0" y="19333"/>
                </a:moveTo>
                <a:cubicBezTo>
                  <a:pt x="1653" y="17419"/>
                  <a:pt x="3305" y="11070"/>
                  <a:pt x="9916" y="7851"/>
                </a:cubicBezTo>
                <a:cubicBezTo>
                  <a:pt x="16527" y="4633"/>
                  <a:pt x="29141" y="-65"/>
                  <a:pt x="39666" y="22"/>
                </a:cubicBezTo>
                <a:cubicBezTo>
                  <a:pt x="50191" y="109"/>
                  <a:pt x="65935" y="5503"/>
                  <a:pt x="73068" y="8373"/>
                </a:cubicBezTo>
                <a:cubicBezTo>
                  <a:pt x="80201" y="11244"/>
                  <a:pt x="80897" y="15766"/>
                  <a:pt x="82463" y="172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52" name="Google Shape;2452;p68"/>
          <p:cNvSpPr/>
          <p:nvPr/>
        </p:nvSpPr>
        <p:spPr>
          <a:xfrm>
            <a:off x="5391400" y="3149775"/>
            <a:ext cx="2035500" cy="430300"/>
          </a:xfrm>
          <a:custGeom>
            <a:rect b="b" l="l" r="r" t="t"/>
            <a:pathLst>
              <a:path extrusionOk="0" h="17212" w="81420">
                <a:moveTo>
                  <a:pt x="81420" y="0"/>
                </a:moveTo>
                <a:cubicBezTo>
                  <a:pt x="79506" y="1392"/>
                  <a:pt x="74460" y="5915"/>
                  <a:pt x="69937" y="8351"/>
                </a:cubicBezTo>
                <a:cubicBezTo>
                  <a:pt x="65414" y="10787"/>
                  <a:pt x="60717" y="13222"/>
                  <a:pt x="54280" y="14614"/>
                </a:cubicBezTo>
                <a:cubicBezTo>
                  <a:pt x="47843" y="16006"/>
                  <a:pt x="40362" y="18180"/>
                  <a:pt x="31315" y="16701"/>
                </a:cubicBezTo>
                <a:cubicBezTo>
                  <a:pt x="22268" y="15222"/>
                  <a:pt x="5219" y="7568"/>
                  <a:pt x="0" y="574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6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458" name="Google Shape;2458;p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59" name="Google Shape;245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0" name="Google Shape;2460;p69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69"/>
          <p:cNvSpPr/>
          <p:nvPr/>
        </p:nvSpPr>
        <p:spPr>
          <a:xfrm>
            <a:off x="58977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69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69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69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5" name="Google Shape;2465;p69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69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67" name="Google Shape;2467;p69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8" name="Google Shape;2468;p69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9" name="Google Shape;2469;p69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0" name="Google Shape;2470;p69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1" name="Google Shape;2471;p69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2" name="Google Shape;2472;p69"/>
          <p:cNvSpPr txBox="1"/>
          <p:nvPr/>
        </p:nvSpPr>
        <p:spPr>
          <a:xfrm>
            <a:off x="62064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3" name="Google Shape;2473;p69"/>
          <p:cNvCxnSpPr/>
          <p:nvPr/>
        </p:nvCxnSpPr>
        <p:spPr>
          <a:xfrm>
            <a:off x="6736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4" name="Google Shape;2474;p69"/>
          <p:cNvCxnSpPr/>
          <p:nvPr/>
        </p:nvCxnSpPr>
        <p:spPr>
          <a:xfrm>
            <a:off x="61266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5" name="Google Shape;2475;p69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6" name="Google Shape;2476;p69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7" name="Google Shape;2477;p69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69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9" name="Google Shape;2479;p69"/>
          <p:cNvCxnSpPr/>
          <p:nvPr/>
        </p:nvCxnSpPr>
        <p:spPr>
          <a:xfrm flipH="1" rot="10800000">
            <a:off x="67632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0" name="Google Shape;2480;p69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1" name="Google Shape;2481;p69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82" name="Google Shape;2482;p69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69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69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5" name="Google Shape;2485;p69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6" name="Google Shape;2486;p69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7" name="Google Shape;2487;p69"/>
          <p:cNvCxnSpPr/>
          <p:nvPr/>
        </p:nvCxnSpPr>
        <p:spPr>
          <a:xfrm flipH="1">
            <a:off x="5467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8" name="Google Shape;2488;p69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89" name="Google Shape;2489;p69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90" name="Google Shape;2490;p69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91" name="Google Shape;2491;p69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69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69"/>
          <p:cNvSpPr/>
          <p:nvPr/>
        </p:nvSpPr>
        <p:spPr>
          <a:xfrm>
            <a:off x="5656671" y="2708200"/>
            <a:ext cx="1452100" cy="756250"/>
          </a:xfrm>
          <a:custGeom>
            <a:rect b="b" l="l" r="r" t="t"/>
            <a:pathLst>
              <a:path extrusionOk="0" h="30250" w="58084">
                <a:moveTo>
                  <a:pt x="18550" y="1305"/>
                </a:moveTo>
                <a:cubicBezTo>
                  <a:pt x="11591" y="2349"/>
                  <a:pt x="7416" y="3306"/>
                  <a:pt x="4458" y="6524"/>
                </a:cubicBezTo>
                <a:cubicBezTo>
                  <a:pt x="1501" y="9743"/>
                  <a:pt x="-1457" y="16702"/>
                  <a:pt x="805" y="20616"/>
                </a:cubicBezTo>
                <a:cubicBezTo>
                  <a:pt x="3067" y="24531"/>
                  <a:pt x="10460" y="29054"/>
                  <a:pt x="18028" y="30011"/>
                </a:cubicBezTo>
                <a:cubicBezTo>
                  <a:pt x="25596" y="30968"/>
                  <a:pt x="39688" y="28097"/>
                  <a:pt x="46212" y="26357"/>
                </a:cubicBezTo>
                <a:cubicBezTo>
                  <a:pt x="52736" y="24617"/>
                  <a:pt x="55519" y="23225"/>
                  <a:pt x="57172" y="19572"/>
                </a:cubicBezTo>
                <a:cubicBezTo>
                  <a:pt x="58825" y="15919"/>
                  <a:pt x="57955" y="7656"/>
                  <a:pt x="56128" y="4437"/>
                </a:cubicBezTo>
                <a:cubicBezTo>
                  <a:pt x="54301" y="1219"/>
                  <a:pt x="52475" y="783"/>
                  <a:pt x="46212" y="261"/>
                </a:cubicBezTo>
                <a:cubicBezTo>
                  <a:pt x="39949" y="-261"/>
                  <a:pt x="25509" y="261"/>
                  <a:pt x="18550" y="1305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94" name="Google Shape;2494;p69"/>
          <p:cNvSpPr/>
          <p:nvPr/>
        </p:nvSpPr>
        <p:spPr>
          <a:xfrm>
            <a:off x="5339225" y="2522931"/>
            <a:ext cx="2061575" cy="483300"/>
          </a:xfrm>
          <a:custGeom>
            <a:rect b="b" l="l" r="r" t="t"/>
            <a:pathLst>
              <a:path extrusionOk="0" h="19332" w="82463">
                <a:moveTo>
                  <a:pt x="0" y="19333"/>
                </a:moveTo>
                <a:cubicBezTo>
                  <a:pt x="1653" y="17419"/>
                  <a:pt x="3305" y="11070"/>
                  <a:pt x="9916" y="7851"/>
                </a:cubicBezTo>
                <a:cubicBezTo>
                  <a:pt x="16527" y="4633"/>
                  <a:pt x="29141" y="-65"/>
                  <a:pt x="39666" y="22"/>
                </a:cubicBezTo>
                <a:cubicBezTo>
                  <a:pt x="50191" y="109"/>
                  <a:pt x="65935" y="5503"/>
                  <a:pt x="73068" y="8373"/>
                </a:cubicBezTo>
                <a:cubicBezTo>
                  <a:pt x="80201" y="11244"/>
                  <a:pt x="80897" y="15766"/>
                  <a:pt x="82463" y="172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95" name="Google Shape;2495;p69"/>
          <p:cNvSpPr/>
          <p:nvPr/>
        </p:nvSpPr>
        <p:spPr>
          <a:xfrm>
            <a:off x="5391400" y="3149775"/>
            <a:ext cx="2035500" cy="430300"/>
          </a:xfrm>
          <a:custGeom>
            <a:rect b="b" l="l" r="r" t="t"/>
            <a:pathLst>
              <a:path extrusionOk="0" h="17212" w="81420">
                <a:moveTo>
                  <a:pt x="81420" y="0"/>
                </a:moveTo>
                <a:cubicBezTo>
                  <a:pt x="79506" y="1392"/>
                  <a:pt x="74460" y="5915"/>
                  <a:pt x="69937" y="8351"/>
                </a:cubicBezTo>
                <a:cubicBezTo>
                  <a:pt x="65414" y="10787"/>
                  <a:pt x="60717" y="13222"/>
                  <a:pt x="54280" y="14614"/>
                </a:cubicBezTo>
                <a:cubicBezTo>
                  <a:pt x="47843" y="16006"/>
                  <a:pt x="40362" y="18180"/>
                  <a:pt x="31315" y="16701"/>
                </a:cubicBezTo>
                <a:cubicBezTo>
                  <a:pt x="22268" y="15222"/>
                  <a:pt x="5219" y="7568"/>
                  <a:pt x="0" y="574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496" name="Google Shape;2496;p69"/>
          <p:cNvSpPr txBox="1"/>
          <p:nvPr/>
        </p:nvSpPr>
        <p:spPr>
          <a:xfrm>
            <a:off x="5600175" y="3945700"/>
            <a:ext cx="295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Garbage collected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Removal (Middle)</a:t>
            </a:r>
            <a:endParaRPr/>
          </a:p>
        </p:txBody>
      </p:sp>
      <p:sp>
        <p:nvSpPr>
          <p:cNvPr id="2502" name="Google Shape;2502;p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03" name="Google Shape;25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5290825"/>
            <a:ext cx="3741175" cy="1065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04" name="Google Shape;2504;p70"/>
          <p:cNvSpPr/>
          <p:nvPr/>
        </p:nvSpPr>
        <p:spPr>
          <a:xfrm>
            <a:off x="2849700" y="2936932"/>
            <a:ext cx="10251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70"/>
          <p:cNvSpPr/>
          <p:nvPr/>
        </p:nvSpPr>
        <p:spPr>
          <a:xfrm>
            <a:off x="7345500" y="2936932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70"/>
          <p:cNvSpPr/>
          <p:nvPr/>
        </p:nvSpPr>
        <p:spPr>
          <a:xfrm>
            <a:off x="8793300" y="2936932"/>
            <a:ext cx="10251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70"/>
          <p:cNvSpPr txBox="1"/>
          <p:nvPr/>
        </p:nvSpPr>
        <p:spPr>
          <a:xfrm>
            <a:off x="91020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8" name="Google Shape;2508;p70"/>
          <p:cNvCxnSpPr/>
          <p:nvPr/>
        </p:nvCxnSpPr>
        <p:spPr>
          <a:xfrm>
            <a:off x="96318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9" name="Google Shape;2509;p70"/>
          <p:cNvCxnSpPr/>
          <p:nvPr/>
        </p:nvCxnSpPr>
        <p:spPr>
          <a:xfrm>
            <a:off x="9715788" y="3097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10" name="Google Shape;2510;p70"/>
          <p:cNvSpPr txBox="1"/>
          <p:nvPr/>
        </p:nvSpPr>
        <p:spPr>
          <a:xfrm>
            <a:off x="9613900" y="3408682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1" name="Google Shape;2511;p70"/>
          <p:cNvCxnSpPr/>
          <p:nvPr/>
        </p:nvCxnSpPr>
        <p:spPr>
          <a:xfrm>
            <a:off x="90222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2" name="Google Shape;2512;p70"/>
          <p:cNvSpPr txBox="1"/>
          <p:nvPr/>
        </p:nvSpPr>
        <p:spPr>
          <a:xfrm>
            <a:off x="7654231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3" name="Google Shape;2513;p70"/>
          <p:cNvCxnSpPr/>
          <p:nvPr/>
        </p:nvCxnSpPr>
        <p:spPr>
          <a:xfrm>
            <a:off x="81840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4" name="Google Shape;2514;p70"/>
          <p:cNvCxnSpPr/>
          <p:nvPr/>
        </p:nvCxnSpPr>
        <p:spPr>
          <a:xfrm>
            <a:off x="7574400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5" name="Google Shape;2515;p70"/>
          <p:cNvSpPr txBox="1"/>
          <p:nvPr/>
        </p:nvSpPr>
        <p:spPr>
          <a:xfrm>
            <a:off x="3138448" y="2863377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6" name="Google Shape;2516;p70"/>
          <p:cNvCxnSpPr/>
          <p:nvPr/>
        </p:nvCxnSpPr>
        <p:spPr>
          <a:xfrm>
            <a:off x="36682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70"/>
          <p:cNvCxnSpPr/>
          <p:nvPr/>
        </p:nvCxnSpPr>
        <p:spPr>
          <a:xfrm>
            <a:off x="3058617" y="293693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8" name="Google Shape;2518;p70"/>
          <p:cNvSpPr txBox="1"/>
          <p:nvPr/>
        </p:nvSpPr>
        <p:spPr>
          <a:xfrm>
            <a:off x="30094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70"/>
          <p:cNvCxnSpPr/>
          <p:nvPr/>
        </p:nvCxnSpPr>
        <p:spPr>
          <a:xfrm flipH="1" rot="10800000">
            <a:off x="82110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20" name="Google Shape;2520;p70"/>
          <p:cNvCxnSpPr/>
          <p:nvPr/>
        </p:nvCxnSpPr>
        <p:spPr>
          <a:xfrm flipH="1">
            <a:off x="83634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21" name="Google Shape;2521;p70"/>
          <p:cNvSpPr txBox="1"/>
          <p:nvPr/>
        </p:nvSpPr>
        <p:spPr>
          <a:xfrm>
            <a:off x="8876846" y="2462452"/>
            <a:ext cx="69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70"/>
          <p:cNvSpPr/>
          <p:nvPr/>
        </p:nvSpPr>
        <p:spPr>
          <a:xfrm>
            <a:off x="4394850" y="2934248"/>
            <a:ext cx="10251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70"/>
          <p:cNvSpPr txBox="1"/>
          <p:nvPr/>
        </p:nvSpPr>
        <p:spPr>
          <a:xfrm>
            <a:off x="4703581" y="2860693"/>
            <a:ext cx="4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4" name="Google Shape;2524;p70"/>
          <p:cNvCxnSpPr/>
          <p:nvPr/>
        </p:nvCxnSpPr>
        <p:spPr>
          <a:xfrm>
            <a:off x="5233350" y="2934248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70"/>
          <p:cNvCxnSpPr/>
          <p:nvPr/>
        </p:nvCxnSpPr>
        <p:spPr>
          <a:xfrm>
            <a:off x="4623750" y="2897162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6" name="Google Shape;2526;p70"/>
          <p:cNvCxnSpPr/>
          <p:nvPr/>
        </p:nvCxnSpPr>
        <p:spPr>
          <a:xfrm flipH="1" rot="10800000">
            <a:off x="3791431" y="30027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27" name="Google Shape;2527;p70"/>
          <p:cNvCxnSpPr/>
          <p:nvPr/>
        </p:nvCxnSpPr>
        <p:spPr>
          <a:xfrm flipH="1">
            <a:off x="3943831" y="3155127"/>
            <a:ext cx="5862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528" name="Google Shape;2528;p70"/>
          <p:cNvCxnSpPr/>
          <p:nvPr/>
        </p:nvCxnSpPr>
        <p:spPr>
          <a:xfrm rot="10800000">
            <a:off x="2771563" y="2651882"/>
            <a:ext cx="187500" cy="3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29" name="Google Shape;2529;p70"/>
          <p:cNvSpPr txBox="1"/>
          <p:nvPr/>
        </p:nvSpPr>
        <p:spPr>
          <a:xfrm>
            <a:off x="2399075" y="2216288"/>
            <a:ext cx="6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70"/>
          <p:cNvSpPr txBox="1"/>
          <p:nvPr/>
        </p:nvSpPr>
        <p:spPr>
          <a:xfrm>
            <a:off x="4394850" y="1518775"/>
            <a:ext cx="41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the node at index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70"/>
          <p:cNvSpPr/>
          <p:nvPr/>
        </p:nvSpPr>
        <p:spPr>
          <a:xfrm>
            <a:off x="5339225" y="2522931"/>
            <a:ext cx="2061575" cy="483300"/>
          </a:xfrm>
          <a:custGeom>
            <a:rect b="b" l="l" r="r" t="t"/>
            <a:pathLst>
              <a:path extrusionOk="0" h="19332" w="82463">
                <a:moveTo>
                  <a:pt x="0" y="19333"/>
                </a:moveTo>
                <a:cubicBezTo>
                  <a:pt x="1653" y="17419"/>
                  <a:pt x="3305" y="11070"/>
                  <a:pt x="9916" y="7851"/>
                </a:cubicBezTo>
                <a:cubicBezTo>
                  <a:pt x="16527" y="4633"/>
                  <a:pt x="29141" y="-65"/>
                  <a:pt x="39666" y="22"/>
                </a:cubicBezTo>
                <a:cubicBezTo>
                  <a:pt x="50191" y="109"/>
                  <a:pt x="65935" y="5503"/>
                  <a:pt x="73068" y="8373"/>
                </a:cubicBezTo>
                <a:cubicBezTo>
                  <a:pt x="80201" y="11244"/>
                  <a:pt x="80897" y="15766"/>
                  <a:pt x="82463" y="172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sp>
        <p:nvSpPr>
          <p:cNvPr id="2532" name="Google Shape;2532;p70"/>
          <p:cNvSpPr/>
          <p:nvPr/>
        </p:nvSpPr>
        <p:spPr>
          <a:xfrm>
            <a:off x="5391400" y="3149775"/>
            <a:ext cx="2035500" cy="430300"/>
          </a:xfrm>
          <a:custGeom>
            <a:rect b="b" l="l" r="r" t="t"/>
            <a:pathLst>
              <a:path extrusionOk="0" h="17212" w="81420">
                <a:moveTo>
                  <a:pt x="81420" y="0"/>
                </a:moveTo>
                <a:cubicBezTo>
                  <a:pt x="79506" y="1392"/>
                  <a:pt x="74460" y="5915"/>
                  <a:pt x="69937" y="8351"/>
                </a:cubicBezTo>
                <a:cubicBezTo>
                  <a:pt x="65414" y="10787"/>
                  <a:pt x="60717" y="13222"/>
                  <a:pt x="54280" y="14614"/>
                </a:cubicBezTo>
                <a:cubicBezTo>
                  <a:pt x="47843" y="16006"/>
                  <a:pt x="40362" y="18180"/>
                  <a:pt x="31315" y="16701"/>
                </a:cubicBezTo>
                <a:cubicBezTo>
                  <a:pt x="22268" y="15222"/>
                  <a:pt x="5219" y="7568"/>
                  <a:pt x="0" y="574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sp>
      <p:pic>
        <p:nvPicPr>
          <p:cNvPr id="2533" name="Google Shape;253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839" y="5585089"/>
            <a:ext cx="756219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</a:t>
            </a:r>
            <a:endParaRPr/>
          </a:p>
        </p:txBody>
      </p:sp>
      <p:sp>
        <p:nvSpPr>
          <p:cNvPr id="2539" name="Google Shape;2539;p7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Implementations may differ, but the general idea is same.</a:t>
            </a:r>
            <a:endParaRPr/>
          </a:p>
        </p:txBody>
      </p:sp>
      <p:sp>
        <p:nvSpPr>
          <p:cNvPr id="2540" name="Google Shape;2540;p7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 Faster in DLLs</a:t>
            </a:r>
            <a:endParaRPr/>
          </a:p>
        </p:txBody>
      </p:sp>
      <p:sp>
        <p:nvSpPr>
          <p:cNvPr id="2546" name="Google Shape;2546;p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47" name="Google Shape;254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767025"/>
            <a:ext cx="9067689" cy="43607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 over SLL</a:t>
            </a:r>
            <a:endParaRPr/>
          </a:p>
        </p:txBody>
      </p:sp>
      <p:sp>
        <p:nvSpPr>
          <p:cNvPr id="2553" name="Google Shape;2553;p7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b="1" lang="en-US" sz="2400"/>
              <a:t>Bidirectional Traversal</a:t>
            </a:r>
            <a:r>
              <a:rPr lang="en-US" sz="2400"/>
              <a:t>: Can traverse both forward and backward.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US" sz="2400"/>
              <a:t>Easier Implementation of Complex Data Structures</a:t>
            </a:r>
            <a:r>
              <a:rPr lang="en-US" sz="2400"/>
              <a:t>: Useful in undo/redo operations, navigation systems (e.g., Browsers, File Explorers).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b="1" lang="en-US" sz="2400"/>
              <a:t>More Flexibility in Insertion/Deletion</a:t>
            </a:r>
            <a:r>
              <a:rPr lang="en-US" sz="2400"/>
              <a:t>: Can insert/delete from both ends efficiently. abcd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55" name="Google Shape;255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750" y="3751425"/>
            <a:ext cx="3588375" cy="280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6" name="Google Shape;2556;p73"/>
          <p:cNvSpPr/>
          <p:nvPr/>
        </p:nvSpPr>
        <p:spPr>
          <a:xfrm>
            <a:off x="4292800" y="4275350"/>
            <a:ext cx="872400" cy="471300"/>
          </a:xfrm>
          <a:prstGeom prst="roundRect">
            <a:avLst>
              <a:gd fmla="val 16667" name="adj"/>
            </a:avLst>
          </a:prstGeom>
          <a:solidFill>
            <a:srgbClr val="FF0000">
              <a:alpha val="2000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Linked List Construction</a:t>
            </a:r>
            <a:endParaRPr/>
          </a:p>
        </p:txBody>
      </p:sp>
      <p:sp>
        <p:nvSpPr>
          <p:cNvPr id="2562" name="Google Shape;2562;p74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Construct the linked list from the given table</a:t>
            </a:r>
            <a:endParaRPr sz="2400"/>
          </a:p>
        </p:txBody>
      </p:sp>
      <p:sp>
        <p:nvSpPr>
          <p:cNvPr id="2563" name="Google Shape;2563;p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64" name="Google Shape;256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025" y="2452038"/>
            <a:ext cx="5443799" cy="314309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Exercise: Doubly Linked List Construction</a:t>
            </a:r>
            <a:endParaRPr/>
          </a:p>
        </p:txBody>
      </p:sp>
      <p:sp>
        <p:nvSpPr>
          <p:cNvPr id="2570" name="Google Shape;2570;p75"/>
          <p:cNvSpPr txBox="1"/>
          <p:nvPr>
            <p:ph idx="1" type="body"/>
          </p:nvPr>
        </p:nvSpPr>
        <p:spPr>
          <a:xfrm>
            <a:off x="838200" y="1825625"/>
            <a:ext cx="5605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Construct the linked list from the given table</a:t>
            </a:r>
            <a:endParaRPr sz="2400"/>
          </a:p>
        </p:txBody>
      </p:sp>
      <p:sp>
        <p:nvSpPr>
          <p:cNvPr id="2571" name="Google Shape;2571;p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72" name="Google Shape;257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025" y="2452038"/>
            <a:ext cx="5443799" cy="314309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3" name="Google Shape;2573;p75"/>
          <p:cNvSpPr txBox="1"/>
          <p:nvPr/>
        </p:nvSpPr>
        <p:spPr>
          <a:xfrm>
            <a:off x="1816275" y="5884625"/>
            <a:ext cx="53757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← 10 &lt;-&gt; 20 &lt;-&gt; 30 &lt;-&gt; 40 &lt;-&gt; 50 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