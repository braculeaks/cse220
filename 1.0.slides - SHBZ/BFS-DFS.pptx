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6" r:id="rId3"/>
    <p:sldId id="264" r:id="rId4"/>
    <p:sldId id="261" r:id="rId5"/>
    <p:sldId id="262" r:id="rId6"/>
    <p:sldId id="265" r:id="rId7"/>
    <p:sldId id="266" r:id="rId8"/>
    <p:sldId id="275" r:id="rId9"/>
    <p:sldId id="278" r:id="rId10"/>
    <p:sldId id="267" r:id="rId11"/>
    <p:sldId id="268" r:id="rId12"/>
    <p:sldId id="271" r:id="rId13"/>
    <p:sldId id="272" r:id="rId14"/>
    <p:sldId id="270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9906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4384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048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9906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3716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858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6300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3362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5036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20778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2905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Queue</a:t>
            </a:r>
            <a:endParaRPr lang="en-US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13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9906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4384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048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9906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3716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858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6300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3362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5036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20778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2905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Queue</a:t>
            </a:r>
            <a:endParaRPr lang="en-US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06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9906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4384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048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9906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3716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858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6300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3362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5036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20778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2905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Queue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09600" y="586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43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762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2098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762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5240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1430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72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401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1076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2750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1849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0619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Queue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42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762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2098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762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5240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1430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72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401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1076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2750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1849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0619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Queue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5146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8862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3340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46482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38862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39" name="Straight Arrow Connector 38"/>
          <p:cNvCxnSpPr>
            <a:stCxn id="31" idx="6"/>
            <a:endCxn id="32" idx="2"/>
          </p:cNvCxnSpPr>
          <p:nvPr/>
        </p:nvCxnSpPr>
        <p:spPr>
          <a:xfrm>
            <a:off x="42672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5814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1" idx="3"/>
            <a:endCxn id="35" idx="7"/>
          </p:cNvCxnSpPr>
          <p:nvPr/>
        </p:nvCxnSpPr>
        <p:spPr>
          <a:xfrm flipH="1">
            <a:off x="35256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2318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8" idx="1"/>
          </p:cNvCxnSpPr>
          <p:nvPr/>
        </p:nvCxnSpPr>
        <p:spPr>
          <a:xfrm>
            <a:off x="33992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7" idx="7"/>
            <a:endCxn id="32" idx="3"/>
          </p:cNvCxnSpPr>
          <p:nvPr/>
        </p:nvCxnSpPr>
        <p:spPr>
          <a:xfrm flipV="1">
            <a:off x="4973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7" idx="1"/>
          </p:cNvCxnSpPr>
          <p:nvPr/>
        </p:nvCxnSpPr>
        <p:spPr>
          <a:xfrm>
            <a:off x="41861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27029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2766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962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766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4290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4290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4290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83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762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2098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762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5240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1430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72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401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1076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2750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1849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0619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Queue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5146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8862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3340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46482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38862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39" name="Straight Arrow Connector 38"/>
          <p:cNvCxnSpPr>
            <a:stCxn id="31" idx="6"/>
            <a:endCxn id="32" idx="2"/>
          </p:cNvCxnSpPr>
          <p:nvPr/>
        </p:nvCxnSpPr>
        <p:spPr>
          <a:xfrm>
            <a:off x="42672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5814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1" idx="3"/>
            <a:endCxn id="35" idx="7"/>
          </p:cNvCxnSpPr>
          <p:nvPr/>
        </p:nvCxnSpPr>
        <p:spPr>
          <a:xfrm flipH="1">
            <a:off x="35256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2318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8" idx="1"/>
          </p:cNvCxnSpPr>
          <p:nvPr/>
        </p:nvCxnSpPr>
        <p:spPr>
          <a:xfrm>
            <a:off x="33992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7" idx="7"/>
            <a:endCxn id="32" idx="3"/>
          </p:cNvCxnSpPr>
          <p:nvPr/>
        </p:nvCxnSpPr>
        <p:spPr>
          <a:xfrm flipV="1">
            <a:off x="4973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7" idx="1"/>
          </p:cNvCxnSpPr>
          <p:nvPr/>
        </p:nvCxnSpPr>
        <p:spPr>
          <a:xfrm>
            <a:off x="41861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27029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2766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962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766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4290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4290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4290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>
            <a:off x="4648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334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648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48006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4800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40386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4864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70866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5344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67" name="Oval 66"/>
          <p:cNvSpPr/>
          <p:nvPr/>
        </p:nvSpPr>
        <p:spPr>
          <a:xfrm>
            <a:off x="64008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68" name="Oval 67"/>
          <p:cNvSpPr/>
          <p:nvPr/>
        </p:nvSpPr>
        <p:spPr>
          <a:xfrm>
            <a:off x="78486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70866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70" name="Straight Arrow Connector 69"/>
          <p:cNvCxnSpPr>
            <a:stCxn id="65" idx="6"/>
            <a:endCxn id="66" idx="2"/>
          </p:cNvCxnSpPr>
          <p:nvPr/>
        </p:nvCxnSpPr>
        <p:spPr>
          <a:xfrm>
            <a:off x="74676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67818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3"/>
            <a:endCxn id="67" idx="7"/>
          </p:cNvCxnSpPr>
          <p:nvPr/>
        </p:nvCxnSpPr>
        <p:spPr>
          <a:xfrm flipH="1">
            <a:off x="67260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74322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9" idx="1"/>
          </p:cNvCxnSpPr>
          <p:nvPr/>
        </p:nvCxnSpPr>
        <p:spPr>
          <a:xfrm>
            <a:off x="65996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8" idx="7"/>
            <a:endCxn id="66" idx="3"/>
          </p:cNvCxnSpPr>
          <p:nvPr/>
        </p:nvCxnSpPr>
        <p:spPr>
          <a:xfrm flipV="1">
            <a:off x="81738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68" idx="1"/>
          </p:cNvCxnSpPr>
          <p:nvPr/>
        </p:nvCxnSpPr>
        <p:spPr>
          <a:xfrm>
            <a:off x="73865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16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Queue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7029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2766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962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766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4290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4290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4290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>
            <a:off x="4648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334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648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48006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4800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40386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2192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2667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67" name="Oval 66"/>
          <p:cNvSpPr/>
          <p:nvPr/>
        </p:nvSpPr>
        <p:spPr>
          <a:xfrm>
            <a:off x="5334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68" name="Oval 67"/>
          <p:cNvSpPr/>
          <p:nvPr/>
        </p:nvSpPr>
        <p:spPr>
          <a:xfrm>
            <a:off x="19812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12192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70" name="Straight Arrow Connector 69"/>
          <p:cNvCxnSpPr>
            <a:stCxn id="65" idx="6"/>
            <a:endCxn id="66" idx="2"/>
          </p:cNvCxnSpPr>
          <p:nvPr/>
        </p:nvCxnSpPr>
        <p:spPr>
          <a:xfrm>
            <a:off x="16002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9144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3"/>
            <a:endCxn id="67" idx="7"/>
          </p:cNvCxnSpPr>
          <p:nvPr/>
        </p:nvCxnSpPr>
        <p:spPr>
          <a:xfrm flipH="1">
            <a:off x="8586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15648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9" idx="1"/>
          </p:cNvCxnSpPr>
          <p:nvPr/>
        </p:nvCxnSpPr>
        <p:spPr>
          <a:xfrm>
            <a:off x="7322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8" idx="7"/>
            <a:endCxn id="66" idx="3"/>
          </p:cNvCxnSpPr>
          <p:nvPr/>
        </p:nvCxnSpPr>
        <p:spPr>
          <a:xfrm flipV="1">
            <a:off x="2306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68" idx="1"/>
          </p:cNvCxnSpPr>
          <p:nvPr/>
        </p:nvCxnSpPr>
        <p:spPr>
          <a:xfrm>
            <a:off x="15191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096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6781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096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248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5486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0" y="2209800"/>
            <a:ext cx="427451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29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Queue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7029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2766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962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766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4290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4290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34290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>
            <a:off x="4648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334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4648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48006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4800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40386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0480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2192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2667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67" name="Oval 66"/>
          <p:cNvSpPr/>
          <p:nvPr/>
        </p:nvSpPr>
        <p:spPr>
          <a:xfrm>
            <a:off x="5334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68" name="Oval 67"/>
          <p:cNvSpPr/>
          <p:nvPr/>
        </p:nvSpPr>
        <p:spPr>
          <a:xfrm>
            <a:off x="19812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12192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70" name="Straight Arrow Connector 69"/>
          <p:cNvCxnSpPr>
            <a:stCxn id="65" idx="6"/>
            <a:endCxn id="66" idx="2"/>
          </p:cNvCxnSpPr>
          <p:nvPr/>
        </p:nvCxnSpPr>
        <p:spPr>
          <a:xfrm>
            <a:off x="16002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9144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3"/>
            <a:endCxn id="67" idx="7"/>
          </p:cNvCxnSpPr>
          <p:nvPr/>
        </p:nvCxnSpPr>
        <p:spPr>
          <a:xfrm flipH="1">
            <a:off x="8586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15648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9" idx="1"/>
          </p:cNvCxnSpPr>
          <p:nvPr/>
        </p:nvCxnSpPr>
        <p:spPr>
          <a:xfrm>
            <a:off x="7322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8" idx="7"/>
            <a:endCxn id="66" idx="3"/>
          </p:cNvCxnSpPr>
          <p:nvPr/>
        </p:nvCxnSpPr>
        <p:spPr>
          <a:xfrm flipV="1">
            <a:off x="2306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68" idx="1"/>
          </p:cNvCxnSpPr>
          <p:nvPr/>
        </p:nvCxnSpPr>
        <p:spPr>
          <a:xfrm>
            <a:off x="15191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096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6781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096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6248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5486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46482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6096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85" name="Oval 84"/>
          <p:cNvSpPr/>
          <p:nvPr/>
        </p:nvSpPr>
        <p:spPr>
          <a:xfrm>
            <a:off x="39624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6" name="Oval 85"/>
          <p:cNvSpPr/>
          <p:nvPr/>
        </p:nvSpPr>
        <p:spPr>
          <a:xfrm>
            <a:off x="54102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87" name="Oval 86"/>
          <p:cNvSpPr/>
          <p:nvPr/>
        </p:nvSpPr>
        <p:spPr>
          <a:xfrm>
            <a:off x="4648200" y="30480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88" name="Straight Arrow Connector 87"/>
          <p:cNvCxnSpPr>
            <a:stCxn id="81" idx="6"/>
            <a:endCxn id="84" idx="2"/>
          </p:cNvCxnSpPr>
          <p:nvPr/>
        </p:nvCxnSpPr>
        <p:spPr>
          <a:xfrm>
            <a:off x="50292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43434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1" idx="3"/>
            <a:endCxn id="85" idx="7"/>
          </p:cNvCxnSpPr>
          <p:nvPr/>
        </p:nvCxnSpPr>
        <p:spPr>
          <a:xfrm flipH="1">
            <a:off x="42876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49938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endCxn id="87" idx="1"/>
          </p:cNvCxnSpPr>
          <p:nvPr/>
        </p:nvCxnSpPr>
        <p:spPr>
          <a:xfrm>
            <a:off x="41612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86" idx="7"/>
            <a:endCxn id="84" idx="3"/>
          </p:cNvCxnSpPr>
          <p:nvPr/>
        </p:nvCxnSpPr>
        <p:spPr>
          <a:xfrm flipV="1">
            <a:off x="5735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86" idx="1"/>
          </p:cNvCxnSpPr>
          <p:nvPr/>
        </p:nvCxnSpPr>
        <p:spPr>
          <a:xfrm>
            <a:off x="49481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7391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807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73914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8580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0" y="2209800"/>
            <a:ext cx="427451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94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BFS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1524000"/>
            <a:ext cx="4876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BFS(Graph, source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create a queue Q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mark all nodes as unvisited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mark source as visited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source into Q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Q is not empty: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u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(Q)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 u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each neighbor v of u: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v is unvisited: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mark v as visited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v into Q</a:t>
            </a:r>
          </a:p>
        </p:txBody>
      </p:sp>
    </p:spTree>
    <p:extLst>
      <p:ext uri="{BB962C8B-B14F-4D97-AF65-F5344CB8AC3E}">
        <p14:creationId xmlns:p14="http://schemas.microsoft.com/office/powerpoint/2010/main" val="140442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9906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4384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048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9906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3716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858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6300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3362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5036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20778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2905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itchFamily="34" charset="0"/>
                <a:ea typeface="Verdana" pitchFamily="34" charset="0"/>
              </a:rPr>
              <a:t>D</a:t>
            </a:r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Stack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09600" y="586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31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762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2098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762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5240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1430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72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401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1076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2750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1849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0619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itchFamily="34" charset="0"/>
                <a:ea typeface="Verdana" pitchFamily="34" charset="0"/>
              </a:rPr>
              <a:t>D</a:t>
            </a:r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Stack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63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762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2098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762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5240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1430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72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401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1076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2750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1849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0619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itchFamily="34" charset="0"/>
                <a:ea typeface="Verdana" pitchFamily="34" charset="0"/>
              </a:rPr>
              <a:t>D</a:t>
            </a:r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Stack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5146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8862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3340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0" y="2057400"/>
            <a:ext cx="3810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46482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38862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39" name="Straight Arrow Connector 38"/>
          <p:cNvCxnSpPr>
            <a:stCxn id="31" idx="6"/>
            <a:endCxn id="32" idx="2"/>
          </p:cNvCxnSpPr>
          <p:nvPr/>
        </p:nvCxnSpPr>
        <p:spPr>
          <a:xfrm>
            <a:off x="42672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5814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1" idx="3"/>
            <a:endCxn id="35" idx="7"/>
          </p:cNvCxnSpPr>
          <p:nvPr/>
        </p:nvCxnSpPr>
        <p:spPr>
          <a:xfrm flipH="1">
            <a:off x="35256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2318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8" idx="1"/>
          </p:cNvCxnSpPr>
          <p:nvPr/>
        </p:nvCxnSpPr>
        <p:spPr>
          <a:xfrm>
            <a:off x="33992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7" idx="7"/>
            <a:endCxn id="32" idx="3"/>
          </p:cNvCxnSpPr>
          <p:nvPr/>
        </p:nvCxnSpPr>
        <p:spPr>
          <a:xfrm flipV="1">
            <a:off x="4973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7" idx="1"/>
          </p:cNvCxnSpPr>
          <p:nvPr/>
        </p:nvCxnSpPr>
        <p:spPr>
          <a:xfrm>
            <a:off x="41861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27029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2766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962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766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4290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56" name="Oval 55"/>
          <p:cNvSpPr/>
          <p:nvPr/>
        </p:nvSpPr>
        <p:spPr>
          <a:xfrm>
            <a:off x="34290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54" name="Oval 53"/>
          <p:cNvSpPr/>
          <p:nvPr/>
        </p:nvSpPr>
        <p:spPr>
          <a:xfrm>
            <a:off x="34290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59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762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2098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762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524000" y="2057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11" name="Straight Arrow Connector 10"/>
          <p:cNvCxnSpPr>
            <a:stCxn id="5" idx="6"/>
            <a:endCxn id="6" idx="2"/>
          </p:cNvCxnSpPr>
          <p:nvPr/>
        </p:nvCxnSpPr>
        <p:spPr>
          <a:xfrm>
            <a:off x="11430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72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7"/>
          </p:cNvCxnSpPr>
          <p:nvPr/>
        </p:nvCxnSpPr>
        <p:spPr>
          <a:xfrm flipH="1">
            <a:off x="401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1076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1"/>
          </p:cNvCxnSpPr>
          <p:nvPr/>
        </p:nvCxnSpPr>
        <p:spPr>
          <a:xfrm>
            <a:off x="2750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7"/>
            <a:endCxn id="6" idx="3"/>
          </p:cNvCxnSpPr>
          <p:nvPr/>
        </p:nvCxnSpPr>
        <p:spPr>
          <a:xfrm flipV="1">
            <a:off x="1849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8" idx="1"/>
          </p:cNvCxnSpPr>
          <p:nvPr/>
        </p:nvCxnSpPr>
        <p:spPr>
          <a:xfrm>
            <a:off x="10619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itchFamily="34" charset="0"/>
                <a:ea typeface="Verdana" pitchFamily="34" charset="0"/>
              </a:rPr>
              <a:t>D</a:t>
            </a:r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Stack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5146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8862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3340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0" y="2057400"/>
            <a:ext cx="3810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46482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3886200" y="3048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39" name="Straight Arrow Connector 38"/>
          <p:cNvCxnSpPr>
            <a:stCxn id="31" idx="6"/>
            <a:endCxn id="32" idx="2"/>
          </p:cNvCxnSpPr>
          <p:nvPr/>
        </p:nvCxnSpPr>
        <p:spPr>
          <a:xfrm>
            <a:off x="42672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5814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1" idx="3"/>
            <a:endCxn id="35" idx="7"/>
          </p:cNvCxnSpPr>
          <p:nvPr/>
        </p:nvCxnSpPr>
        <p:spPr>
          <a:xfrm flipH="1">
            <a:off x="35256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2318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8" idx="1"/>
          </p:cNvCxnSpPr>
          <p:nvPr/>
        </p:nvCxnSpPr>
        <p:spPr>
          <a:xfrm>
            <a:off x="33992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7" idx="7"/>
            <a:endCxn id="32" idx="3"/>
          </p:cNvCxnSpPr>
          <p:nvPr/>
        </p:nvCxnSpPr>
        <p:spPr>
          <a:xfrm flipV="1">
            <a:off x="4973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7" idx="1"/>
          </p:cNvCxnSpPr>
          <p:nvPr/>
        </p:nvCxnSpPr>
        <p:spPr>
          <a:xfrm>
            <a:off x="41861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27029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2766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962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766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4290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56" name="Oval 55"/>
          <p:cNvSpPr/>
          <p:nvPr/>
        </p:nvSpPr>
        <p:spPr>
          <a:xfrm>
            <a:off x="34290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54" name="Oval 53"/>
          <p:cNvSpPr/>
          <p:nvPr/>
        </p:nvSpPr>
        <p:spPr>
          <a:xfrm>
            <a:off x="34290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0745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648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334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648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800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62" name="Oval 61"/>
          <p:cNvSpPr/>
          <p:nvPr/>
        </p:nvSpPr>
        <p:spPr>
          <a:xfrm>
            <a:off x="48006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4102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7818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8229600" y="1066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67" name="Oval 66"/>
          <p:cNvSpPr/>
          <p:nvPr/>
        </p:nvSpPr>
        <p:spPr>
          <a:xfrm>
            <a:off x="6096000" y="2057400"/>
            <a:ext cx="3810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68" name="Oval 67"/>
          <p:cNvSpPr/>
          <p:nvPr/>
        </p:nvSpPr>
        <p:spPr>
          <a:xfrm>
            <a:off x="75438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6781800" y="30480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70" name="Straight Arrow Connector 69"/>
          <p:cNvCxnSpPr>
            <a:stCxn id="65" idx="6"/>
            <a:endCxn id="66" idx="2"/>
          </p:cNvCxnSpPr>
          <p:nvPr/>
        </p:nvCxnSpPr>
        <p:spPr>
          <a:xfrm>
            <a:off x="71628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64770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3"/>
            <a:endCxn id="67" idx="7"/>
          </p:cNvCxnSpPr>
          <p:nvPr/>
        </p:nvCxnSpPr>
        <p:spPr>
          <a:xfrm flipH="1">
            <a:off x="6421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71274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9" idx="1"/>
          </p:cNvCxnSpPr>
          <p:nvPr/>
        </p:nvCxnSpPr>
        <p:spPr>
          <a:xfrm>
            <a:off x="62948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8" idx="7"/>
            <a:endCxn id="66" idx="3"/>
          </p:cNvCxnSpPr>
          <p:nvPr/>
        </p:nvCxnSpPr>
        <p:spPr>
          <a:xfrm flipV="1">
            <a:off x="78690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68" idx="1"/>
          </p:cNvCxnSpPr>
          <p:nvPr/>
        </p:nvCxnSpPr>
        <p:spPr>
          <a:xfrm>
            <a:off x="70817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10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itchFamily="34" charset="0"/>
                <a:ea typeface="Verdana" pitchFamily="34" charset="0"/>
              </a:rPr>
              <a:t>D</a:t>
            </a:r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Stack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7029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2766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962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766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4290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56" name="Oval 55"/>
          <p:cNvSpPr/>
          <p:nvPr/>
        </p:nvSpPr>
        <p:spPr>
          <a:xfrm>
            <a:off x="34290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54" name="Oval 53"/>
          <p:cNvSpPr/>
          <p:nvPr/>
        </p:nvSpPr>
        <p:spPr>
          <a:xfrm>
            <a:off x="34290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0745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648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334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648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524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524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29718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67" name="Oval 66"/>
          <p:cNvSpPr/>
          <p:nvPr/>
        </p:nvSpPr>
        <p:spPr>
          <a:xfrm>
            <a:off x="838200" y="2057400"/>
            <a:ext cx="3810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68" name="Oval 67"/>
          <p:cNvSpPr/>
          <p:nvPr/>
        </p:nvSpPr>
        <p:spPr>
          <a:xfrm>
            <a:off x="22860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1524000" y="30480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70" name="Straight Arrow Connector 69"/>
          <p:cNvCxnSpPr>
            <a:stCxn id="65" idx="6"/>
            <a:endCxn id="66" idx="2"/>
          </p:cNvCxnSpPr>
          <p:nvPr/>
        </p:nvCxnSpPr>
        <p:spPr>
          <a:xfrm>
            <a:off x="19050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12192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3"/>
            <a:endCxn id="67" idx="7"/>
          </p:cNvCxnSpPr>
          <p:nvPr/>
        </p:nvCxnSpPr>
        <p:spPr>
          <a:xfrm flipH="1">
            <a:off x="1163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18696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9" idx="1"/>
          </p:cNvCxnSpPr>
          <p:nvPr/>
        </p:nvCxnSpPr>
        <p:spPr>
          <a:xfrm>
            <a:off x="10370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8" idx="7"/>
            <a:endCxn id="66" idx="3"/>
          </p:cNvCxnSpPr>
          <p:nvPr/>
        </p:nvCxnSpPr>
        <p:spPr>
          <a:xfrm flipV="1">
            <a:off x="2611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68" idx="1"/>
          </p:cNvCxnSpPr>
          <p:nvPr/>
        </p:nvCxnSpPr>
        <p:spPr>
          <a:xfrm>
            <a:off x="18239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4800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98" name="Oval 97"/>
          <p:cNvSpPr/>
          <p:nvPr/>
        </p:nvSpPr>
        <p:spPr>
          <a:xfrm>
            <a:off x="48006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54102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5983857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6669657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5983857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6136257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1601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45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143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7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4800" y="457200"/>
            <a:ext cx="7696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7451" y="0"/>
            <a:ext cx="104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itchFamily="34" charset="0"/>
                <a:ea typeface="Verdana" pitchFamily="34" charset="0"/>
              </a:rPr>
              <a:t>D</a:t>
            </a:r>
            <a:r>
              <a:rPr lang="en-US" sz="2400" b="1" dirty="0" smtClean="0">
                <a:latin typeface="Verdana" pitchFamily="34" charset="0"/>
                <a:ea typeface="Verdana" pitchFamily="34" charset="0"/>
              </a:rPr>
              <a:t>FS</a:t>
            </a:r>
            <a:endParaRPr lang="en-US" sz="2400" b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Narrow" pitchFamily="34" charset="0"/>
              </a:rPr>
              <a:t>Stack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09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2954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905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5908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9050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0574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20574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C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057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D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7029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2766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962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2766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4290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56" name="Oval 55"/>
          <p:cNvSpPr/>
          <p:nvPr/>
        </p:nvSpPr>
        <p:spPr>
          <a:xfrm>
            <a:off x="34290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54" name="Oval 53"/>
          <p:cNvSpPr/>
          <p:nvPr/>
        </p:nvSpPr>
        <p:spPr>
          <a:xfrm>
            <a:off x="34290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E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074543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648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3340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6482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52400" y="22479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5240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29718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67" name="Oval 66"/>
          <p:cNvSpPr/>
          <p:nvPr/>
        </p:nvSpPr>
        <p:spPr>
          <a:xfrm>
            <a:off x="838200" y="2057400"/>
            <a:ext cx="381000" cy="381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68" name="Oval 67"/>
          <p:cNvSpPr/>
          <p:nvPr/>
        </p:nvSpPr>
        <p:spPr>
          <a:xfrm>
            <a:off x="22860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1524000" y="30480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70" name="Straight Arrow Connector 69"/>
          <p:cNvCxnSpPr>
            <a:stCxn id="65" idx="6"/>
            <a:endCxn id="66" idx="2"/>
          </p:cNvCxnSpPr>
          <p:nvPr/>
        </p:nvCxnSpPr>
        <p:spPr>
          <a:xfrm>
            <a:off x="19050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12192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5" idx="3"/>
            <a:endCxn id="67" idx="7"/>
          </p:cNvCxnSpPr>
          <p:nvPr/>
        </p:nvCxnSpPr>
        <p:spPr>
          <a:xfrm flipH="1">
            <a:off x="11634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18696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9" idx="1"/>
          </p:cNvCxnSpPr>
          <p:nvPr/>
        </p:nvCxnSpPr>
        <p:spPr>
          <a:xfrm>
            <a:off x="10370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8" idx="7"/>
            <a:endCxn id="66" idx="3"/>
          </p:cNvCxnSpPr>
          <p:nvPr/>
        </p:nvCxnSpPr>
        <p:spPr>
          <a:xfrm flipV="1">
            <a:off x="2611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68" idx="1"/>
          </p:cNvCxnSpPr>
          <p:nvPr/>
        </p:nvCxnSpPr>
        <p:spPr>
          <a:xfrm>
            <a:off x="18239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3733800" y="22860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6388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ook Antiqua" pitchFamily="18" charset="0"/>
              </a:rPr>
              <a:t>A</a:t>
            </a:r>
            <a:endParaRPr lang="en-US" dirty="0">
              <a:solidFill>
                <a:schemeClr val="tx1"/>
              </a:solidFill>
              <a:latin typeface="Book Antiqua" pitchFamily="18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7086600" y="10668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sp>
        <p:nvSpPr>
          <p:cNvPr id="87" name="Oval 86"/>
          <p:cNvSpPr/>
          <p:nvPr/>
        </p:nvSpPr>
        <p:spPr>
          <a:xfrm>
            <a:off x="49530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88" name="Oval 87"/>
          <p:cNvSpPr/>
          <p:nvPr/>
        </p:nvSpPr>
        <p:spPr>
          <a:xfrm>
            <a:off x="6400800" y="20574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D</a:t>
            </a:r>
          </a:p>
        </p:txBody>
      </p:sp>
      <p:sp>
        <p:nvSpPr>
          <p:cNvPr id="89" name="Oval 88"/>
          <p:cNvSpPr/>
          <p:nvPr/>
        </p:nvSpPr>
        <p:spPr>
          <a:xfrm>
            <a:off x="5638800" y="3048000"/>
            <a:ext cx="381000" cy="3810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E</a:t>
            </a:r>
          </a:p>
        </p:txBody>
      </p:sp>
      <p:cxnSp>
        <p:nvCxnSpPr>
          <p:cNvPr id="90" name="Straight Arrow Connector 89"/>
          <p:cNvCxnSpPr>
            <a:stCxn id="85" idx="6"/>
            <a:endCxn id="86" idx="2"/>
          </p:cNvCxnSpPr>
          <p:nvPr/>
        </p:nvCxnSpPr>
        <p:spPr>
          <a:xfrm>
            <a:off x="6019800" y="12573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5334000" y="2247900"/>
            <a:ext cx="106680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85" idx="3"/>
            <a:endCxn id="87" idx="7"/>
          </p:cNvCxnSpPr>
          <p:nvPr/>
        </p:nvCxnSpPr>
        <p:spPr>
          <a:xfrm flipH="1">
            <a:off x="52782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>
            <a:off x="5984408" y="2438400"/>
            <a:ext cx="492592" cy="665396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89" idx="1"/>
          </p:cNvCxnSpPr>
          <p:nvPr/>
        </p:nvCxnSpPr>
        <p:spPr>
          <a:xfrm>
            <a:off x="5151851" y="2434087"/>
            <a:ext cx="542745" cy="669709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88" idx="7"/>
            <a:endCxn id="86" idx="3"/>
          </p:cNvCxnSpPr>
          <p:nvPr/>
        </p:nvCxnSpPr>
        <p:spPr>
          <a:xfrm flipV="1">
            <a:off x="6726004" y="1392004"/>
            <a:ext cx="416392" cy="72119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endCxn id="88" idx="1"/>
          </p:cNvCxnSpPr>
          <p:nvPr/>
        </p:nvCxnSpPr>
        <p:spPr>
          <a:xfrm>
            <a:off x="5938735" y="1423634"/>
            <a:ext cx="517861" cy="68956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4800600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98" name="Oval 97"/>
          <p:cNvSpPr/>
          <p:nvPr/>
        </p:nvSpPr>
        <p:spPr>
          <a:xfrm>
            <a:off x="4800600" y="5486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C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54102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5983857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6669657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5983857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6136257" y="59436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ook Antiqua" pitchFamily="18" charset="0"/>
              </a:rPr>
              <a:t>B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73914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8077200" y="4724400"/>
            <a:ext cx="0" cy="167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7391400" y="6400800"/>
            <a:ext cx="6858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781800" y="5410200"/>
            <a:ext cx="457200" cy="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27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285</Words>
  <Application>Microsoft Office PowerPoint</Application>
  <PresentationFormat>On-screen Show (4:3)</PresentationFormat>
  <Paragraphs>234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Narrow</vt:lpstr>
      <vt:lpstr>Book Antiqua</vt:lpstr>
      <vt:lpstr>Calibri</vt:lpstr>
      <vt:lpstr>Courier New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bayzid</cp:lastModifiedBy>
  <cp:revision>20</cp:revision>
  <dcterms:created xsi:type="dcterms:W3CDTF">2006-08-16T00:00:00Z</dcterms:created>
  <dcterms:modified xsi:type="dcterms:W3CDTF">2026-01-05T17:02:41Z</dcterms:modified>
</cp:coreProperties>
</file>