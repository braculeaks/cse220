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2"/>
  </p:notesMasterIdLst>
  <p:sldIdLst>
    <p:sldId id="257" r:id="rId2"/>
    <p:sldId id="764" r:id="rId3"/>
    <p:sldId id="847" r:id="rId4"/>
    <p:sldId id="848" r:id="rId5"/>
    <p:sldId id="849" r:id="rId6"/>
    <p:sldId id="850" r:id="rId7"/>
    <p:sldId id="851" r:id="rId8"/>
    <p:sldId id="852" r:id="rId9"/>
    <p:sldId id="853" r:id="rId10"/>
    <p:sldId id="854" r:id="rId11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00CC"/>
    <a:srgbClr val="000099"/>
    <a:srgbClr val="800080"/>
    <a:srgbClr val="660066"/>
    <a:srgbClr val="531FE7"/>
    <a:srgbClr val="F2DCDB"/>
    <a:srgbClr val="D6F1F6"/>
    <a:srgbClr val="C6D9F1"/>
    <a:srgbClr val="0000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6912" autoAdjust="0"/>
    <p:restoredTop sz="87986" autoAdjust="0"/>
  </p:normalViewPr>
  <p:slideViewPr>
    <p:cSldViewPr snapToObjects="1">
      <p:cViewPr varScale="1">
        <p:scale>
          <a:sx n="62" d="100"/>
          <a:sy n="62" d="100"/>
        </p:scale>
        <p:origin x="800" y="40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36004" cy="36004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EF36B012-B5C3-4AB8-9024-926D9DAB021B}" type="datetimeFigureOut">
              <a:rPr lang="en-US" smtClean="0"/>
              <a:pPr/>
              <a:t>4/18/2026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2BD1CD36-F340-44C8-AD7C-1580A806C5A9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7260470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BD1CD36-F340-44C8-AD7C-1580A806C5A9}" type="slidenum">
              <a:rPr lang="en-US" smtClean="0"/>
              <a:pPr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4882242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BD1CD36-F340-44C8-AD7C-1580A806C5A9}" type="slidenum">
              <a:rPr lang="en-US" smtClean="0"/>
              <a:pPr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32847292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BD1CD36-F340-44C8-AD7C-1580A806C5A9}" type="slidenum">
              <a:rPr lang="en-US" smtClean="0"/>
              <a:pPr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73065079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BD1CD36-F340-44C8-AD7C-1580A806C5A9}" type="slidenum">
              <a:rPr lang="en-US" smtClean="0"/>
              <a:pPr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6868669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BD1CD36-F340-44C8-AD7C-1580A806C5A9}" type="slidenum">
              <a:rPr lang="en-US" smtClean="0"/>
              <a:pPr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82641773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BD1CD36-F340-44C8-AD7C-1580A806C5A9}" type="slidenum">
              <a:rPr lang="en-US" smtClean="0"/>
              <a:pPr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17049604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BD1CD36-F340-44C8-AD7C-1580A806C5A9}" type="slidenum">
              <a:rPr lang="en-US" smtClean="0"/>
              <a:pPr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48885628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BD1CD36-F340-44C8-AD7C-1580A806C5A9}" type="slidenum">
              <a:rPr lang="en-US" smtClean="0"/>
              <a:pPr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1118010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BD1CD36-F340-44C8-AD7C-1580A806C5A9}" type="slidenum">
              <a:rPr lang="en-US" smtClean="0"/>
              <a:pPr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742545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1BCE682-3BF7-4D5D-89CD-B603906EEBE5}" type="datetimeFigureOut">
              <a:rPr lang="en-US" smtClean="0"/>
              <a:pPr/>
              <a:t>4/18/2026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5296F1-322C-4821-B1F0-89FC5C408B21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7364703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1BCE682-3BF7-4D5D-89CD-B603906EEBE5}" type="datetimeFigureOut">
              <a:rPr lang="en-US" smtClean="0"/>
              <a:pPr/>
              <a:t>4/18/2026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5296F1-322C-4821-B1F0-89FC5C408B21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7754331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1BCE682-3BF7-4D5D-89CD-B603906EEBE5}" type="datetimeFigureOut">
              <a:rPr lang="en-US" smtClean="0"/>
              <a:pPr/>
              <a:t>4/18/2026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5296F1-322C-4821-B1F0-89FC5C408B21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3038528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1BCE682-3BF7-4D5D-89CD-B603906EEBE5}" type="datetimeFigureOut">
              <a:rPr lang="en-US" smtClean="0"/>
              <a:pPr/>
              <a:t>4/18/2026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5296F1-322C-4821-B1F0-89FC5C408B21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1372256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1BCE682-3BF7-4D5D-89CD-B603906EEBE5}" type="datetimeFigureOut">
              <a:rPr lang="en-US" smtClean="0"/>
              <a:pPr/>
              <a:t>4/18/2026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5296F1-322C-4821-B1F0-89FC5C408B21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7345707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1BCE682-3BF7-4D5D-89CD-B603906EEBE5}" type="datetimeFigureOut">
              <a:rPr lang="en-US" smtClean="0"/>
              <a:pPr/>
              <a:t>4/18/2026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5296F1-322C-4821-B1F0-89FC5C408B21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9487386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1BCE682-3BF7-4D5D-89CD-B603906EEBE5}" type="datetimeFigureOut">
              <a:rPr lang="en-US" smtClean="0"/>
              <a:pPr/>
              <a:t>4/18/2026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5296F1-322C-4821-B1F0-89FC5C408B21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1386109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1BCE682-3BF7-4D5D-89CD-B603906EEBE5}" type="datetimeFigureOut">
              <a:rPr lang="en-US" smtClean="0"/>
              <a:pPr/>
              <a:t>4/18/2026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5296F1-322C-4821-B1F0-89FC5C408B21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5385140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1BCE682-3BF7-4D5D-89CD-B603906EEBE5}" type="datetimeFigureOut">
              <a:rPr lang="en-US" smtClean="0"/>
              <a:pPr/>
              <a:t>4/18/2026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5296F1-322C-4821-B1F0-89FC5C408B21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737364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1BCE682-3BF7-4D5D-89CD-B603906EEBE5}" type="datetimeFigureOut">
              <a:rPr lang="en-US" smtClean="0"/>
              <a:pPr/>
              <a:t>4/18/2026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5296F1-322C-4821-B1F0-89FC5C408B21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2967769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1BCE682-3BF7-4D5D-89CD-B603906EEBE5}" type="datetimeFigureOut">
              <a:rPr lang="en-US" smtClean="0"/>
              <a:pPr/>
              <a:t>4/18/2026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5296F1-322C-4821-B1F0-89FC5C408B21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6687461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1BCE682-3BF7-4D5D-89CD-B603906EEBE5}" type="datetimeFigureOut">
              <a:rPr lang="en-US" smtClean="0"/>
              <a:pPr/>
              <a:t>4/18/2026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35296F1-322C-4821-B1F0-89FC5C408B21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0991596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04" name="Rectangle 8"/>
          <p:cNvSpPr>
            <a:spLocks noChangeArrowheads="1"/>
          </p:cNvSpPr>
          <p:nvPr/>
        </p:nvSpPr>
        <p:spPr bwMode="auto">
          <a:xfrm>
            <a:off x="0" y="0"/>
            <a:ext cx="9144000" cy="3861048"/>
          </a:xfrm>
          <a:prstGeom prst="rect">
            <a:avLst/>
          </a:prstGeom>
          <a:solidFill>
            <a:schemeClr val="accent6">
              <a:lumMod val="75000"/>
            </a:schemeClr>
          </a:solidFill>
          <a:ln w="9525">
            <a:solidFill>
              <a:srgbClr val="333399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endParaRPr lang="en-US" dirty="0"/>
          </a:p>
        </p:txBody>
      </p:sp>
      <p:sp>
        <p:nvSpPr>
          <p:cNvPr id="4" name="Subtitle 2"/>
          <p:cNvSpPr txBox="1">
            <a:spLocks/>
          </p:cNvSpPr>
          <p:nvPr/>
        </p:nvSpPr>
        <p:spPr>
          <a:xfrm>
            <a:off x="1583668" y="5554216"/>
            <a:ext cx="7467600" cy="935124"/>
          </a:xfrm>
          <a:prstGeom prst="rect">
            <a:avLst/>
          </a:prstGeom>
        </p:spPr>
        <p:txBody>
          <a:bodyPr tIns="0"/>
          <a:lstStyle>
            <a:lvl1pPr marL="26988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9pPr>
          </a:lstStyle>
          <a:p>
            <a:pPr algn="r">
              <a:spcBef>
                <a:spcPts val="600"/>
              </a:spcBef>
              <a:buClr>
                <a:schemeClr val="accent1"/>
              </a:buClr>
              <a:buSzPct val="80000"/>
              <a:buFont typeface="Wingdings 2" pitchFamily="18" charset="2"/>
              <a:buNone/>
            </a:pPr>
            <a:r>
              <a:rPr lang="en-US" sz="2100" dirty="0">
                <a:solidFill>
                  <a:srgbClr val="5F5F5F"/>
                </a:solidFill>
                <a:latin typeface="Bookman Old Style" pitchFamily="18" charset="0"/>
              </a:rPr>
              <a:t>Department of Computer </a:t>
            </a:r>
            <a:r>
              <a:rPr lang="en-US" sz="2100" dirty="0" smtClean="0">
                <a:solidFill>
                  <a:srgbClr val="5F5F5F"/>
                </a:solidFill>
                <a:latin typeface="Bookman Old Style" pitchFamily="18" charset="0"/>
              </a:rPr>
              <a:t>Science and Engineering Bangladesh University of Engineering and Technology</a:t>
            </a:r>
            <a:endParaRPr lang="en-US" sz="2100" dirty="0">
              <a:solidFill>
                <a:srgbClr val="5F5F5F"/>
              </a:solidFill>
              <a:latin typeface="Bookman Old Style" pitchFamily="18" charset="0"/>
            </a:endParaRPr>
          </a:p>
        </p:txBody>
      </p:sp>
      <p:sp>
        <p:nvSpPr>
          <p:cNvPr id="4105" name="Text Box 9"/>
          <p:cNvSpPr txBox="1">
            <a:spLocks noChangeArrowheads="1"/>
          </p:cNvSpPr>
          <p:nvPr/>
        </p:nvSpPr>
        <p:spPr bwMode="auto">
          <a:xfrm>
            <a:off x="179512" y="673822"/>
            <a:ext cx="8807896" cy="63094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/>
          <a:p>
            <a:pPr algn="ctr">
              <a:spcBef>
                <a:spcPct val="50000"/>
              </a:spcBef>
            </a:pPr>
            <a:r>
              <a:rPr lang="en-US" sz="3500" dirty="0" smtClean="0">
                <a:solidFill>
                  <a:schemeClr val="bg1"/>
                </a:solidFill>
                <a:latin typeface="Trebuchet MS" pitchFamily="34" charset="0"/>
              </a:rPr>
              <a:t>Binary Search </a:t>
            </a:r>
            <a:r>
              <a:rPr lang="en-US" sz="3500" dirty="0" smtClean="0">
                <a:solidFill>
                  <a:schemeClr val="bg1"/>
                </a:solidFill>
                <a:latin typeface="Trebuchet MS" pitchFamily="34" charset="0"/>
              </a:rPr>
              <a:t>Trees</a:t>
            </a:r>
            <a:endParaRPr lang="en-US" sz="3500" dirty="0">
              <a:solidFill>
                <a:schemeClr val="bg1"/>
              </a:solidFill>
              <a:latin typeface="Trebuchet MS" pitchFamily="34" charset="0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1024508" y="2206025"/>
            <a:ext cx="7075884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200" dirty="0" smtClean="0">
                <a:latin typeface="Georgia" pitchFamily="18" charset="0"/>
              </a:rPr>
              <a:t>Dr. Md. </a:t>
            </a:r>
            <a:r>
              <a:rPr lang="en-US" sz="2200" dirty="0" err="1" smtClean="0">
                <a:latin typeface="Georgia" pitchFamily="18" charset="0"/>
              </a:rPr>
              <a:t>Shamsuzzoha</a:t>
            </a:r>
            <a:r>
              <a:rPr lang="en-US" sz="2200" dirty="0" smtClean="0">
                <a:latin typeface="Georgia" pitchFamily="18" charset="0"/>
              </a:rPr>
              <a:t> </a:t>
            </a:r>
            <a:r>
              <a:rPr lang="en-US" sz="2200" dirty="0" err="1" smtClean="0">
                <a:latin typeface="Georgia" pitchFamily="18" charset="0"/>
              </a:rPr>
              <a:t>Bayzid</a:t>
            </a:r>
            <a:endParaRPr lang="en-US" sz="2200" dirty="0">
              <a:latin typeface="Georgia" pitchFamily="18" charset="0"/>
            </a:endParaRPr>
          </a:p>
        </p:txBody>
      </p:sp>
      <p:pic>
        <p:nvPicPr>
          <p:cNvPr id="1027" name="Picture 3" descr="D:\departmental\courses\PG-OCT-2017\my-slides\BUET_LOGO.svg (1).png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67203" y="5085184"/>
            <a:ext cx="1517725" cy="1525352"/>
          </a:xfrm>
          <a:prstGeom prst="rect">
            <a:avLst/>
          </a:prstGeom>
          <a:noFill/>
        </p:spPr>
      </p:pic>
    </p:spTree>
    <p:extLst>
      <p:ext uri="{BB962C8B-B14F-4D97-AF65-F5344CB8AC3E}">
        <p14:creationId xmlns:p14="http://schemas.microsoft.com/office/powerpoint/2010/main" val="138628546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46" name="Straight Connector 45"/>
          <p:cNvCxnSpPr/>
          <p:nvPr/>
        </p:nvCxnSpPr>
        <p:spPr>
          <a:xfrm flipV="1">
            <a:off x="7307894" y="3681028"/>
            <a:ext cx="684486" cy="813799"/>
          </a:xfrm>
          <a:prstGeom prst="line">
            <a:avLst/>
          </a:prstGeom>
          <a:ln w="34925">
            <a:solidFill>
              <a:schemeClr val="tx1">
                <a:lumMod val="65000"/>
                <a:lumOff val="3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5" name="Straight Connector 34"/>
          <p:cNvCxnSpPr>
            <a:stCxn id="45" idx="1"/>
          </p:cNvCxnSpPr>
          <p:nvPr/>
        </p:nvCxnSpPr>
        <p:spPr>
          <a:xfrm flipH="1" flipV="1">
            <a:off x="6408204" y="4617132"/>
            <a:ext cx="487476" cy="708475"/>
          </a:xfrm>
          <a:prstGeom prst="line">
            <a:avLst/>
          </a:prstGeom>
          <a:ln w="34925">
            <a:solidFill>
              <a:schemeClr val="tx1">
                <a:lumMod val="65000"/>
                <a:lumOff val="3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4" name="Straight Connector 33"/>
          <p:cNvCxnSpPr>
            <a:stCxn id="32" idx="1"/>
          </p:cNvCxnSpPr>
          <p:nvPr/>
        </p:nvCxnSpPr>
        <p:spPr>
          <a:xfrm flipH="1" flipV="1">
            <a:off x="5760133" y="3767328"/>
            <a:ext cx="487476" cy="708475"/>
          </a:xfrm>
          <a:prstGeom prst="line">
            <a:avLst/>
          </a:prstGeom>
          <a:ln w="34925">
            <a:solidFill>
              <a:schemeClr val="tx1">
                <a:lumMod val="65000"/>
                <a:lumOff val="3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8" name="Straight Connector 37"/>
          <p:cNvCxnSpPr/>
          <p:nvPr/>
        </p:nvCxnSpPr>
        <p:spPr>
          <a:xfrm flipV="1">
            <a:off x="3131430" y="3598165"/>
            <a:ext cx="684486" cy="813799"/>
          </a:xfrm>
          <a:prstGeom prst="line">
            <a:avLst/>
          </a:prstGeom>
          <a:ln w="34925">
            <a:solidFill>
              <a:schemeClr val="tx1">
                <a:lumMod val="65000"/>
                <a:lumOff val="3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3" name="Straight Connector 32"/>
          <p:cNvCxnSpPr/>
          <p:nvPr/>
        </p:nvCxnSpPr>
        <p:spPr>
          <a:xfrm flipH="1" flipV="1">
            <a:off x="4687422" y="1725956"/>
            <a:ext cx="2210536" cy="1008862"/>
          </a:xfrm>
          <a:prstGeom prst="line">
            <a:avLst/>
          </a:prstGeom>
          <a:ln w="34925">
            <a:solidFill>
              <a:schemeClr val="tx1">
                <a:lumMod val="65000"/>
                <a:lumOff val="3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7" name="Straight Connector 26"/>
          <p:cNvCxnSpPr/>
          <p:nvPr/>
        </p:nvCxnSpPr>
        <p:spPr>
          <a:xfrm flipV="1">
            <a:off x="2840362" y="1725956"/>
            <a:ext cx="1829272" cy="932669"/>
          </a:xfrm>
          <a:prstGeom prst="line">
            <a:avLst/>
          </a:prstGeom>
          <a:ln w="34925">
            <a:solidFill>
              <a:schemeClr val="tx1">
                <a:lumMod val="65000"/>
                <a:lumOff val="3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6" name="Straight Connector 25"/>
          <p:cNvCxnSpPr>
            <a:stCxn id="19" idx="1"/>
          </p:cNvCxnSpPr>
          <p:nvPr/>
        </p:nvCxnSpPr>
        <p:spPr>
          <a:xfrm flipH="1" flipV="1">
            <a:off x="2766078" y="2734818"/>
            <a:ext cx="937631" cy="722017"/>
          </a:xfrm>
          <a:prstGeom prst="line">
            <a:avLst/>
          </a:prstGeom>
          <a:ln w="34925">
            <a:solidFill>
              <a:schemeClr val="tx1">
                <a:lumMod val="65000"/>
                <a:lumOff val="3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" name="Straight Connector 24"/>
          <p:cNvCxnSpPr/>
          <p:nvPr/>
        </p:nvCxnSpPr>
        <p:spPr>
          <a:xfrm flipV="1">
            <a:off x="1652230" y="2636912"/>
            <a:ext cx="1069264" cy="900100"/>
          </a:xfrm>
          <a:prstGeom prst="line">
            <a:avLst/>
          </a:prstGeom>
          <a:ln w="34925">
            <a:solidFill>
              <a:schemeClr val="tx1">
                <a:lumMod val="65000"/>
                <a:lumOff val="3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" name="Straight Connector 21"/>
          <p:cNvCxnSpPr>
            <a:stCxn id="18" idx="1"/>
          </p:cNvCxnSpPr>
          <p:nvPr/>
        </p:nvCxnSpPr>
        <p:spPr>
          <a:xfrm flipH="1" flipV="1">
            <a:off x="1577196" y="3598165"/>
            <a:ext cx="614345" cy="708474"/>
          </a:xfrm>
          <a:prstGeom prst="line">
            <a:avLst/>
          </a:prstGeom>
          <a:ln w="34925">
            <a:solidFill>
              <a:schemeClr val="tx1">
                <a:lumMod val="65000"/>
                <a:lumOff val="3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" name="Straight Connector 2"/>
          <p:cNvCxnSpPr/>
          <p:nvPr/>
        </p:nvCxnSpPr>
        <p:spPr>
          <a:xfrm flipV="1">
            <a:off x="892710" y="3598165"/>
            <a:ext cx="684486" cy="813799"/>
          </a:xfrm>
          <a:prstGeom prst="line">
            <a:avLst/>
          </a:prstGeom>
          <a:ln w="34925">
            <a:solidFill>
              <a:schemeClr val="tx1">
                <a:lumMod val="65000"/>
                <a:lumOff val="3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Rectangle 3"/>
          <p:cNvSpPr txBox="1">
            <a:spLocks noChangeArrowheads="1"/>
          </p:cNvSpPr>
          <p:nvPr/>
        </p:nvSpPr>
        <p:spPr>
          <a:xfrm>
            <a:off x="257571" y="8620"/>
            <a:ext cx="7770813" cy="609600"/>
          </a:xfrm>
          <a:prstGeom prst="rect">
            <a:avLst/>
          </a:prstGeom>
          <a:effectLst>
            <a:outerShdw dist="35921" dir="2700000" algn="ctr" rotWithShape="0">
              <a:schemeClr val="bg2"/>
            </a:outerShdw>
          </a:effectLst>
        </p:spPr>
        <p:txBody>
          <a:bodyPr>
            <a:normAutofit fontScale="97500" lnSpcReduction="10000"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r>
              <a:rPr lang="en-US" altLang="ja-JP" sz="3600" b="1" dirty="0" smtClean="0">
                <a:solidFill>
                  <a:srgbClr val="A50021"/>
                </a:solidFill>
                <a:latin typeface="Verdana" pitchFamily="34" charset="0"/>
                <a:ea typeface="ＭＳ Ｐゴシック" pitchFamily="34" charset="-128"/>
              </a:rPr>
              <a:t>BST: Deletion</a:t>
            </a:r>
            <a:endParaRPr lang="en-US" altLang="ja-JP" sz="3600" b="1" dirty="0">
              <a:solidFill>
                <a:srgbClr val="A50021"/>
              </a:solidFill>
              <a:latin typeface="Verdana" pitchFamily="34" charset="0"/>
              <a:ea typeface="ＭＳ Ｐゴシック" pitchFamily="34" charset="-128"/>
            </a:endParaRPr>
          </a:p>
        </p:txBody>
      </p:sp>
      <p:sp>
        <p:nvSpPr>
          <p:cNvPr id="5" name="Line 5"/>
          <p:cNvSpPr>
            <a:spLocks noChangeShapeType="1"/>
          </p:cNvSpPr>
          <p:nvPr/>
        </p:nvSpPr>
        <p:spPr bwMode="auto">
          <a:xfrm>
            <a:off x="302060" y="620688"/>
            <a:ext cx="8382000" cy="0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/>
          </a:ln>
          <a:effectLst>
            <a:outerShdw dist="35921" dir="2700000" algn="ctr" rotWithShape="0">
              <a:schemeClr val="bg2"/>
            </a:outerShdw>
          </a:effectLst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0" name="Oval 9"/>
          <p:cNvSpPr>
            <a:spLocks noChangeArrowheads="1"/>
          </p:cNvSpPr>
          <p:nvPr/>
        </p:nvSpPr>
        <p:spPr bwMode="auto">
          <a:xfrm>
            <a:off x="4518258" y="1556792"/>
            <a:ext cx="338328" cy="338328"/>
          </a:xfrm>
          <a:prstGeom prst="ellipse">
            <a:avLst/>
          </a:prstGeom>
          <a:gradFill>
            <a:gsLst>
              <a:gs pos="21082">
                <a:srgbClr val="0000CC"/>
              </a:gs>
              <a:gs pos="16400">
                <a:srgbClr val="0000AB"/>
              </a:gs>
              <a:gs pos="5830">
                <a:srgbClr val="0000C0"/>
              </a:gs>
              <a:gs pos="10300">
                <a:srgbClr val="0000B7"/>
              </a:gs>
              <a:gs pos="0">
                <a:srgbClr val="0000CC"/>
              </a:gs>
              <a:gs pos="0">
                <a:srgbClr val="002060">
                  <a:alpha val="25000"/>
                </a:srgbClr>
              </a:gs>
              <a:gs pos="100000">
                <a:srgbClr val="000000"/>
              </a:gs>
            </a:gsLst>
            <a:path path="shape">
              <a:fillToRect l="50000" t="50000" r="50000" b="50000"/>
            </a:path>
          </a:gradFill>
          <a:ln w="19050">
            <a:solidFill>
              <a:schemeClr val="bg1"/>
            </a:solidFill>
            <a:round/>
            <a:headEnd/>
            <a:tailEnd/>
          </a:ln>
        </p:spPr>
        <p:txBody>
          <a:bodyPr wrap="none" anchor="ctr"/>
          <a:lstStyle/>
          <a:p>
            <a:pPr algn="ctr"/>
            <a:r>
              <a:rPr lang="en-US" sz="1600" b="1" dirty="0" smtClean="0">
                <a:solidFill>
                  <a:schemeClr val="bg1"/>
                </a:solidFill>
                <a:latin typeface="Book Antiqua" pitchFamily="18" charset="0"/>
              </a:rPr>
              <a:t>27</a:t>
            </a:r>
            <a:endParaRPr lang="en-US" sz="1600" b="1" dirty="0">
              <a:solidFill>
                <a:schemeClr val="bg1"/>
              </a:solidFill>
              <a:latin typeface="Book Antiqua" pitchFamily="18" charset="0"/>
            </a:endParaRPr>
          </a:p>
        </p:txBody>
      </p:sp>
      <p:sp>
        <p:nvSpPr>
          <p:cNvPr id="14" name="Oval 13"/>
          <p:cNvSpPr>
            <a:spLocks noChangeArrowheads="1"/>
          </p:cNvSpPr>
          <p:nvPr/>
        </p:nvSpPr>
        <p:spPr bwMode="auto">
          <a:xfrm>
            <a:off x="2552330" y="2528900"/>
            <a:ext cx="338328" cy="338328"/>
          </a:xfrm>
          <a:prstGeom prst="ellipse">
            <a:avLst/>
          </a:prstGeom>
          <a:gradFill>
            <a:gsLst>
              <a:gs pos="21082">
                <a:srgbClr val="0000CC"/>
              </a:gs>
              <a:gs pos="16400">
                <a:srgbClr val="0000AB"/>
              </a:gs>
              <a:gs pos="5830">
                <a:srgbClr val="0000C0"/>
              </a:gs>
              <a:gs pos="10300">
                <a:srgbClr val="0000B7"/>
              </a:gs>
              <a:gs pos="0">
                <a:srgbClr val="0000CC"/>
              </a:gs>
              <a:gs pos="0">
                <a:srgbClr val="002060">
                  <a:alpha val="25000"/>
                </a:srgbClr>
              </a:gs>
              <a:gs pos="100000">
                <a:srgbClr val="000000"/>
              </a:gs>
            </a:gsLst>
            <a:path path="shape">
              <a:fillToRect l="50000" t="50000" r="50000" b="50000"/>
            </a:path>
          </a:gradFill>
          <a:ln w="19050">
            <a:solidFill>
              <a:schemeClr val="bg1"/>
            </a:solidFill>
            <a:round/>
            <a:headEnd/>
            <a:tailEnd/>
          </a:ln>
        </p:spPr>
        <p:txBody>
          <a:bodyPr wrap="none" anchor="ctr"/>
          <a:lstStyle/>
          <a:p>
            <a:pPr algn="ctr"/>
            <a:r>
              <a:rPr lang="en-US" sz="1600" b="1" dirty="0" smtClean="0">
                <a:solidFill>
                  <a:schemeClr val="bg1"/>
                </a:solidFill>
                <a:latin typeface="Book Antiqua" pitchFamily="18" charset="0"/>
              </a:rPr>
              <a:t>15</a:t>
            </a:r>
            <a:endParaRPr lang="en-US" sz="1600" b="1" dirty="0">
              <a:solidFill>
                <a:schemeClr val="bg1"/>
              </a:solidFill>
              <a:latin typeface="Book Antiqua" pitchFamily="18" charset="0"/>
            </a:endParaRPr>
          </a:p>
        </p:txBody>
      </p:sp>
      <p:sp>
        <p:nvSpPr>
          <p:cNvPr id="16" name="Oval 15"/>
          <p:cNvSpPr>
            <a:spLocks noChangeArrowheads="1"/>
          </p:cNvSpPr>
          <p:nvPr/>
        </p:nvSpPr>
        <p:spPr bwMode="auto">
          <a:xfrm>
            <a:off x="1408032" y="3429000"/>
            <a:ext cx="338328" cy="338328"/>
          </a:xfrm>
          <a:prstGeom prst="ellipse">
            <a:avLst/>
          </a:prstGeom>
          <a:gradFill>
            <a:gsLst>
              <a:gs pos="21082">
                <a:srgbClr val="0000CC"/>
              </a:gs>
              <a:gs pos="16400">
                <a:srgbClr val="0000AB"/>
              </a:gs>
              <a:gs pos="5830">
                <a:srgbClr val="0000C0"/>
              </a:gs>
              <a:gs pos="10300">
                <a:srgbClr val="0000B7"/>
              </a:gs>
              <a:gs pos="0">
                <a:srgbClr val="0000CC"/>
              </a:gs>
              <a:gs pos="0">
                <a:srgbClr val="002060">
                  <a:alpha val="25000"/>
                </a:srgbClr>
              </a:gs>
              <a:gs pos="100000">
                <a:srgbClr val="000000"/>
              </a:gs>
            </a:gsLst>
            <a:path path="shape">
              <a:fillToRect l="50000" t="50000" r="50000" b="50000"/>
            </a:path>
          </a:gradFill>
          <a:ln w="19050">
            <a:solidFill>
              <a:schemeClr val="bg1"/>
            </a:solidFill>
            <a:round/>
            <a:headEnd/>
            <a:tailEnd/>
          </a:ln>
        </p:spPr>
        <p:txBody>
          <a:bodyPr wrap="none" anchor="ctr"/>
          <a:lstStyle/>
          <a:p>
            <a:pPr algn="ctr"/>
            <a:r>
              <a:rPr lang="en-US" sz="1600" b="1" dirty="0">
                <a:solidFill>
                  <a:schemeClr val="bg1"/>
                </a:solidFill>
                <a:latin typeface="Book Antiqua" pitchFamily="18" charset="0"/>
              </a:rPr>
              <a:t>7</a:t>
            </a:r>
          </a:p>
        </p:txBody>
      </p:sp>
      <p:sp>
        <p:nvSpPr>
          <p:cNvPr id="17" name="Oval 16"/>
          <p:cNvSpPr>
            <a:spLocks noChangeArrowheads="1"/>
          </p:cNvSpPr>
          <p:nvPr/>
        </p:nvSpPr>
        <p:spPr bwMode="auto">
          <a:xfrm>
            <a:off x="723546" y="4242800"/>
            <a:ext cx="338328" cy="338328"/>
          </a:xfrm>
          <a:prstGeom prst="ellipse">
            <a:avLst/>
          </a:prstGeom>
          <a:gradFill>
            <a:gsLst>
              <a:gs pos="21082">
                <a:srgbClr val="0000CC"/>
              </a:gs>
              <a:gs pos="16400">
                <a:srgbClr val="0000AB"/>
              </a:gs>
              <a:gs pos="5830">
                <a:srgbClr val="0000C0"/>
              </a:gs>
              <a:gs pos="10300">
                <a:srgbClr val="0000B7"/>
              </a:gs>
              <a:gs pos="0">
                <a:srgbClr val="0000CC"/>
              </a:gs>
              <a:gs pos="0">
                <a:srgbClr val="002060">
                  <a:alpha val="25000"/>
                </a:srgbClr>
              </a:gs>
              <a:gs pos="100000">
                <a:srgbClr val="000000"/>
              </a:gs>
            </a:gsLst>
            <a:path path="shape">
              <a:fillToRect l="50000" t="50000" r="50000" b="50000"/>
            </a:path>
          </a:gradFill>
          <a:ln w="19050">
            <a:solidFill>
              <a:schemeClr val="bg1"/>
            </a:solidFill>
            <a:round/>
            <a:headEnd/>
            <a:tailEnd/>
          </a:ln>
        </p:spPr>
        <p:txBody>
          <a:bodyPr wrap="none" anchor="ctr"/>
          <a:lstStyle/>
          <a:p>
            <a:pPr algn="ctr"/>
            <a:r>
              <a:rPr lang="en-US" sz="1600" b="1" dirty="0">
                <a:solidFill>
                  <a:schemeClr val="bg1"/>
                </a:solidFill>
                <a:latin typeface="Book Antiqua" pitchFamily="18" charset="0"/>
              </a:rPr>
              <a:t>2</a:t>
            </a:r>
          </a:p>
        </p:txBody>
      </p:sp>
      <p:sp>
        <p:nvSpPr>
          <p:cNvPr id="18" name="Oval 17"/>
          <p:cNvSpPr>
            <a:spLocks noChangeArrowheads="1"/>
          </p:cNvSpPr>
          <p:nvPr/>
        </p:nvSpPr>
        <p:spPr bwMode="auto">
          <a:xfrm>
            <a:off x="2141994" y="4257092"/>
            <a:ext cx="338328" cy="338328"/>
          </a:xfrm>
          <a:prstGeom prst="ellipse">
            <a:avLst/>
          </a:prstGeom>
          <a:gradFill>
            <a:gsLst>
              <a:gs pos="21082">
                <a:srgbClr val="0000CC"/>
              </a:gs>
              <a:gs pos="16400">
                <a:srgbClr val="0000AB"/>
              </a:gs>
              <a:gs pos="5830">
                <a:srgbClr val="0000C0"/>
              </a:gs>
              <a:gs pos="10300">
                <a:srgbClr val="0000B7"/>
              </a:gs>
              <a:gs pos="0">
                <a:srgbClr val="0000CC"/>
              </a:gs>
              <a:gs pos="0">
                <a:srgbClr val="002060">
                  <a:alpha val="25000"/>
                </a:srgbClr>
              </a:gs>
              <a:gs pos="100000">
                <a:srgbClr val="000000"/>
              </a:gs>
            </a:gsLst>
            <a:path path="shape">
              <a:fillToRect l="50000" t="50000" r="50000" b="50000"/>
            </a:path>
          </a:gradFill>
          <a:ln w="19050">
            <a:solidFill>
              <a:schemeClr val="bg1"/>
            </a:solidFill>
            <a:round/>
            <a:headEnd/>
            <a:tailEnd/>
          </a:ln>
        </p:spPr>
        <p:txBody>
          <a:bodyPr wrap="none" anchor="ctr"/>
          <a:lstStyle/>
          <a:p>
            <a:pPr algn="ctr"/>
            <a:r>
              <a:rPr lang="en-US" sz="1600" b="1" dirty="0" smtClean="0">
                <a:solidFill>
                  <a:schemeClr val="bg1"/>
                </a:solidFill>
                <a:latin typeface="Book Antiqua" pitchFamily="18" charset="0"/>
              </a:rPr>
              <a:t>14</a:t>
            </a:r>
            <a:endParaRPr lang="en-US" sz="1600" b="1" dirty="0">
              <a:solidFill>
                <a:schemeClr val="bg1"/>
              </a:solidFill>
              <a:latin typeface="Book Antiqua" pitchFamily="18" charset="0"/>
            </a:endParaRPr>
          </a:p>
        </p:txBody>
      </p:sp>
      <p:sp>
        <p:nvSpPr>
          <p:cNvPr id="19" name="Oval 18"/>
          <p:cNvSpPr>
            <a:spLocks noChangeArrowheads="1"/>
          </p:cNvSpPr>
          <p:nvPr/>
        </p:nvSpPr>
        <p:spPr bwMode="auto">
          <a:xfrm>
            <a:off x="3654162" y="3407288"/>
            <a:ext cx="338328" cy="338328"/>
          </a:xfrm>
          <a:prstGeom prst="ellipse">
            <a:avLst/>
          </a:prstGeom>
          <a:gradFill>
            <a:gsLst>
              <a:gs pos="21082">
                <a:srgbClr val="0000CC"/>
              </a:gs>
              <a:gs pos="16400">
                <a:srgbClr val="0000AB"/>
              </a:gs>
              <a:gs pos="5830">
                <a:srgbClr val="0000C0"/>
              </a:gs>
              <a:gs pos="10300">
                <a:srgbClr val="0000B7"/>
              </a:gs>
              <a:gs pos="0">
                <a:srgbClr val="0000CC"/>
              </a:gs>
              <a:gs pos="0">
                <a:srgbClr val="002060">
                  <a:alpha val="25000"/>
                </a:srgbClr>
              </a:gs>
              <a:gs pos="100000">
                <a:srgbClr val="000000"/>
              </a:gs>
            </a:gsLst>
            <a:path path="shape">
              <a:fillToRect l="50000" t="50000" r="50000" b="50000"/>
            </a:path>
          </a:gradFill>
          <a:ln w="19050">
            <a:solidFill>
              <a:schemeClr val="bg1"/>
            </a:solidFill>
            <a:round/>
            <a:headEnd/>
            <a:tailEnd/>
          </a:ln>
        </p:spPr>
        <p:txBody>
          <a:bodyPr wrap="none" anchor="ctr"/>
          <a:lstStyle/>
          <a:p>
            <a:pPr algn="ctr"/>
            <a:r>
              <a:rPr lang="en-US" sz="1600" b="1" dirty="0" smtClean="0">
                <a:solidFill>
                  <a:schemeClr val="bg1"/>
                </a:solidFill>
                <a:latin typeface="Book Antiqua" pitchFamily="18" charset="0"/>
              </a:rPr>
              <a:t>20</a:t>
            </a:r>
            <a:endParaRPr lang="en-US" sz="1600" b="1" dirty="0">
              <a:solidFill>
                <a:schemeClr val="bg1"/>
              </a:solidFill>
              <a:latin typeface="Book Antiqua" pitchFamily="18" charset="0"/>
            </a:endParaRPr>
          </a:p>
        </p:txBody>
      </p:sp>
      <p:cxnSp>
        <p:nvCxnSpPr>
          <p:cNvPr id="40" name="Straight Connector 39"/>
          <p:cNvCxnSpPr>
            <a:stCxn id="44" idx="1"/>
          </p:cNvCxnSpPr>
          <p:nvPr/>
        </p:nvCxnSpPr>
        <p:spPr>
          <a:xfrm flipH="1" flipV="1">
            <a:off x="6942542" y="2821118"/>
            <a:ext cx="937631" cy="722017"/>
          </a:xfrm>
          <a:prstGeom prst="line">
            <a:avLst/>
          </a:prstGeom>
          <a:ln w="34925">
            <a:solidFill>
              <a:schemeClr val="tx1">
                <a:lumMod val="65000"/>
                <a:lumOff val="3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1" name="Straight Connector 40"/>
          <p:cNvCxnSpPr/>
          <p:nvPr/>
        </p:nvCxnSpPr>
        <p:spPr>
          <a:xfrm flipV="1">
            <a:off x="5828694" y="2723212"/>
            <a:ext cx="1069264" cy="900100"/>
          </a:xfrm>
          <a:prstGeom prst="line">
            <a:avLst/>
          </a:prstGeom>
          <a:ln w="34925">
            <a:solidFill>
              <a:schemeClr val="tx1">
                <a:lumMod val="65000"/>
                <a:lumOff val="3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2" name="Oval 41"/>
          <p:cNvSpPr>
            <a:spLocks noChangeArrowheads="1"/>
          </p:cNvSpPr>
          <p:nvPr/>
        </p:nvSpPr>
        <p:spPr bwMode="auto">
          <a:xfrm>
            <a:off x="6728794" y="2615200"/>
            <a:ext cx="338328" cy="338328"/>
          </a:xfrm>
          <a:prstGeom prst="ellipse">
            <a:avLst/>
          </a:prstGeom>
          <a:gradFill>
            <a:gsLst>
              <a:gs pos="21082">
                <a:srgbClr val="0000CC"/>
              </a:gs>
              <a:gs pos="16400">
                <a:srgbClr val="0000AB"/>
              </a:gs>
              <a:gs pos="5830">
                <a:srgbClr val="0000C0"/>
              </a:gs>
              <a:gs pos="10300">
                <a:srgbClr val="0000B7"/>
              </a:gs>
              <a:gs pos="0">
                <a:srgbClr val="0000CC"/>
              </a:gs>
              <a:gs pos="0">
                <a:srgbClr val="002060">
                  <a:alpha val="25000"/>
                </a:srgbClr>
              </a:gs>
              <a:gs pos="100000">
                <a:srgbClr val="000000"/>
              </a:gs>
            </a:gsLst>
            <a:path path="shape">
              <a:fillToRect l="50000" t="50000" r="50000" b="50000"/>
            </a:path>
          </a:gradFill>
          <a:ln w="19050">
            <a:solidFill>
              <a:schemeClr val="bg1"/>
            </a:solidFill>
            <a:round/>
            <a:headEnd/>
            <a:tailEnd/>
          </a:ln>
        </p:spPr>
        <p:txBody>
          <a:bodyPr wrap="none" anchor="ctr"/>
          <a:lstStyle/>
          <a:p>
            <a:pPr algn="ctr"/>
            <a:r>
              <a:rPr lang="en-US" sz="1600" b="1" dirty="0" smtClean="0">
                <a:solidFill>
                  <a:schemeClr val="bg1"/>
                </a:solidFill>
                <a:latin typeface="Book Antiqua" pitchFamily="18" charset="0"/>
              </a:rPr>
              <a:t>45</a:t>
            </a:r>
            <a:endParaRPr lang="en-US" sz="1600" b="1" dirty="0">
              <a:solidFill>
                <a:schemeClr val="bg1"/>
              </a:solidFill>
              <a:latin typeface="Book Antiqua" pitchFamily="18" charset="0"/>
            </a:endParaRPr>
          </a:p>
        </p:txBody>
      </p:sp>
      <p:sp>
        <p:nvSpPr>
          <p:cNvPr id="43" name="Oval 42"/>
          <p:cNvSpPr>
            <a:spLocks noChangeArrowheads="1"/>
          </p:cNvSpPr>
          <p:nvPr/>
        </p:nvSpPr>
        <p:spPr bwMode="auto">
          <a:xfrm>
            <a:off x="5584496" y="3515300"/>
            <a:ext cx="338328" cy="338328"/>
          </a:xfrm>
          <a:prstGeom prst="ellipse">
            <a:avLst/>
          </a:prstGeom>
          <a:gradFill>
            <a:gsLst>
              <a:gs pos="21082">
                <a:srgbClr val="0000CC"/>
              </a:gs>
              <a:gs pos="16400">
                <a:srgbClr val="0000AB"/>
              </a:gs>
              <a:gs pos="5830">
                <a:srgbClr val="0000C0"/>
              </a:gs>
              <a:gs pos="10300">
                <a:srgbClr val="0000B7"/>
              </a:gs>
              <a:gs pos="0">
                <a:srgbClr val="0000CC"/>
              </a:gs>
              <a:gs pos="0">
                <a:srgbClr val="002060">
                  <a:alpha val="25000"/>
                </a:srgbClr>
              </a:gs>
              <a:gs pos="100000">
                <a:srgbClr val="000000"/>
              </a:gs>
            </a:gsLst>
            <a:path path="shape">
              <a:fillToRect l="50000" t="50000" r="50000" b="50000"/>
            </a:path>
          </a:gradFill>
          <a:ln w="19050">
            <a:solidFill>
              <a:schemeClr val="bg1"/>
            </a:solidFill>
            <a:round/>
            <a:headEnd/>
            <a:tailEnd/>
          </a:ln>
        </p:spPr>
        <p:txBody>
          <a:bodyPr wrap="none" anchor="ctr"/>
          <a:lstStyle/>
          <a:p>
            <a:pPr algn="ctr"/>
            <a:r>
              <a:rPr lang="en-US" sz="1600" b="1" dirty="0" smtClean="0">
                <a:solidFill>
                  <a:schemeClr val="bg1"/>
                </a:solidFill>
                <a:latin typeface="Book Antiqua" pitchFamily="18" charset="0"/>
              </a:rPr>
              <a:t>3</a:t>
            </a:r>
            <a:r>
              <a:rPr lang="en-US" sz="1600" b="1" dirty="0">
                <a:solidFill>
                  <a:schemeClr val="bg1"/>
                </a:solidFill>
                <a:latin typeface="Book Antiqua" pitchFamily="18" charset="0"/>
              </a:rPr>
              <a:t>7</a:t>
            </a:r>
          </a:p>
        </p:txBody>
      </p:sp>
      <p:sp>
        <p:nvSpPr>
          <p:cNvPr id="44" name="Oval 43"/>
          <p:cNvSpPr>
            <a:spLocks noChangeArrowheads="1"/>
          </p:cNvSpPr>
          <p:nvPr/>
        </p:nvSpPr>
        <p:spPr bwMode="auto">
          <a:xfrm>
            <a:off x="7830626" y="3493588"/>
            <a:ext cx="338328" cy="338328"/>
          </a:xfrm>
          <a:prstGeom prst="ellipse">
            <a:avLst/>
          </a:prstGeom>
          <a:gradFill>
            <a:gsLst>
              <a:gs pos="21082">
                <a:srgbClr val="0000CC"/>
              </a:gs>
              <a:gs pos="16400">
                <a:srgbClr val="0000AB"/>
              </a:gs>
              <a:gs pos="5830">
                <a:srgbClr val="0000C0"/>
              </a:gs>
              <a:gs pos="10300">
                <a:srgbClr val="0000B7"/>
              </a:gs>
              <a:gs pos="0">
                <a:srgbClr val="0000CC"/>
              </a:gs>
              <a:gs pos="0">
                <a:srgbClr val="002060">
                  <a:alpha val="25000"/>
                </a:srgbClr>
              </a:gs>
              <a:gs pos="100000">
                <a:srgbClr val="000000"/>
              </a:gs>
            </a:gsLst>
            <a:path path="shape">
              <a:fillToRect l="50000" t="50000" r="50000" b="50000"/>
            </a:path>
          </a:gradFill>
          <a:ln w="19050">
            <a:solidFill>
              <a:schemeClr val="bg1"/>
            </a:solidFill>
            <a:round/>
            <a:headEnd/>
            <a:tailEnd/>
          </a:ln>
        </p:spPr>
        <p:txBody>
          <a:bodyPr wrap="none" anchor="ctr"/>
          <a:lstStyle/>
          <a:p>
            <a:pPr algn="ctr"/>
            <a:r>
              <a:rPr lang="en-US" sz="1600" b="1" dirty="0">
                <a:solidFill>
                  <a:schemeClr val="bg1"/>
                </a:solidFill>
                <a:latin typeface="Book Antiqua" pitchFamily="18" charset="0"/>
              </a:rPr>
              <a:t>5</a:t>
            </a:r>
            <a:r>
              <a:rPr lang="en-US" sz="1600" b="1" dirty="0" smtClean="0">
                <a:solidFill>
                  <a:schemeClr val="bg1"/>
                </a:solidFill>
                <a:latin typeface="Book Antiqua" pitchFamily="18" charset="0"/>
              </a:rPr>
              <a:t>5</a:t>
            </a:r>
            <a:endParaRPr lang="en-US" sz="1600" b="1" dirty="0">
              <a:solidFill>
                <a:schemeClr val="bg1"/>
              </a:solidFill>
              <a:latin typeface="Book Antiqua" pitchFamily="18" charset="0"/>
            </a:endParaRPr>
          </a:p>
        </p:txBody>
      </p:sp>
      <p:sp>
        <p:nvSpPr>
          <p:cNvPr id="39" name="Oval 38"/>
          <p:cNvSpPr>
            <a:spLocks noChangeArrowheads="1"/>
          </p:cNvSpPr>
          <p:nvPr/>
        </p:nvSpPr>
        <p:spPr bwMode="auto">
          <a:xfrm>
            <a:off x="2962266" y="4242800"/>
            <a:ext cx="338328" cy="338328"/>
          </a:xfrm>
          <a:prstGeom prst="ellipse">
            <a:avLst/>
          </a:prstGeom>
          <a:gradFill>
            <a:gsLst>
              <a:gs pos="21082">
                <a:srgbClr val="0000CC"/>
              </a:gs>
              <a:gs pos="16400">
                <a:srgbClr val="0000AB"/>
              </a:gs>
              <a:gs pos="5830">
                <a:srgbClr val="0000C0"/>
              </a:gs>
              <a:gs pos="10300">
                <a:srgbClr val="0000B7"/>
              </a:gs>
              <a:gs pos="0">
                <a:srgbClr val="0000CC"/>
              </a:gs>
              <a:gs pos="0">
                <a:srgbClr val="002060">
                  <a:alpha val="25000"/>
                </a:srgbClr>
              </a:gs>
              <a:gs pos="100000">
                <a:srgbClr val="000000"/>
              </a:gs>
            </a:gsLst>
            <a:path path="shape">
              <a:fillToRect l="50000" t="50000" r="50000" b="50000"/>
            </a:path>
          </a:gradFill>
          <a:ln w="19050">
            <a:solidFill>
              <a:schemeClr val="bg1"/>
            </a:solidFill>
            <a:round/>
            <a:headEnd/>
            <a:tailEnd/>
          </a:ln>
        </p:spPr>
        <p:txBody>
          <a:bodyPr wrap="none" anchor="ctr"/>
          <a:lstStyle/>
          <a:p>
            <a:pPr algn="ctr"/>
            <a:r>
              <a:rPr lang="en-US" sz="1600" b="1" dirty="0" smtClean="0">
                <a:solidFill>
                  <a:schemeClr val="bg1"/>
                </a:solidFill>
                <a:latin typeface="Book Antiqua" pitchFamily="18" charset="0"/>
              </a:rPr>
              <a:t>19</a:t>
            </a:r>
            <a:endParaRPr lang="en-US" sz="1600" b="1" dirty="0">
              <a:solidFill>
                <a:schemeClr val="bg1"/>
              </a:solidFill>
              <a:latin typeface="Book Antiqua" pitchFamily="18" charset="0"/>
            </a:endParaRPr>
          </a:p>
        </p:txBody>
      </p:sp>
      <p:cxnSp>
        <p:nvCxnSpPr>
          <p:cNvPr id="30" name="Straight Connector 29"/>
          <p:cNvCxnSpPr/>
          <p:nvPr/>
        </p:nvCxnSpPr>
        <p:spPr>
          <a:xfrm flipV="1">
            <a:off x="4918492" y="3767328"/>
            <a:ext cx="684486" cy="813799"/>
          </a:xfrm>
          <a:prstGeom prst="line">
            <a:avLst/>
          </a:prstGeom>
          <a:ln w="34925">
            <a:solidFill>
              <a:schemeClr val="tx1">
                <a:lumMod val="65000"/>
                <a:lumOff val="3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1" name="Oval 30"/>
          <p:cNvSpPr>
            <a:spLocks noChangeArrowheads="1"/>
          </p:cNvSpPr>
          <p:nvPr/>
        </p:nvSpPr>
        <p:spPr bwMode="auto">
          <a:xfrm>
            <a:off x="4749328" y="4411963"/>
            <a:ext cx="338328" cy="338328"/>
          </a:xfrm>
          <a:prstGeom prst="ellipse">
            <a:avLst/>
          </a:prstGeom>
          <a:gradFill>
            <a:gsLst>
              <a:gs pos="21082">
                <a:srgbClr val="0000CC"/>
              </a:gs>
              <a:gs pos="16400">
                <a:srgbClr val="0000AB"/>
              </a:gs>
              <a:gs pos="5830">
                <a:srgbClr val="0000C0"/>
              </a:gs>
              <a:gs pos="10300">
                <a:srgbClr val="0000B7"/>
              </a:gs>
              <a:gs pos="0">
                <a:srgbClr val="0000CC"/>
              </a:gs>
              <a:gs pos="0">
                <a:srgbClr val="002060">
                  <a:alpha val="25000"/>
                </a:srgbClr>
              </a:gs>
              <a:gs pos="100000">
                <a:srgbClr val="000000"/>
              </a:gs>
            </a:gsLst>
            <a:path path="shape">
              <a:fillToRect l="50000" t="50000" r="50000" b="50000"/>
            </a:path>
          </a:gradFill>
          <a:ln w="19050">
            <a:solidFill>
              <a:schemeClr val="bg1"/>
            </a:solidFill>
            <a:round/>
            <a:headEnd/>
            <a:tailEnd/>
          </a:ln>
        </p:spPr>
        <p:txBody>
          <a:bodyPr wrap="none" anchor="ctr"/>
          <a:lstStyle/>
          <a:p>
            <a:pPr algn="ctr"/>
            <a:r>
              <a:rPr lang="en-US" sz="1600" b="1" dirty="0" smtClean="0">
                <a:solidFill>
                  <a:schemeClr val="bg1"/>
                </a:solidFill>
                <a:latin typeface="Book Antiqua" pitchFamily="18" charset="0"/>
              </a:rPr>
              <a:t>32</a:t>
            </a:r>
            <a:endParaRPr lang="en-US" sz="1600" b="1" dirty="0">
              <a:solidFill>
                <a:schemeClr val="bg1"/>
              </a:solidFill>
              <a:latin typeface="Book Antiqua" pitchFamily="18" charset="0"/>
            </a:endParaRPr>
          </a:p>
        </p:txBody>
      </p:sp>
      <p:sp>
        <p:nvSpPr>
          <p:cNvPr id="32" name="Oval 31"/>
          <p:cNvSpPr>
            <a:spLocks noChangeArrowheads="1"/>
          </p:cNvSpPr>
          <p:nvPr/>
        </p:nvSpPr>
        <p:spPr bwMode="auto">
          <a:xfrm>
            <a:off x="6198062" y="4426256"/>
            <a:ext cx="338328" cy="338328"/>
          </a:xfrm>
          <a:prstGeom prst="ellipse">
            <a:avLst/>
          </a:prstGeom>
          <a:gradFill>
            <a:gsLst>
              <a:gs pos="21082">
                <a:srgbClr val="0000CC"/>
              </a:gs>
              <a:gs pos="16400">
                <a:srgbClr val="0000AB"/>
              </a:gs>
              <a:gs pos="5830">
                <a:srgbClr val="0000C0"/>
              </a:gs>
              <a:gs pos="10300">
                <a:srgbClr val="0000B7"/>
              </a:gs>
              <a:gs pos="0">
                <a:srgbClr val="0000CC"/>
              </a:gs>
              <a:gs pos="0">
                <a:srgbClr val="002060">
                  <a:alpha val="25000"/>
                </a:srgbClr>
              </a:gs>
              <a:gs pos="100000">
                <a:srgbClr val="000000"/>
              </a:gs>
            </a:gsLst>
            <a:path path="shape">
              <a:fillToRect l="50000" t="50000" r="50000" b="50000"/>
            </a:path>
          </a:gradFill>
          <a:ln w="19050">
            <a:solidFill>
              <a:schemeClr val="bg1"/>
            </a:solidFill>
            <a:round/>
            <a:headEnd/>
            <a:tailEnd/>
          </a:ln>
        </p:spPr>
        <p:txBody>
          <a:bodyPr wrap="none" anchor="ctr"/>
          <a:lstStyle/>
          <a:p>
            <a:pPr algn="ctr"/>
            <a:r>
              <a:rPr lang="en-US" sz="1600" b="1" dirty="0" smtClean="0">
                <a:solidFill>
                  <a:schemeClr val="bg1"/>
                </a:solidFill>
                <a:latin typeface="Book Antiqua" pitchFamily="18" charset="0"/>
              </a:rPr>
              <a:t>39</a:t>
            </a:r>
            <a:endParaRPr lang="en-US" sz="1600" b="1" dirty="0">
              <a:solidFill>
                <a:schemeClr val="bg1"/>
              </a:solidFill>
              <a:latin typeface="Book Antiqua" pitchFamily="18" charset="0"/>
            </a:endParaRPr>
          </a:p>
        </p:txBody>
      </p:sp>
      <p:sp>
        <p:nvSpPr>
          <p:cNvPr id="45" name="Oval 44"/>
          <p:cNvSpPr>
            <a:spLocks noChangeArrowheads="1"/>
          </p:cNvSpPr>
          <p:nvPr/>
        </p:nvSpPr>
        <p:spPr bwMode="auto">
          <a:xfrm>
            <a:off x="6846133" y="5276060"/>
            <a:ext cx="338328" cy="338328"/>
          </a:xfrm>
          <a:prstGeom prst="ellipse">
            <a:avLst/>
          </a:prstGeom>
          <a:gradFill>
            <a:gsLst>
              <a:gs pos="21082">
                <a:srgbClr val="0000CC"/>
              </a:gs>
              <a:gs pos="16400">
                <a:srgbClr val="0000AB"/>
              </a:gs>
              <a:gs pos="5830">
                <a:srgbClr val="0000C0"/>
              </a:gs>
              <a:gs pos="10300">
                <a:srgbClr val="0000B7"/>
              </a:gs>
              <a:gs pos="0">
                <a:srgbClr val="0000CC"/>
              </a:gs>
              <a:gs pos="0">
                <a:srgbClr val="002060">
                  <a:alpha val="25000"/>
                </a:srgbClr>
              </a:gs>
              <a:gs pos="100000">
                <a:srgbClr val="000000"/>
              </a:gs>
            </a:gsLst>
            <a:path path="shape">
              <a:fillToRect l="50000" t="50000" r="50000" b="50000"/>
            </a:path>
          </a:gradFill>
          <a:ln w="19050">
            <a:solidFill>
              <a:schemeClr val="bg1"/>
            </a:solidFill>
            <a:round/>
            <a:headEnd/>
            <a:tailEnd/>
          </a:ln>
        </p:spPr>
        <p:txBody>
          <a:bodyPr wrap="none" anchor="ctr"/>
          <a:lstStyle/>
          <a:p>
            <a:pPr algn="ctr"/>
            <a:r>
              <a:rPr lang="en-US" sz="1600" b="1" dirty="0" smtClean="0">
                <a:solidFill>
                  <a:schemeClr val="bg1"/>
                </a:solidFill>
                <a:latin typeface="Book Antiqua" pitchFamily="18" charset="0"/>
              </a:rPr>
              <a:t>42</a:t>
            </a:r>
            <a:endParaRPr lang="en-US" sz="1600" b="1" dirty="0">
              <a:solidFill>
                <a:schemeClr val="bg1"/>
              </a:solidFill>
              <a:latin typeface="Book Antiqua" pitchFamily="18" charset="0"/>
            </a:endParaRPr>
          </a:p>
        </p:txBody>
      </p:sp>
      <p:sp>
        <p:nvSpPr>
          <p:cNvPr id="47" name="Oval 46"/>
          <p:cNvSpPr>
            <a:spLocks noChangeArrowheads="1"/>
          </p:cNvSpPr>
          <p:nvPr/>
        </p:nvSpPr>
        <p:spPr bwMode="auto">
          <a:xfrm>
            <a:off x="7138730" y="4325663"/>
            <a:ext cx="338328" cy="338328"/>
          </a:xfrm>
          <a:prstGeom prst="ellipse">
            <a:avLst/>
          </a:prstGeom>
          <a:gradFill>
            <a:gsLst>
              <a:gs pos="21082">
                <a:srgbClr val="0000CC"/>
              </a:gs>
              <a:gs pos="16400">
                <a:srgbClr val="0000AB"/>
              </a:gs>
              <a:gs pos="5830">
                <a:srgbClr val="0000C0"/>
              </a:gs>
              <a:gs pos="10300">
                <a:srgbClr val="0000B7"/>
              </a:gs>
              <a:gs pos="0">
                <a:srgbClr val="0000CC"/>
              </a:gs>
              <a:gs pos="0">
                <a:srgbClr val="002060">
                  <a:alpha val="25000"/>
                </a:srgbClr>
              </a:gs>
              <a:gs pos="100000">
                <a:srgbClr val="000000"/>
              </a:gs>
            </a:gsLst>
            <a:path path="shape">
              <a:fillToRect l="50000" t="50000" r="50000" b="50000"/>
            </a:path>
          </a:gradFill>
          <a:ln w="19050">
            <a:solidFill>
              <a:schemeClr val="bg1"/>
            </a:solidFill>
            <a:round/>
            <a:headEnd/>
            <a:tailEnd/>
          </a:ln>
        </p:spPr>
        <p:txBody>
          <a:bodyPr wrap="none" anchor="ctr"/>
          <a:lstStyle/>
          <a:p>
            <a:pPr algn="ctr"/>
            <a:r>
              <a:rPr lang="en-US" sz="1600" b="1" dirty="0">
                <a:solidFill>
                  <a:schemeClr val="bg1"/>
                </a:solidFill>
                <a:latin typeface="Book Antiqua" pitchFamily="18" charset="0"/>
              </a:rPr>
              <a:t>5</a:t>
            </a:r>
            <a:r>
              <a:rPr lang="en-US" sz="1600" b="1" dirty="0" smtClean="0">
                <a:solidFill>
                  <a:schemeClr val="bg1"/>
                </a:solidFill>
                <a:latin typeface="Book Antiqua" pitchFamily="18" charset="0"/>
              </a:rPr>
              <a:t>2</a:t>
            </a:r>
            <a:endParaRPr lang="en-US" sz="1600" b="1" dirty="0">
              <a:solidFill>
                <a:schemeClr val="bg1"/>
              </a:solidFill>
              <a:latin typeface="Book Antiqua" pitchFamily="18" charset="0"/>
            </a:endParaRPr>
          </a:p>
        </p:txBody>
      </p:sp>
      <p:grpSp>
        <p:nvGrpSpPr>
          <p:cNvPr id="49" name="Group 16"/>
          <p:cNvGrpSpPr>
            <a:grpSpLocks/>
          </p:cNvGrpSpPr>
          <p:nvPr/>
        </p:nvGrpSpPr>
        <p:grpSpPr bwMode="auto">
          <a:xfrm>
            <a:off x="1871700" y="5763048"/>
            <a:ext cx="1883064" cy="762296"/>
            <a:chOff x="2674" y="1787"/>
            <a:chExt cx="1686" cy="782"/>
          </a:xfrm>
        </p:grpSpPr>
        <p:sp>
          <p:nvSpPr>
            <p:cNvPr id="50" name="AutoShape 9"/>
            <p:cNvSpPr>
              <a:spLocks noChangeArrowheads="1"/>
            </p:cNvSpPr>
            <p:nvPr/>
          </p:nvSpPr>
          <p:spPr bwMode="auto">
            <a:xfrm>
              <a:off x="2674" y="1787"/>
              <a:ext cx="1686" cy="782"/>
            </a:xfrm>
            <a:prstGeom prst="wedgeEllipseCallout">
              <a:avLst>
                <a:gd name="adj1" fmla="val 94345"/>
                <a:gd name="adj2" fmla="val -166599"/>
              </a:avLst>
            </a:prstGeom>
            <a:solidFill>
              <a:srgbClr val="FF0000"/>
            </a:solidFill>
            <a:ln w="9525">
              <a:noFill/>
              <a:miter lim="800000"/>
              <a:headEnd/>
              <a:tailEnd/>
            </a:ln>
            <a:effectLst>
              <a:outerShdw dist="107763" dir="2700000" algn="ctr" rotWithShape="0">
                <a:schemeClr val="bg2">
                  <a:alpha val="50000"/>
                </a:schemeClr>
              </a:outerShdw>
            </a:effectLst>
          </p:spPr>
          <p:txBody>
            <a:bodyPr lIns="82479" tIns="41239" rIns="82479" bIns="41239"/>
            <a:lstStyle/>
            <a:p>
              <a:pPr algn="ctr" defTabSz="825500"/>
              <a:endParaRPr kumimoji="1" lang="en-US" sz="1600">
                <a:ea typeface="ＭＳ Ｐゴシック" pitchFamily="34" charset="-128"/>
              </a:endParaRPr>
            </a:p>
          </p:txBody>
        </p:sp>
        <p:sp>
          <p:nvSpPr>
            <p:cNvPr id="51" name="Text Box 10"/>
            <p:cNvSpPr txBox="1">
              <a:spLocks noChangeArrowheads="1"/>
            </p:cNvSpPr>
            <p:nvPr/>
          </p:nvSpPr>
          <p:spPr bwMode="auto">
            <a:xfrm>
              <a:off x="2714" y="1986"/>
              <a:ext cx="1546" cy="370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lIns="82479" tIns="41239" rIns="82479" bIns="41239">
              <a:spAutoFit/>
            </a:bodyPr>
            <a:lstStyle/>
            <a:p>
              <a:pPr algn="ctr" defTabSz="825500">
                <a:spcBef>
                  <a:spcPct val="50000"/>
                </a:spcBef>
              </a:pPr>
              <a:r>
                <a:rPr kumimoji="1" lang="en-US" altLang="ja-JP" dirty="0" smtClean="0">
                  <a:solidFill>
                    <a:schemeClr val="bg1"/>
                  </a:solidFill>
                  <a:latin typeface="Book Antiqua" pitchFamily="18" charset="0"/>
                </a:rPr>
                <a:t>Delete 32</a:t>
              </a:r>
              <a:endParaRPr kumimoji="1" lang="en-US" altLang="ja-JP" dirty="0">
                <a:solidFill>
                  <a:schemeClr val="bg1"/>
                </a:solidFill>
                <a:latin typeface="Book Antiqua" pitchFamily="18" charset="0"/>
              </a:endParaRPr>
            </a:p>
          </p:txBody>
        </p:sp>
      </p:grpSp>
      <p:cxnSp>
        <p:nvCxnSpPr>
          <p:cNvPr id="52" name="Straight Connector 51"/>
          <p:cNvCxnSpPr/>
          <p:nvPr/>
        </p:nvCxnSpPr>
        <p:spPr>
          <a:xfrm flipV="1">
            <a:off x="6247609" y="5530776"/>
            <a:ext cx="684486" cy="813799"/>
          </a:xfrm>
          <a:prstGeom prst="line">
            <a:avLst/>
          </a:prstGeom>
          <a:ln w="34925">
            <a:solidFill>
              <a:schemeClr val="tx1">
                <a:lumMod val="65000"/>
                <a:lumOff val="3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3" name="Oval 52"/>
          <p:cNvSpPr>
            <a:spLocks noChangeArrowheads="1"/>
          </p:cNvSpPr>
          <p:nvPr/>
        </p:nvSpPr>
        <p:spPr bwMode="auto">
          <a:xfrm>
            <a:off x="6078445" y="6175411"/>
            <a:ext cx="338328" cy="338328"/>
          </a:xfrm>
          <a:prstGeom prst="ellipse">
            <a:avLst/>
          </a:prstGeom>
          <a:gradFill>
            <a:gsLst>
              <a:gs pos="21082">
                <a:srgbClr val="0000CC"/>
              </a:gs>
              <a:gs pos="16400">
                <a:srgbClr val="0000AB"/>
              </a:gs>
              <a:gs pos="5830">
                <a:srgbClr val="0000C0"/>
              </a:gs>
              <a:gs pos="10300">
                <a:srgbClr val="0000B7"/>
              </a:gs>
              <a:gs pos="0">
                <a:srgbClr val="0000CC"/>
              </a:gs>
              <a:gs pos="0">
                <a:srgbClr val="002060">
                  <a:alpha val="25000"/>
                </a:srgbClr>
              </a:gs>
              <a:gs pos="100000">
                <a:srgbClr val="000000"/>
              </a:gs>
            </a:gsLst>
            <a:path path="shape">
              <a:fillToRect l="50000" t="50000" r="50000" b="50000"/>
            </a:path>
          </a:gradFill>
          <a:ln w="19050">
            <a:solidFill>
              <a:schemeClr val="bg1"/>
            </a:solidFill>
            <a:round/>
            <a:headEnd/>
            <a:tailEnd/>
          </a:ln>
        </p:spPr>
        <p:txBody>
          <a:bodyPr wrap="none" anchor="ctr"/>
          <a:lstStyle/>
          <a:p>
            <a:pPr algn="ctr"/>
            <a:r>
              <a:rPr lang="en-US" sz="1600" b="1" dirty="0" smtClean="0">
                <a:solidFill>
                  <a:schemeClr val="bg1"/>
                </a:solidFill>
                <a:latin typeface="Book Antiqua" pitchFamily="18" charset="0"/>
              </a:rPr>
              <a:t>41</a:t>
            </a:r>
            <a:endParaRPr lang="en-US" sz="1600" b="1" dirty="0">
              <a:solidFill>
                <a:schemeClr val="bg1"/>
              </a:solidFill>
              <a:latin typeface="Book Antiqua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59591035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7" dur="500"/>
                                        <p:tgtEl>
                                          <p:spTgt spid="4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xit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wipe(down)">
                                      <p:cBhvr>
                                        <p:cTn id="11" dur="5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22" presetClass="exit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wipe(down)">
                                      <p:cBhvr>
                                        <p:cTn id="14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500"/>
                            </p:stCondLst>
                            <p:childTnLst>
                              <p:par>
                                <p:cTn id="17" presetID="22" presetClass="exit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wipe(down)">
                                      <p:cBhvr>
                                        <p:cTn id="18" dur="500"/>
                                        <p:tgtEl>
                                          <p:spTgt spid="49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1" grpId="0" animBg="1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46" name="Straight Connector 45"/>
          <p:cNvCxnSpPr/>
          <p:nvPr/>
        </p:nvCxnSpPr>
        <p:spPr>
          <a:xfrm flipV="1">
            <a:off x="7307894" y="3681028"/>
            <a:ext cx="684486" cy="813799"/>
          </a:xfrm>
          <a:prstGeom prst="line">
            <a:avLst/>
          </a:prstGeom>
          <a:ln w="34925">
            <a:solidFill>
              <a:schemeClr val="tx1">
                <a:lumMod val="65000"/>
                <a:lumOff val="3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5" name="Straight Connector 34"/>
          <p:cNvCxnSpPr>
            <a:stCxn id="45" idx="1"/>
          </p:cNvCxnSpPr>
          <p:nvPr/>
        </p:nvCxnSpPr>
        <p:spPr>
          <a:xfrm flipH="1" flipV="1">
            <a:off x="6408204" y="4617132"/>
            <a:ext cx="487476" cy="708475"/>
          </a:xfrm>
          <a:prstGeom prst="line">
            <a:avLst/>
          </a:prstGeom>
          <a:ln w="34925">
            <a:solidFill>
              <a:schemeClr val="tx1">
                <a:lumMod val="65000"/>
                <a:lumOff val="3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4" name="Straight Connector 33"/>
          <p:cNvCxnSpPr>
            <a:stCxn id="32" idx="1"/>
          </p:cNvCxnSpPr>
          <p:nvPr/>
        </p:nvCxnSpPr>
        <p:spPr>
          <a:xfrm flipH="1" flipV="1">
            <a:off x="5760133" y="3767328"/>
            <a:ext cx="487476" cy="708475"/>
          </a:xfrm>
          <a:prstGeom prst="line">
            <a:avLst/>
          </a:prstGeom>
          <a:ln w="34925">
            <a:solidFill>
              <a:schemeClr val="tx1">
                <a:lumMod val="65000"/>
                <a:lumOff val="3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8" name="Straight Connector 37"/>
          <p:cNvCxnSpPr/>
          <p:nvPr/>
        </p:nvCxnSpPr>
        <p:spPr>
          <a:xfrm flipV="1">
            <a:off x="3131430" y="3598165"/>
            <a:ext cx="684486" cy="813799"/>
          </a:xfrm>
          <a:prstGeom prst="line">
            <a:avLst/>
          </a:prstGeom>
          <a:ln w="34925">
            <a:solidFill>
              <a:schemeClr val="tx1">
                <a:lumMod val="65000"/>
                <a:lumOff val="3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3" name="Straight Connector 32"/>
          <p:cNvCxnSpPr/>
          <p:nvPr/>
        </p:nvCxnSpPr>
        <p:spPr>
          <a:xfrm flipH="1" flipV="1">
            <a:off x="4687422" y="1725956"/>
            <a:ext cx="2210536" cy="1008862"/>
          </a:xfrm>
          <a:prstGeom prst="line">
            <a:avLst/>
          </a:prstGeom>
          <a:ln w="34925">
            <a:solidFill>
              <a:schemeClr val="tx1">
                <a:lumMod val="65000"/>
                <a:lumOff val="3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7" name="Straight Connector 26"/>
          <p:cNvCxnSpPr/>
          <p:nvPr/>
        </p:nvCxnSpPr>
        <p:spPr>
          <a:xfrm flipV="1">
            <a:off x="2840362" y="1725956"/>
            <a:ext cx="1829272" cy="932669"/>
          </a:xfrm>
          <a:prstGeom prst="line">
            <a:avLst/>
          </a:prstGeom>
          <a:ln w="34925">
            <a:solidFill>
              <a:schemeClr val="tx1">
                <a:lumMod val="65000"/>
                <a:lumOff val="3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6" name="Straight Connector 25"/>
          <p:cNvCxnSpPr>
            <a:stCxn id="19" idx="1"/>
          </p:cNvCxnSpPr>
          <p:nvPr/>
        </p:nvCxnSpPr>
        <p:spPr>
          <a:xfrm flipH="1" flipV="1">
            <a:off x="2766078" y="2734818"/>
            <a:ext cx="937631" cy="722017"/>
          </a:xfrm>
          <a:prstGeom prst="line">
            <a:avLst/>
          </a:prstGeom>
          <a:ln w="34925">
            <a:solidFill>
              <a:schemeClr val="tx1">
                <a:lumMod val="65000"/>
                <a:lumOff val="3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" name="Straight Connector 24"/>
          <p:cNvCxnSpPr/>
          <p:nvPr/>
        </p:nvCxnSpPr>
        <p:spPr>
          <a:xfrm flipV="1">
            <a:off x="1652230" y="2636912"/>
            <a:ext cx="1069264" cy="900100"/>
          </a:xfrm>
          <a:prstGeom prst="line">
            <a:avLst/>
          </a:prstGeom>
          <a:ln w="34925">
            <a:solidFill>
              <a:schemeClr val="tx1">
                <a:lumMod val="65000"/>
                <a:lumOff val="3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" name="Straight Connector 21"/>
          <p:cNvCxnSpPr>
            <a:stCxn id="18" idx="1"/>
          </p:cNvCxnSpPr>
          <p:nvPr/>
        </p:nvCxnSpPr>
        <p:spPr>
          <a:xfrm flipH="1" flipV="1">
            <a:off x="1577196" y="3598165"/>
            <a:ext cx="614345" cy="708474"/>
          </a:xfrm>
          <a:prstGeom prst="line">
            <a:avLst/>
          </a:prstGeom>
          <a:ln w="34925">
            <a:solidFill>
              <a:schemeClr val="tx1">
                <a:lumMod val="65000"/>
                <a:lumOff val="3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" name="Straight Connector 2"/>
          <p:cNvCxnSpPr/>
          <p:nvPr/>
        </p:nvCxnSpPr>
        <p:spPr>
          <a:xfrm flipV="1">
            <a:off x="892710" y="3598165"/>
            <a:ext cx="684486" cy="813799"/>
          </a:xfrm>
          <a:prstGeom prst="line">
            <a:avLst/>
          </a:prstGeom>
          <a:ln w="34925">
            <a:solidFill>
              <a:schemeClr val="tx1">
                <a:lumMod val="65000"/>
                <a:lumOff val="3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Rectangle 3"/>
          <p:cNvSpPr txBox="1">
            <a:spLocks noChangeArrowheads="1"/>
          </p:cNvSpPr>
          <p:nvPr/>
        </p:nvSpPr>
        <p:spPr>
          <a:xfrm>
            <a:off x="257571" y="8620"/>
            <a:ext cx="7770813" cy="609600"/>
          </a:xfrm>
          <a:prstGeom prst="rect">
            <a:avLst/>
          </a:prstGeom>
          <a:effectLst>
            <a:outerShdw dist="35921" dir="2700000" algn="ctr" rotWithShape="0">
              <a:schemeClr val="bg2"/>
            </a:outerShdw>
          </a:effectLst>
        </p:spPr>
        <p:txBody>
          <a:bodyPr>
            <a:normAutofit fontScale="97500" lnSpcReduction="10000"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r>
              <a:rPr lang="en-US" altLang="ja-JP" sz="3600" b="1" dirty="0" smtClean="0">
                <a:solidFill>
                  <a:srgbClr val="A50021"/>
                </a:solidFill>
                <a:latin typeface="Verdana" pitchFamily="34" charset="0"/>
                <a:ea typeface="ＭＳ Ｐゴシック" pitchFamily="34" charset="-128"/>
              </a:rPr>
              <a:t>BST: Deletion</a:t>
            </a:r>
            <a:endParaRPr lang="en-US" altLang="ja-JP" sz="3600" b="1" dirty="0">
              <a:solidFill>
                <a:srgbClr val="A50021"/>
              </a:solidFill>
              <a:latin typeface="Verdana" pitchFamily="34" charset="0"/>
              <a:ea typeface="ＭＳ Ｐゴシック" pitchFamily="34" charset="-128"/>
            </a:endParaRPr>
          </a:p>
        </p:txBody>
      </p:sp>
      <p:sp>
        <p:nvSpPr>
          <p:cNvPr id="5" name="Line 5"/>
          <p:cNvSpPr>
            <a:spLocks noChangeShapeType="1"/>
          </p:cNvSpPr>
          <p:nvPr/>
        </p:nvSpPr>
        <p:spPr bwMode="auto">
          <a:xfrm>
            <a:off x="302060" y="620688"/>
            <a:ext cx="8382000" cy="0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/>
          </a:ln>
          <a:effectLst>
            <a:outerShdw dist="35921" dir="2700000" algn="ctr" rotWithShape="0">
              <a:schemeClr val="bg2"/>
            </a:outerShdw>
          </a:effectLst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0" name="Oval 9"/>
          <p:cNvSpPr>
            <a:spLocks noChangeArrowheads="1"/>
          </p:cNvSpPr>
          <p:nvPr/>
        </p:nvSpPr>
        <p:spPr bwMode="auto">
          <a:xfrm>
            <a:off x="4518258" y="1556792"/>
            <a:ext cx="338328" cy="338328"/>
          </a:xfrm>
          <a:prstGeom prst="ellipse">
            <a:avLst/>
          </a:prstGeom>
          <a:gradFill>
            <a:gsLst>
              <a:gs pos="21082">
                <a:srgbClr val="0000CC"/>
              </a:gs>
              <a:gs pos="16400">
                <a:srgbClr val="0000AB"/>
              </a:gs>
              <a:gs pos="5830">
                <a:srgbClr val="0000C0"/>
              </a:gs>
              <a:gs pos="10300">
                <a:srgbClr val="0000B7"/>
              </a:gs>
              <a:gs pos="0">
                <a:srgbClr val="0000CC"/>
              </a:gs>
              <a:gs pos="0">
                <a:srgbClr val="002060">
                  <a:alpha val="25000"/>
                </a:srgbClr>
              </a:gs>
              <a:gs pos="100000">
                <a:srgbClr val="000000"/>
              </a:gs>
            </a:gsLst>
            <a:path path="shape">
              <a:fillToRect l="50000" t="50000" r="50000" b="50000"/>
            </a:path>
          </a:gradFill>
          <a:ln w="19050">
            <a:solidFill>
              <a:schemeClr val="bg1"/>
            </a:solidFill>
            <a:round/>
            <a:headEnd/>
            <a:tailEnd/>
          </a:ln>
        </p:spPr>
        <p:txBody>
          <a:bodyPr wrap="none" anchor="ctr"/>
          <a:lstStyle/>
          <a:p>
            <a:pPr algn="ctr"/>
            <a:r>
              <a:rPr lang="en-US" sz="1600" b="1" dirty="0" smtClean="0">
                <a:solidFill>
                  <a:schemeClr val="bg1"/>
                </a:solidFill>
                <a:latin typeface="Book Antiqua" pitchFamily="18" charset="0"/>
              </a:rPr>
              <a:t>27</a:t>
            </a:r>
            <a:endParaRPr lang="en-US" sz="1600" b="1" dirty="0">
              <a:solidFill>
                <a:schemeClr val="bg1"/>
              </a:solidFill>
              <a:latin typeface="Book Antiqua" pitchFamily="18" charset="0"/>
            </a:endParaRPr>
          </a:p>
        </p:txBody>
      </p:sp>
      <p:sp>
        <p:nvSpPr>
          <p:cNvPr id="14" name="Oval 13"/>
          <p:cNvSpPr>
            <a:spLocks noChangeArrowheads="1"/>
          </p:cNvSpPr>
          <p:nvPr/>
        </p:nvSpPr>
        <p:spPr bwMode="auto">
          <a:xfrm>
            <a:off x="2552330" y="2528900"/>
            <a:ext cx="338328" cy="338328"/>
          </a:xfrm>
          <a:prstGeom prst="ellipse">
            <a:avLst/>
          </a:prstGeom>
          <a:gradFill>
            <a:gsLst>
              <a:gs pos="21082">
                <a:srgbClr val="0000CC"/>
              </a:gs>
              <a:gs pos="16400">
                <a:srgbClr val="0000AB"/>
              </a:gs>
              <a:gs pos="5830">
                <a:srgbClr val="0000C0"/>
              </a:gs>
              <a:gs pos="10300">
                <a:srgbClr val="0000B7"/>
              </a:gs>
              <a:gs pos="0">
                <a:srgbClr val="0000CC"/>
              </a:gs>
              <a:gs pos="0">
                <a:srgbClr val="002060">
                  <a:alpha val="25000"/>
                </a:srgbClr>
              </a:gs>
              <a:gs pos="100000">
                <a:srgbClr val="000000"/>
              </a:gs>
            </a:gsLst>
            <a:path path="shape">
              <a:fillToRect l="50000" t="50000" r="50000" b="50000"/>
            </a:path>
          </a:gradFill>
          <a:ln w="19050">
            <a:solidFill>
              <a:schemeClr val="bg1"/>
            </a:solidFill>
            <a:round/>
            <a:headEnd/>
            <a:tailEnd/>
          </a:ln>
        </p:spPr>
        <p:txBody>
          <a:bodyPr wrap="none" anchor="ctr"/>
          <a:lstStyle/>
          <a:p>
            <a:pPr algn="ctr"/>
            <a:r>
              <a:rPr lang="en-US" sz="1600" b="1" dirty="0" smtClean="0">
                <a:solidFill>
                  <a:schemeClr val="bg1"/>
                </a:solidFill>
                <a:latin typeface="Book Antiqua" pitchFamily="18" charset="0"/>
              </a:rPr>
              <a:t>15</a:t>
            </a:r>
            <a:endParaRPr lang="en-US" sz="1600" b="1" dirty="0">
              <a:solidFill>
                <a:schemeClr val="bg1"/>
              </a:solidFill>
              <a:latin typeface="Book Antiqua" pitchFamily="18" charset="0"/>
            </a:endParaRPr>
          </a:p>
        </p:txBody>
      </p:sp>
      <p:sp>
        <p:nvSpPr>
          <p:cNvPr id="16" name="Oval 15"/>
          <p:cNvSpPr>
            <a:spLocks noChangeArrowheads="1"/>
          </p:cNvSpPr>
          <p:nvPr/>
        </p:nvSpPr>
        <p:spPr bwMode="auto">
          <a:xfrm>
            <a:off x="1408032" y="3429000"/>
            <a:ext cx="338328" cy="338328"/>
          </a:xfrm>
          <a:prstGeom prst="ellipse">
            <a:avLst/>
          </a:prstGeom>
          <a:gradFill>
            <a:gsLst>
              <a:gs pos="21082">
                <a:srgbClr val="0000CC"/>
              </a:gs>
              <a:gs pos="16400">
                <a:srgbClr val="0000AB"/>
              </a:gs>
              <a:gs pos="5830">
                <a:srgbClr val="0000C0"/>
              </a:gs>
              <a:gs pos="10300">
                <a:srgbClr val="0000B7"/>
              </a:gs>
              <a:gs pos="0">
                <a:srgbClr val="0000CC"/>
              </a:gs>
              <a:gs pos="0">
                <a:srgbClr val="002060">
                  <a:alpha val="25000"/>
                </a:srgbClr>
              </a:gs>
              <a:gs pos="100000">
                <a:srgbClr val="000000"/>
              </a:gs>
            </a:gsLst>
            <a:path path="shape">
              <a:fillToRect l="50000" t="50000" r="50000" b="50000"/>
            </a:path>
          </a:gradFill>
          <a:ln w="19050">
            <a:solidFill>
              <a:schemeClr val="bg1"/>
            </a:solidFill>
            <a:round/>
            <a:headEnd/>
            <a:tailEnd/>
          </a:ln>
        </p:spPr>
        <p:txBody>
          <a:bodyPr wrap="none" anchor="ctr"/>
          <a:lstStyle/>
          <a:p>
            <a:pPr algn="ctr"/>
            <a:r>
              <a:rPr lang="en-US" sz="1600" b="1" dirty="0">
                <a:solidFill>
                  <a:schemeClr val="bg1"/>
                </a:solidFill>
                <a:latin typeface="Book Antiqua" pitchFamily="18" charset="0"/>
              </a:rPr>
              <a:t>7</a:t>
            </a:r>
          </a:p>
        </p:txBody>
      </p:sp>
      <p:sp>
        <p:nvSpPr>
          <p:cNvPr id="17" name="Oval 16"/>
          <p:cNvSpPr>
            <a:spLocks noChangeArrowheads="1"/>
          </p:cNvSpPr>
          <p:nvPr/>
        </p:nvSpPr>
        <p:spPr bwMode="auto">
          <a:xfrm>
            <a:off x="723546" y="4242800"/>
            <a:ext cx="338328" cy="338328"/>
          </a:xfrm>
          <a:prstGeom prst="ellipse">
            <a:avLst/>
          </a:prstGeom>
          <a:gradFill>
            <a:gsLst>
              <a:gs pos="21082">
                <a:srgbClr val="0000CC"/>
              </a:gs>
              <a:gs pos="16400">
                <a:srgbClr val="0000AB"/>
              </a:gs>
              <a:gs pos="5830">
                <a:srgbClr val="0000C0"/>
              </a:gs>
              <a:gs pos="10300">
                <a:srgbClr val="0000B7"/>
              </a:gs>
              <a:gs pos="0">
                <a:srgbClr val="0000CC"/>
              </a:gs>
              <a:gs pos="0">
                <a:srgbClr val="002060">
                  <a:alpha val="25000"/>
                </a:srgbClr>
              </a:gs>
              <a:gs pos="100000">
                <a:srgbClr val="000000"/>
              </a:gs>
            </a:gsLst>
            <a:path path="shape">
              <a:fillToRect l="50000" t="50000" r="50000" b="50000"/>
            </a:path>
          </a:gradFill>
          <a:ln w="19050">
            <a:solidFill>
              <a:schemeClr val="bg1"/>
            </a:solidFill>
            <a:round/>
            <a:headEnd/>
            <a:tailEnd/>
          </a:ln>
        </p:spPr>
        <p:txBody>
          <a:bodyPr wrap="none" anchor="ctr"/>
          <a:lstStyle/>
          <a:p>
            <a:pPr algn="ctr"/>
            <a:r>
              <a:rPr lang="en-US" sz="1600" b="1" dirty="0">
                <a:solidFill>
                  <a:schemeClr val="bg1"/>
                </a:solidFill>
                <a:latin typeface="Book Antiqua" pitchFamily="18" charset="0"/>
              </a:rPr>
              <a:t>2</a:t>
            </a:r>
          </a:p>
        </p:txBody>
      </p:sp>
      <p:sp>
        <p:nvSpPr>
          <p:cNvPr id="18" name="Oval 17"/>
          <p:cNvSpPr>
            <a:spLocks noChangeArrowheads="1"/>
          </p:cNvSpPr>
          <p:nvPr/>
        </p:nvSpPr>
        <p:spPr bwMode="auto">
          <a:xfrm>
            <a:off x="2141994" y="4257092"/>
            <a:ext cx="338328" cy="338328"/>
          </a:xfrm>
          <a:prstGeom prst="ellipse">
            <a:avLst/>
          </a:prstGeom>
          <a:gradFill>
            <a:gsLst>
              <a:gs pos="21082">
                <a:srgbClr val="0000CC"/>
              </a:gs>
              <a:gs pos="16400">
                <a:srgbClr val="0000AB"/>
              </a:gs>
              <a:gs pos="5830">
                <a:srgbClr val="0000C0"/>
              </a:gs>
              <a:gs pos="10300">
                <a:srgbClr val="0000B7"/>
              </a:gs>
              <a:gs pos="0">
                <a:srgbClr val="0000CC"/>
              </a:gs>
              <a:gs pos="0">
                <a:srgbClr val="002060">
                  <a:alpha val="25000"/>
                </a:srgbClr>
              </a:gs>
              <a:gs pos="100000">
                <a:srgbClr val="000000"/>
              </a:gs>
            </a:gsLst>
            <a:path path="shape">
              <a:fillToRect l="50000" t="50000" r="50000" b="50000"/>
            </a:path>
          </a:gradFill>
          <a:ln w="19050">
            <a:solidFill>
              <a:schemeClr val="bg1"/>
            </a:solidFill>
            <a:round/>
            <a:headEnd/>
            <a:tailEnd/>
          </a:ln>
        </p:spPr>
        <p:txBody>
          <a:bodyPr wrap="none" anchor="ctr"/>
          <a:lstStyle/>
          <a:p>
            <a:pPr algn="ctr"/>
            <a:r>
              <a:rPr lang="en-US" sz="1600" b="1" dirty="0" smtClean="0">
                <a:solidFill>
                  <a:schemeClr val="bg1"/>
                </a:solidFill>
                <a:latin typeface="Book Antiqua" pitchFamily="18" charset="0"/>
              </a:rPr>
              <a:t>14</a:t>
            </a:r>
            <a:endParaRPr lang="en-US" sz="1600" b="1" dirty="0">
              <a:solidFill>
                <a:schemeClr val="bg1"/>
              </a:solidFill>
              <a:latin typeface="Book Antiqua" pitchFamily="18" charset="0"/>
            </a:endParaRPr>
          </a:p>
        </p:txBody>
      </p:sp>
      <p:sp>
        <p:nvSpPr>
          <p:cNvPr id="19" name="Oval 18"/>
          <p:cNvSpPr>
            <a:spLocks noChangeArrowheads="1"/>
          </p:cNvSpPr>
          <p:nvPr/>
        </p:nvSpPr>
        <p:spPr bwMode="auto">
          <a:xfrm>
            <a:off x="3654162" y="3407288"/>
            <a:ext cx="338328" cy="338328"/>
          </a:xfrm>
          <a:prstGeom prst="ellipse">
            <a:avLst/>
          </a:prstGeom>
          <a:gradFill>
            <a:gsLst>
              <a:gs pos="21082">
                <a:srgbClr val="0000CC"/>
              </a:gs>
              <a:gs pos="16400">
                <a:srgbClr val="0000AB"/>
              </a:gs>
              <a:gs pos="5830">
                <a:srgbClr val="0000C0"/>
              </a:gs>
              <a:gs pos="10300">
                <a:srgbClr val="0000B7"/>
              </a:gs>
              <a:gs pos="0">
                <a:srgbClr val="0000CC"/>
              </a:gs>
              <a:gs pos="0">
                <a:srgbClr val="002060">
                  <a:alpha val="25000"/>
                </a:srgbClr>
              </a:gs>
              <a:gs pos="100000">
                <a:srgbClr val="000000"/>
              </a:gs>
            </a:gsLst>
            <a:path path="shape">
              <a:fillToRect l="50000" t="50000" r="50000" b="50000"/>
            </a:path>
          </a:gradFill>
          <a:ln w="19050">
            <a:solidFill>
              <a:schemeClr val="bg1"/>
            </a:solidFill>
            <a:round/>
            <a:headEnd/>
            <a:tailEnd/>
          </a:ln>
        </p:spPr>
        <p:txBody>
          <a:bodyPr wrap="none" anchor="ctr"/>
          <a:lstStyle/>
          <a:p>
            <a:pPr algn="ctr"/>
            <a:r>
              <a:rPr lang="en-US" sz="1600" b="1" dirty="0" smtClean="0">
                <a:solidFill>
                  <a:schemeClr val="bg1"/>
                </a:solidFill>
                <a:latin typeface="Book Antiqua" pitchFamily="18" charset="0"/>
              </a:rPr>
              <a:t>20</a:t>
            </a:r>
            <a:endParaRPr lang="en-US" sz="1600" b="1" dirty="0">
              <a:solidFill>
                <a:schemeClr val="bg1"/>
              </a:solidFill>
              <a:latin typeface="Book Antiqua" pitchFamily="18" charset="0"/>
            </a:endParaRPr>
          </a:p>
        </p:txBody>
      </p:sp>
      <p:cxnSp>
        <p:nvCxnSpPr>
          <p:cNvPr id="40" name="Straight Connector 39"/>
          <p:cNvCxnSpPr>
            <a:stCxn id="44" idx="1"/>
          </p:cNvCxnSpPr>
          <p:nvPr/>
        </p:nvCxnSpPr>
        <p:spPr>
          <a:xfrm flipH="1" flipV="1">
            <a:off x="6942542" y="2821118"/>
            <a:ext cx="937631" cy="722017"/>
          </a:xfrm>
          <a:prstGeom prst="line">
            <a:avLst/>
          </a:prstGeom>
          <a:ln w="34925">
            <a:solidFill>
              <a:schemeClr val="tx1">
                <a:lumMod val="65000"/>
                <a:lumOff val="3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1" name="Straight Connector 40"/>
          <p:cNvCxnSpPr/>
          <p:nvPr/>
        </p:nvCxnSpPr>
        <p:spPr>
          <a:xfrm flipV="1">
            <a:off x="5828694" y="2723212"/>
            <a:ext cx="1069264" cy="900100"/>
          </a:xfrm>
          <a:prstGeom prst="line">
            <a:avLst/>
          </a:prstGeom>
          <a:ln w="34925">
            <a:solidFill>
              <a:schemeClr val="tx1">
                <a:lumMod val="65000"/>
                <a:lumOff val="3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2" name="Oval 41"/>
          <p:cNvSpPr>
            <a:spLocks noChangeArrowheads="1"/>
          </p:cNvSpPr>
          <p:nvPr/>
        </p:nvSpPr>
        <p:spPr bwMode="auto">
          <a:xfrm>
            <a:off x="6728794" y="2615200"/>
            <a:ext cx="338328" cy="338328"/>
          </a:xfrm>
          <a:prstGeom prst="ellipse">
            <a:avLst/>
          </a:prstGeom>
          <a:gradFill>
            <a:gsLst>
              <a:gs pos="21082">
                <a:srgbClr val="0000CC"/>
              </a:gs>
              <a:gs pos="16400">
                <a:srgbClr val="0000AB"/>
              </a:gs>
              <a:gs pos="5830">
                <a:srgbClr val="0000C0"/>
              </a:gs>
              <a:gs pos="10300">
                <a:srgbClr val="0000B7"/>
              </a:gs>
              <a:gs pos="0">
                <a:srgbClr val="0000CC"/>
              </a:gs>
              <a:gs pos="0">
                <a:srgbClr val="002060">
                  <a:alpha val="25000"/>
                </a:srgbClr>
              </a:gs>
              <a:gs pos="100000">
                <a:srgbClr val="000000"/>
              </a:gs>
            </a:gsLst>
            <a:path path="shape">
              <a:fillToRect l="50000" t="50000" r="50000" b="50000"/>
            </a:path>
          </a:gradFill>
          <a:ln w="19050">
            <a:solidFill>
              <a:schemeClr val="bg1"/>
            </a:solidFill>
            <a:round/>
            <a:headEnd/>
            <a:tailEnd/>
          </a:ln>
        </p:spPr>
        <p:txBody>
          <a:bodyPr wrap="none" anchor="ctr"/>
          <a:lstStyle/>
          <a:p>
            <a:pPr algn="ctr"/>
            <a:r>
              <a:rPr lang="en-US" sz="1600" b="1" dirty="0" smtClean="0">
                <a:solidFill>
                  <a:schemeClr val="bg1"/>
                </a:solidFill>
                <a:latin typeface="Book Antiqua" pitchFamily="18" charset="0"/>
              </a:rPr>
              <a:t>45</a:t>
            </a:r>
            <a:endParaRPr lang="en-US" sz="1600" b="1" dirty="0">
              <a:solidFill>
                <a:schemeClr val="bg1"/>
              </a:solidFill>
              <a:latin typeface="Book Antiqua" pitchFamily="18" charset="0"/>
            </a:endParaRPr>
          </a:p>
        </p:txBody>
      </p:sp>
      <p:sp>
        <p:nvSpPr>
          <p:cNvPr id="43" name="Oval 42"/>
          <p:cNvSpPr>
            <a:spLocks noChangeArrowheads="1"/>
          </p:cNvSpPr>
          <p:nvPr/>
        </p:nvSpPr>
        <p:spPr bwMode="auto">
          <a:xfrm>
            <a:off x="5584496" y="3515300"/>
            <a:ext cx="338328" cy="338328"/>
          </a:xfrm>
          <a:prstGeom prst="ellipse">
            <a:avLst/>
          </a:prstGeom>
          <a:gradFill>
            <a:gsLst>
              <a:gs pos="21082">
                <a:srgbClr val="0000CC"/>
              </a:gs>
              <a:gs pos="16400">
                <a:srgbClr val="0000AB"/>
              </a:gs>
              <a:gs pos="5830">
                <a:srgbClr val="0000C0"/>
              </a:gs>
              <a:gs pos="10300">
                <a:srgbClr val="0000B7"/>
              </a:gs>
              <a:gs pos="0">
                <a:srgbClr val="0000CC"/>
              </a:gs>
              <a:gs pos="0">
                <a:srgbClr val="002060">
                  <a:alpha val="25000"/>
                </a:srgbClr>
              </a:gs>
              <a:gs pos="100000">
                <a:srgbClr val="000000"/>
              </a:gs>
            </a:gsLst>
            <a:path path="shape">
              <a:fillToRect l="50000" t="50000" r="50000" b="50000"/>
            </a:path>
          </a:gradFill>
          <a:ln w="19050">
            <a:solidFill>
              <a:schemeClr val="bg1"/>
            </a:solidFill>
            <a:round/>
            <a:headEnd/>
            <a:tailEnd/>
          </a:ln>
        </p:spPr>
        <p:txBody>
          <a:bodyPr wrap="none" anchor="ctr"/>
          <a:lstStyle/>
          <a:p>
            <a:pPr algn="ctr"/>
            <a:r>
              <a:rPr lang="en-US" sz="1600" b="1" dirty="0" smtClean="0">
                <a:solidFill>
                  <a:schemeClr val="bg1"/>
                </a:solidFill>
                <a:latin typeface="Book Antiqua" pitchFamily="18" charset="0"/>
              </a:rPr>
              <a:t>3</a:t>
            </a:r>
            <a:r>
              <a:rPr lang="en-US" sz="1600" b="1" dirty="0">
                <a:solidFill>
                  <a:schemeClr val="bg1"/>
                </a:solidFill>
                <a:latin typeface="Book Antiqua" pitchFamily="18" charset="0"/>
              </a:rPr>
              <a:t>7</a:t>
            </a:r>
          </a:p>
        </p:txBody>
      </p:sp>
      <p:sp>
        <p:nvSpPr>
          <p:cNvPr id="44" name="Oval 43"/>
          <p:cNvSpPr>
            <a:spLocks noChangeArrowheads="1"/>
          </p:cNvSpPr>
          <p:nvPr/>
        </p:nvSpPr>
        <p:spPr bwMode="auto">
          <a:xfrm>
            <a:off x="7830626" y="3493588"/>
            <a:ext cx="338328" cy="338328"/>
          </a:xfrm>
          <a:prstGeom prst="ellipse">
            <a:avLst/>
          </a:prstGeom>
          <a:gradFill>
            <a:gsLst>
              <a:gs pos="21082">
                <a:srgbClr val="0000CC"/>
              </a:gs>
              <a:gs pos="16400">
                <a:srgbClr val="0000AB"/>
              </a:gs>
              <a:gs pos="5830">
                <a:srgbClr val="0000C0"/>
              </a:gs>
              <a:gs pos="10300">
                <a:srgbClr val="0000B7"/>
              </a:gs>
              <a:gs pos="0">
                <a:srgbClr val="0000CC"/>
              </a:gs>
              <a:gs pos="0">
                <a:srgbClr val="002060">
                  <a:alpha val="25000"/>
                </a:srgbClr>
              </a:gs>
              <a:gs pos="100000">
                <a:srgbClr val="000000"/>
              </a:gs>
            </a:gsLst>
            <a:path path="shape">
              <a:fillToRect l="50000" t="50000" r="50000" b="50000"/>
            </a:path>
          </a:gradFill>
          <a:ln w="19050">
            <a:solidFill>
              <a:schemeClr val="bg1"/>
            </a:solidFill>
            <a:round/>
            <a:headEnd/>
            <a:tailEnd/>
          </a:ln>
        </p:spPr>
        <p:txBody>
          <a:bodyPr wrap="none" anchor="ctr"/>
          <a:lstStyle/>
          <a:p>
            <a:pPr algn="ctr"/>
            <a:r>
              <a:rPr lang="en-US" sz="1600" b="1" dirty="0">
                <a:solidFill>
                  <a:schemeClr val="bg1"/>
                </a:solidFill>
                <a:latin typeface="Book Antiqua" pitchFamily="18" charset="0"/>
              </a:rPr>
              <a:t>5</a:t>
            </a:r>
            <a:r>
              <a:rPr lang="en-US" sz="1600" b="1" dirty="0" smtClean="0">
                <a:solidFill>
                  <a:schemeClr val="bg1"/>
                </a:solidFill>
                <a:latin typeface="Book Antiqua" pitchFamily="18" charset="0"/>
              </a:rPr>
              <a:t>5</a:t>
            </a:r>
            <a:endParaRPr lang="en-US" sz="1600" b="1" dirty="0">
              <a:solidFill>
                <a:schemeClr val="bg1"/>
              </a:solidFill>
              <a:latin typeface="Book Antiqua" pitchFamily="18" charset="0"/>
            </a:endParaRPr>
          </a:p>
        </p:txBody>
      </p:sp>
      <p:sp>
        <p:nvSpPr>
          <p:cNvPr id="39" name="Oval 38"/>
          <p:cNvSpPr>
            <a:spLocks noChangeArrowheads="1"/>
          </p:cNvSpPr>
          <p:nvPr/>
        </p:nvSpPr>
        <p:spPr bwMode="auto">
          <a:xfrm>
            <a:off x="2962266" y="4242800"/>
            <a:ext cx="338328" cy="338328"/>
          </a:xfrm>
          <a:prstGeom prst="ellipse">
            <a:avLst/>
          </a:prstGeom>
          <a:gradFill>
            <a:gsLst>
              <a:gs pos="21082">
                <a:srgbClr val="0000CC"/>
              </a:gs>
              <a:gs pos="16400">
                <a:srgbClr val="0000AB"/>
              </a:gs>
              <a:gs pos="5830">
                <a:srgbClr val="0000C0"/>
              </a:gs>
              <a:gs pos="10300">
                <a:srgbClr val="0000B7"/>
              </a:gs>
              <a:gs pos="0">
                <a:srgbClr val="0000CC"/>
              </a:gs>
              <a:gs pos="0">
                <a:srgbClr val="002060">
                  <a:alpha val="25000"/>
                </a:srgbClr>
              </a:gs>
              <a:gs pos="100000">
                <a:srgbClr val="000000"/>
              </a:gs>
            </a:gsLst>
            <a:path path="shape">
              <a:fillToRect l="50000" t="50000" r="50000" b="50000"/>
            </a:path>
          </a:gradFill>
          <a:ln w="19050">
            <a:solidFill>
              <a:schemeClr val="bg1"/>
            </a:solidFill>
            <a:round/>
            <a:headEnd/>
            <a:tailEnd/>
          </a:ln>
        </p:spPr>
        <p:txBody>
          <a:bodyPr wrap="none" anchor="ctr"/>
          <a:lstStyle/>
          <a:p>
            <a:pPr algn="ctr"/>
            <a:r>
              <a:rPr lang="en-US" sz="1600" b="1" dirty="0" smtClean="0">
                <a:solidFill>
                  <a:schemeClr val="bg1"/>
                </a:solidFill>
                <a:latin typeface="Book Antiqua" pitchFamily="18" charset="0"/>
              </a:rPr>
              <a:t>19</a:t>
            </a:r>
            <a:endParaRPr lang="en-US" sz="1600" b="1" dirty="0">
              <a:solidFill>
                <a:schemeClr val="bg1"/>
              </a:solidFill>
              <a:latin typeface="Book Antiqua" pitchFamily="18" charset="0"/>
            </a:endParaRPr>
          </a:p>
        </p:txBody>
      </p:sp>
      <p:cxnSp>
        <p:nvCxnSpPr>
          <p:cNvPr id="30" name="Straight Connector 29"/>
          <p:cNvCxnSpPr/>
          <p:nvPr/>
        </p:nvCxnSpPr>
        <p:spPr>
          <a:xfrm flipV="1">
            <a:off x="4918492" y="3767328"/>
            <a:ext cx="684486" cy="813799"/>
          </a:xfrm>
          <a:prstGeom prst="line">
            <a:avLst/>
          </a:prstGeom>
          <a:ln w="34925">
            <a:solidFill>
              <a:schemeClr val="tx1">
                <a:lumMod val="65000"/>
                <a:lumOff val="3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1" name="Oval 30"/>
          <p:cNvSpPr>
            <a:spLocks noChangeArrowheads="1"/>
          </p:cNvSpPr>
          <p:nvPr/>
        </p:nvSpPr>
        <p:spPr bwMode="auto">
          <a:xfrm>
            <a:off x="4749328" y="4411963"/>
            <a:ext cx="338328" cy="338328"/>
          </a:xfrm>
          <a:prstGeom prst="ellipse">
            <a:avLst/>
          </a:prstGeom>
          <a:gradFill>
            <a:gsLst>
              <a:gs pos="21082">
                <a:srgbClr val="0000CC"/>
              </a:gs>
              <a:gs pos="16400">
                <a:srgbClr val="0000AB"/>
              </a:gs>
              <a:gs pos="5830">
                <a:srgbClr val="0000C0"/>
              </a:gs>
              <a:gs pos="10300">
                <a:srgbClr val="0000B7"/>
              </a:gs>
              <a:gs pos="0">
                <a:srgbClr val="0000CC"/>
              </a:gs>
              <a:gs pos="0">
                <a:srgbClr val="002060">
                  <a:alpha val="25000"/>
                </a:srgbClr>
              </a:gs>
              <a:gs pos="100000">
                <a:srgbClr val="000000"/>
              </a:gs>
            </a:gsLst>
            <a:path path="shape">
              <a:fillToRect l="50000" t="50000" r="50000" b="50000"/>
            </a:path>
          </a:gradFill>
          <a:ln w="19050">
            <a:solidFill>
              <a:schemeClr val="bg1"/>
            </a:solidFill>
            <a:round/>
            <a:headEnd/>
            <a:tailEnd/>
          </a:ln>
        </p:spPr>
        <p:txBody>
          <a:bodyPr wrap="none" anchor="ctr"/>
          <a:lstStyle/>
          <a:p>
            <a:pPr algn="ctr"/>
            <a:r>
              <a:rPr lang="en-US" sz="1600" b="1" dirty="0" smtClean="0">
                <a:solidFill>
                  <a:schemeClr val="bg1"/>
                </a:solidFill>
                <a:latin typeface="Book Antiqua" pitchFamily="18" charset="0"/>
              </a:rPr>
              <a:t>32</a:t>
            </a:r>
            <a:endParaRPr lang="en-US" sz="1600" b="1" dirty="0">
              <a:solidFill>
                <a:schemeClr val="bg1"/>
              </a:solidFill>
              <a:latin typeface="Book Antiqua" pitchFamily="18" charset="0"/>
            </a:endParaRPr>
          </a:p>
        </p:txBody>
      </p:sp>
      <p:sp>
        <p:nvSpPr>
          <p:cNvPr id="32" name="Oval 31"/>
          <p:cNvSpPr>
            <a:spLocks noChangeArrowheads="1"/>
          </p:cNvSpPr>
          <p:nvPr/>
        </p:nvSpPr>
        <p:spPr bwMode="auto">
          <a:xfrm>
            <a:off x="6198062" y="4426256"/>
            <a:ext cx="338328" cy="338328"/>
          </a:xfrm>
          <a:prstGeom prst="ellipse">
            <a:avLst/>
          </a:prstGeom>
          <a:gradFill>
            <a:gsLst>
              <a:gs pos="21082">
                <a:srgbClr val="0000CC"/>
              </a:gs>
              <a:gs pos="16400">
                <a:srgbClr val="0000AB"/>
              </a:gs>
              <a:gs pos="5830">
                <a:srgbClr val="0000C0"/>
              </a:gs>
              <a:gs pos="10300">
                <a:srgbClr val="0000B7"/>
              </a:gs>
              <a:gs pos="0">
                <a:srgbClr val="0000CC"/>
              </a:gs>
              <a:gs pos="0">
                <a:srgbClr val="002060">
                  <a:alpha val="25000"/>
                </a:srgbClr>
              </a:gs>
              <a:gs pos="100000">
                <a:srgbClr val="000000"/>
              </a:gs>
            </a:gsLst>
            <a:path path="shape">
              <a:fillToRect l="50000" t="50000" r="50000" b="50000"/>
            </a:path>
          </a:gradFill>
          <a:ln w="19050">
            <a:solidFill>
              <a:schemeClr val="bg1"/>
            </a:solidFill>
            <a:round/>
            <a:headEnd/>
            <a:tailEnd/>
          </a:ln>
        </p:spPr>
        <p:txBody>
          <a:bodyPr wrap="none" anchor="ctr"/>
          <a:lstStyle/>
          <a:p>
            <a:pPr algn="ctr"/>
            <a:r>
              <a:rPr lang="en-US" sz="1600" b="1" dirty="0" smtClean="0">
                <a:solidFill>
                  <a:schemeClr val="bg1"/>
                </a:solidFill>
                <a:latin typeface="Book Antiqua" pitchFamily="18" charset="0"/>
              </a:rPr>
              <a:t>39</a:t>
            </a:r>
            <a:endParaRPr lang="en-US" sz="1600" b="1" dirty="0">
              <a:solidFill>
                <a:schemeClr val="bg1"/>
              </a:solidFill>
              <a:latin typeface="Book Antiqua" pitchFamily="18" charset="0"/>
            </a:endParaRPr>
          </a:p>
        </p:txBody>
      </p:sp>
      <p:sp>
        <p:nvSpPr>
          <p:cNvPr id="45" name="Oval 44"/>
          <p:cNvSpPr>
            <a:spLocks noChangeArrowheads="1"/>
          </p:cNvSpPr>
          <p:nvPr/>
        </p:nvSpPr>
        <p:spPr bwMode="auto">
          <a:xfrm>
            <a:off x="6846133" y="5276060"/>
            <a:ext cx="338328" cy="338328"/>
          </a:xfrm>
          <a:prstGeom prst="ellipse">
            <a:avLst/>
          </a:prstGeom>
          <a:gradFill>
            <a:gsLst>
              <a:gs pos="21082">
                <a:srgbClr val="0000CC"/>
              </a:gs>
              <a:gs pos="16400">
                <a:srgbClr val="0000AB"/>
              </a:gs>
              <a:gs pos="5830">
                <a:srgbClr val="0000C0"/>
              </a:gs>
              <a:gs pos="10300">
                <a:srgbClr val="0000B7"/>
              </a:gs>
              <a:gs pos="0">
                <a:srgbClr val="0000CC"/>
              </a:gs>
              <a:gs pos="0">
                <a:srgbClr val="002060">
                  <a:alpha val="25000"/>
                </a:srgbClr>
              </a:gs>
              <a:gs pos="100000">
                <a:srgbClr val="000000"/>
              </a:gs>
            </a:gsLst>
            <a:path path="shape">
              <a:fillToRect l="50000" t="50000" r="50000" b="50000"/>
            </a:path>
          </a:gradFill>
          <a:ln w="19050">
            <a:solidFill>
              <a:schemeClr val="bg1"/>
            </a:solidFill>
            <a:round/>
            <a:headEnd/>
            <a:tailEnd/>
          </a:ln>
        </p:spPr>
        <p:txBody>
          <a:bodyPr wrap="none" anchor="ctr"/>
          <a:lstStyle/>
          <a:p>
            <a:pPr algn="ctr"/>
            <a:r>
              <a:rPr lang="en-US" sz="1600" b="1" dirty="0" smtClean="0">
                <a:solidFill>
                  <a:schemeClr val="bg1"/>
                </a:solidFill>
                <a:latin typeface="Book Antiqua" pitchFamily="18" charset="0"/>
              </a:rPr>
              <a:t>42</a:t>
            </a:r>
            <a:endParaRPr lang="en-US" sz="1600" b="1" dirty="0">
              <a:solidFill>
                <a:schemeClr val="bg1"/>
              </a:solidFill>
              <a:latin typeface="Book Antiqua" pitchFamily="18" charset="0"/>
            </a:endParaRPr>
          </a:p>
        </p:txBody>
      </p:sp>
      <p:sp>
        <p:nvSpPr>
          <p:cNvPr id="47" name="Oval 46"/>
          <p:cNvSpPr>
            <a:spLocks noChangeArrowheads="1"/>
          </p:cNvSpPr>
          <p:nvPr/>
        </p:nvSpPr>
        <p:spPr bwMode="auto">
          <a:xfrm>
            <a:off x="7138730" y="4325663"/>
            <a:ext cx="338328" cy="338328"/>
          </a:xfrm>
          <a:prstGeom prst="ellipse">
            <a:avLst/>
          </a:prstGeom>
          <a:gradFill>
            <a:gsLst>
              <a:gs pos="21082">
                <a:srgbClr val="0000CC"/>
              </a:gs>
              <a:gs pos="16400">
                <a:srgbClr val="0000AB"/>
              </a:gs>
              <a:gs pos="5830">
                <a:srgbClr val="0000C0"/>
              </a:gs>
              <a:gs pos="10300">
                <a:srgbClr val="0000B7"/>
              </a:gs>
              <a:gs pos="0">
                <a:srgbClr val="0000CC"/>
              </a:gs>
              <a:gs pos="0">
                <a:srgbClr val="002060">
                  <a:alpha val="25000"/>
                </a:srgbClr>
              </a:gs>
              <a:gs pos="100000">
                <a:srgbClr val="000000"/>
              </a:gs>
            </a:gsLst>
            <a:path path="shape">
              <a:fillToRect l="50000" t="50000" r="50000" b="50000"/>
            </a:path>
          </a:gradFill>
          <a:ln w="19050">
            <a:solidFill>
              <a:schemeClr val="bg1"/>
            </a:solidFill>
            <a:round/>
            <a:headEnd/>
            <a:tailEnd/>
          </a:ln>
        </p:spPr>
        <p:txBody>
          <a:bodyPr wrap="none" anchor="ctr"/>
          <a:lstStyle/>
          <a:p>
            <a:pPr algn="ctr"/>
            <a:r>
              <a:rPr lang="en-US" sz="1600" b="1" dirty="0">
                <a:solidFill>
                  <a:schemeClr val="bg1"/>
                </a:solidFill>
                <a:latin typeface="Book Antiqua" pitchFamily="18" charset="0"/>
              </a:rPr>
              <a:t>5</a:t>
            </a:r>
            <a:r>
              <a:rPr lang="en-US" sz="1600" b="1" dirty="0" smtClean="0">
                <a:solidFill>
                  <a:schemeClr val="bg1"/>
                </a:solidFill>
                <a:latin typeface="Book Antiqua" pitchFamily="18" charset="0"/>
              </a:rPr>
              <a:t>2</a:t>
            </a:r>
            <a:endParaRPr lang="en-US" sz="1600" b="1" dirty="0">
              <a:solidFill>
                <a:schemeClr val="bg1"/>
              </a:solidFill>
              <a:latin typeface="Book Antiqua" pitchFamily="18" charset="0"/>
            </a:endParaRPr>
          </a:p>
        </p:txBody>
      </p:sp>
      <p:cxnSp>
        <p:nvCxnSpPr>
          <p:cNvPr id="52" name="Straight Connector 51"/>
          <p:cNvCxnSpPr/>
          <p:nvPr/>
        </p:nvCxnSpPr>
        <p:spPr>
          <a:xfrm flipV="1">
            <a:off x="6247609" y="5530776"/>
            <a:ext cx="684486" cy="813799"/>
          </a:xfrm>
          <a:prstGeom prst="line">
            <a:avLst/>
          </a:prstGeom>
          <a:ln w="34925">
            <a:solidFill>
              <a:schemeClr val="tx1">
                <a:lumMod val="65000"/>
                <a:lumOff val="3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3" name="Oval 52"/>
          <p:cNvSpPr>
            <a:spLocks noChangeArrowheads="1"/>
          </p:cNvSpPr>
          <p:nvPr/>
        </p:nvSpPr>
        <p:spPr bwMode="auto">
          <a:xfrm>
            <a:off x="6078445" y="6175411"/>
            <a:ext cx="338328" cy="338328"/>
          </a:xfrm>
          <a:prstGeom prst="ellipse">
            <a:avLst/>
          </a:prstGeom>
          <a:gradFill>
            <a:gsLst>
              <a:gs pos="21082">
                <a:srgbClr val="0000CC"/>
              </a:gs>
              <a:gs pos="16400">
                <a:srgbClr val="0000AB"/>
              </a:gs>
              <a:gs pos="5830">
                <a:srgbClr val="0000C0"/>
              </a:gs>
              <a:gs pos="10300">
                <a:srgbClr val="0000B7"/>
              </a:gs>
              <a:gs pos="0">
                <a:srgbClr val="0000CC"/>
              </a:gs>
              <a:gs pos="0">
                <a:srgbClr val="002060">
                  <a:alpha val="25000"/>
                </a:srgbClr>
              </a:gs>
              <a:gs pos="100000">
                <a:srgbClr val="000000"/>
              </a:gs>
            </a:gsLst>
            <a:path path="shape">
              <a:fillToRect l="50000" t="50000" r="50000" b="50000"/>
            </a:path>
          </a:gradFill>
          <a:ln w="19050">
            <a:solidFill>
              <a:schemeClr val="bg1"/>
            </a:solidFill>
            <a:round/>
            <a:headEnd/>
            <a:tailEnd/>
          </a:ln>
        </p:spPr>
        <p:txBody>
          <a:bodyPr wrap="none" anchor="ctr"/>
          <a:lstStyle/>
          <a:p>
            <a:pPr algn="ctr"/>
            <a:r>
              <a:rPr lang="en-US" sz="1600" b="1" dirty="0" smtClean="0">
                <a:solidFill>
                  <a:schemeClr val="bg1"/>
                </a:solidFill>
                <a:latin typeface="Book Antiqua" pitchFamily="18" charset="0"/>
              </a:rPr>
              <a:t>41</a:t>
            </a:r>
            <a:endParaRPr lang="en-US" sz="1600" b="1" dirty="0">
              <a:solidFill>
                <a:schemeClr val="bg1"/>
              </a:solidFill>
              <a:latin typeface="Book Antiqua" pitchFamily="18" charset="0"/>
            </a:endParaRPr>
          </a:p>
        </p:txBody>
      </p:sp>
      <p:grpSp>
        <p:nvGrpSpPr>
          <p:cNvPr id="36" name="Group 16"/>
          <p:cNvGrpSpPr>
            <a:grpSpLocks/>
          </p:cNvGrpSpPr>
          <p:nvPr/>
        </p:nvGrpSpPr>
        <p:grpSpPr bwMode="auto">
          <a:xfrm>
            <a:off x="4021084" y="5871060"/>
            <a:ext cx="1883064" cy="762296"/>
            <a:chOff x="2621" y="1787"/>
            <a:chExt cx="1686" cy="782"/>
          </a:xfrm>
        </p:grpSpPr>
        <p:sp>
          <p:nvSpPr>
            <p:cNvPr id="37" name="AutoShape 9"/>
            <p:cNvSpPr>
              <a:spLocks noChangeArrowheads="1"/>
            </p:cNvSpPr>
            <p:nvPr/>
          </p:nvSpPr>
          <p:spPr bwMode="auto">
            <a:xfrm>
              <a:off x="2621" y="1787"/>
              <a:ext cx="1686" cy="782"/>
            </a:xfrm>
            <a:prstGeom prst="wedgeEllipseCallout">
              <a:avLst>
                <a:gd name="adj1" fmla="val 95436"/>
                <a:gd name="adj2" fmla="val -97862"/>
              </a:avLst>
            </a:prstGeom>
            <a:solidFill>
              <a:srgbClr val="FF0000"/>
            </a:solidFill>
            <a:ln w="9525">
              <a:noFill/>
              <a:miter lim="800000"/>
              <a:headEnd/>
              <a:tailEnd/>
            </a:ln>
            <a:effectLst>
              <a:outerShdw dist="107763" dir="2700000" algn="ctr" rotWithShape="0">
                <a:schemeClr val="bg2">
                  <a:alpha val="50000"/>
                </a:schemeClr>
              </a:outerShdw>
            </a:effectLst>
          </p:spPr>
          <p:txBody>
            <a:bodyPr lIns="82479" tIns="41239" rIns="82479" bIns="41239"/>
            <a:lstStyle/>
            <a:p>
              <a:pPr algn="ctr" defTabSz="825500"/>
              <a:endParaRPr kumimoji="1" lang="en-US" sz="1600">
                <a:ea typeface="ＭＳ Ｐゴシック" pitchFamily="34" charset="-128"/>
              </a:endParaRPr>
            </a:p>
          </p:txBody>
        </p:sp>
        <p:sp>
          <p:nvSpPr>
            <p:cNvPr id="48" name="Text Box 10"/>
            <p:cNvSpPr txBox="1">
              <a:spLocks noChangeArrowheads="1"/>
            </p:cNvSpPr>
            <p:nvPr/>
          </p:nvSpPr>
          <p:spPr bwMode="auto">
            <a:xfrm>
              <a:off x="2714" y="1986"/>
              <a:ext cx="1546" cy="370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lIns="82479" tIns="41239" rIns="82479" bIns="41239">
              <a:spAutoFit/>
            </a:bodyPr>
            <a:lstStyle/>
            <a:p>
              <a:pPr algn="ctr" defTabSz="825500">
                <a:spcBef>
                  <a:spcPct val="50000"/>
                </a:spcBef>
              </a:pPr>
              <a:r>
                <a:rPr kumimoji="1" lang="en-US" altLang="ja-JP" dirty="0" smtClean="0">
                  <a:solidFill>
                    <a:schemeClr val="bg1"/>
                  </a:solidFill>
                  <a:latin typeface="Book Antiqua" pitchFamily="18" charset="0"/>
                </a:rPr>
                <a:t>Delete 42</a:t>
              </a:r>
              <a:endParaRPr kumimoji="1" lang="en-US" altLang="ja-JP" dirty="0">
                <a:solidFill>
                  <a:schemeClr val="bg1"/>
                </a:solidFill>
                <a:latin typeface="Book Antiqua" pitchFamily="18" charset="0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391484956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46" name="Straight Connector 45"/>
          <p:cNvCxnSpPr/>
          <p:nvPr/>
        </p:nvCxnSpPr>
        <p:spPr>
          <a:xfrm flipV="1">
            <a:off x="7307894" y="3681028"/>
            <a:ext cx="684486" cy="813799"/>
          </a:xfrm>
          <a:prstGeom prst="line">
            <a:avLst/>
          </a:prstGeom>
          <a:ln w="34925">
            <a:solidFill>
              <a:schemeClr val="tx1">
                <a:lumMod val="65000"/>
                <a:lumOff val="3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5" name="Straight Connector 34"/>
          <p:cNvCxnSpPr>
            <a:stCxn id="45" idx="1"/>
          </p:cNvCxnSpPr>
          <p:nvPr/>
        </p:nvCxnSpPr>
        <p:spPr>
          <a:xfrm flipH="1" flipV="1">
            <a:off x="6408204" y="4617132"/>
            <a:ext cx="487476" cy="708475"/>
          </a:xfrm>
          <a:prstGeom prst="line">
            <a:avLst/>
          </a:prstGeom>
          <a:ln w="34925">
            <a:solidFill>
              <a:schemeClr val="tx1">
                <a:lumMod val="65000"/>
                <a:lumOff val="3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4" name="Straight Connector 33"/>
          <p:cNvCxnSpPr>
            <a:stCxn id="32" idx="1"/>
          </p:cNvCxnSpPr>
          <p:nvPr/>
        </p:nvCxnSpPr>
        <p:spPr>
          <a:xfrm flipH="1" flipV="1">
            <a:off x="5760133" y="3767328"/>
            <a:ext cx="487476" cy="708475"/>
          </a:xfrm>
          <a:prstGeom prst="line">
            <a:avLst/>
          </a:prstGeom>
          <a:ln w="34925">
            <a:solidFill>
              <a:schemeClr val="tx1">
                <a:lumMod val="65000"/>
                <a:lumOff val="3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8" name="Straight Connector 37"/>
          <p:cNvCxnSpPr/>
          <p:nvPr/>
        </p:nvCxnSpPr>
        <p:spPr>
          <a:xfrm flipV="1">
            <a:off x="3131430" y="3598165"/>
            <a:ext cx="684486" cy="813799"/>
          </a:xfrm>
          <a:prstGeom prst="line">
            <a:avLst/>
          </a:prstGeom>
          <a:ln w="34925">
            <a:solidFill>
              <a:schemeClr val="tx1">
                <a:lumMod val="65000"/>
                <a:lumOff val="3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3" name="Straight Connector 32"/>
          <p:cNvCxnSpPr/>
          <p:nvPr/>
        </p:nvCxnSpPr>
        <p:spPr>
          <a:xfrm flipH="1" flipV="1">
            <a:off x="4687422" y="1725956"/>
            <a:ext cx="2210536" cy="1008862"/>
          </a:xfrm>
          <a:prstGeom prst="line">
            <a:avLst/>
          </a:prstGeom>
          <a:ln w="34925">
            <a:solidFill>
              <a:schemeClr val="tx1">
                <a:lumMod val="65000"/>
                <a:lumOff val="3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7" name="Straight Connector 26"/>
          <p:cNvCxnSpPr/>
          <p:nvPr/>
        </p:nvCxnSpPr>
        <p:spPr>
          <a:xfrm flipV="1">
            <a:off x="2840362" y="1725956"/>
            <a:ext cx="1829272" cy="932669"/>
          </a:xfrm>
          <a:prstGeom prst="line">
            <a:avLst/>
          </a:prstGeom>
          <a:ln w="34925">
            <a:solidFill>
              <a:schemeClr val="tx1">
                <a:lumMod val="65000"/>
                <a:lumOff val="3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6" name="Straight Connector 25"/>
          <p:cNvCxnSpPr>
            <a:stCxn id="19" idx="1"/>
          </p:cNvCxnSpPr>
          <p:nvPr/>
        </p:nvCxnSpPr>
        <p:spPr>
          <a:xfrm flipH="1" flipV="1">
            <a:off x="2766078" y="2734818"/>
            <a:ext cx="937631" cy="722017"/>
          </a:xfrm>
          <a:prstGeom prst="line">
            <a:avLst/>
          </a:prstGeom>
          <a:ln w="34925">
            <a:solidFill>
              <a:schemeClr val="tx1">
                <a:lumMod val="65000"/>
                <a:lumOff val="3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" name="Straight Connector 24"/>
          <p:cNvCxnSpPr/>
          <p:nvPr/>
        </p:nvCxnSpPr>
        <p:spPr>
          <a:xfrm flipV="1">
            <a:off x="1652230" y="2636912"/>
            <a:ext cx="1069264" cy="900100"/>
          </a:xfrm>
          <a:prstGeom prst="line">
            <a:avLst/>
          </a:prstGeom>
          <a:ln w="34925">
            <a:solidFill>
              <a:schemeClr val="tx1">
                <a:lumMod val="65000"/>
                <a:lumOff val="3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" name="Straight Connector 21"/>
          <p:cNvCxnSpPr>
            <a:stCxn id="18" idx="1"/>
          </p:cNvCxnSpPr>
          <p:nvPr/>
        </p:nvCxnSpPr>
        <p:spPr>
          <a:xfrm flipH="1" flipV="1">
            <a:off x="1577196" y="3598165"/>
            <a:ext cx="614345" cy="708474"/>
          </a:xfrm>
          <a:prstGeom prst="line">
            <a:avLst/>
          </a:prstGeom>
          <a:ln w="34925">
            <a:solidFill>
              <a:schemeClr val="tx1">
                <a:lumMod val="65000"/>
                <a:lumOff val="3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" name="Straight Connector 2"/>
          <p:cNvCxnSpPr/>
          <p:nvPr/>
        </p:nvCxnSpPr>
        <p:spPr>
          <a:xfrm flipV="1">
            <a:off x="892710" y="3598165"/>
            <a:ext cx="684486" cy="813799"/>
          </a:xfrm>
          <a:prstGeom prst="line">
            <a:avLst/>
          </a:prstGeom>
          <a:ln w="34925">
            <a:solidFill>
              <a:schemeClr val="tx1">
                <a:lumMod val="65000"/>
                <a:lumOff val="3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Rectangle 3"/>
          <p:cNvSpPr txBox="1">
            <a:spLocks noChangeArrowheads="1"/>
          </p:cNvSpPr>
          <p:nvPr/>
        </p:nvSpPr>
        <p:spPr>
          <a:xfrm>
            <a:off x="257571" y="8620"/>
            <a:ext cx="7770813" cy="609600"/>
          </a:xfrm>
          <a:prstGeom prst="rect">
            <a:avLst/>
          </a:prstGeom>
          <a:effectLst>
            <a:outerShdw dist="35921" dir="2700000" algn="ctr" rotWithShape="0">
              <a:schemeClr val="bg2"/>
            </a:outerShdw>
          </a:effectLst>
        </p:spPr>
        <p:txBody>
          <a:bodyPr>
            <a:normAutofit fontScale="97500" lnSpcReduction="10000"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r>
              <a:rPr lang="en-US" altLang="ja-JP" sz="3600" b="1" dirty="0" smtClean="0">
                <a:solidFill>
                  <a:srgbClr val="A50021"/>
                </a:solidFill>
                <a:latin typeface="Verdana" pitchFamily="34" charset="0"/>
                <a:ea typeface="ＭＳ Ｐゴシック" pitchFamily="34" charset="-128"/>
              </a:rPr>
              <a:t>BST: Deletion</a:t>
            </a:r>
            <a:endParaRPr lang="en-US" altLang="ja-JP" sz="3600" b="1" dirty="0">
              <a:solidFill>
                <a:srgbClr val="A50021"/>
              </a:solidFill>
              <a:latin typeface="Verdana" pitchFamily="34" charset="0"/>
              <a:ea typeface="ＭＳ Ｐゴシック" pitchFamily="34" charset="-128"/>
            </a:endParaRPr>
          </a:p>
        </p:txBody>
      </p:sp>
      <p:sp>
        <p:nvSpPr>
          <p:cNvPr id="5" name="Line 5"/>
          <p:cNvSpPr>
            <a:spLocks noChangeShapeType="1"/>
          </p:cNvSpPr>
          <p:nvPr/>
        </p:nvSpPr>
        <p:spPr bwMode="auto">
          <a:xfrm>
            <a:off x="302060" y="620688"/>
            <a:ext cx="8382000" cy="0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/>
          </a:ln>
          <a:effectLst>
            <a:outerShdw dist="35921" dir="2700000" algn="ctr" rotWithShape="0">
              <a:schemeClr val="bg2"/>
            </a:outerShdw>
          </a:effectLst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0" name="Oval 9"/>
          <p:cNvSpPr>
            <a:spLocks noChangeArrowheads="1"/>
          </p:cNvSpPr>
          <p:nvPr/>
        </p:nvSpPr>
        <p:spPr bwMode="auto">
          <a:xfrm>
            <a:off x="4518258" y="1556792"/>
            <a:ext cx="338328" cy="338328"/>
          </a:xfrm>
          <a:prstGeom prst="ellipse">
            <a:avLst/>
          </a:prstGeom>
          <a:gradFill>
            <a:gsLst>
              <a:gs pos="21082">
                <a:srgbClr val="0000CC"/>
              </a:gs>
              <a:gs pos="16400">
                <a:srgbClr val="0000AB"/>
              </a:gs>
              <a:gs pos="5830">
                <a:srgbClr val="0000C0"/>
              </a:gs>
              <a:gs pos="10300">
                <a:srgbClr val="0000B7"/>
              </a:gs>
              <a:gs pos="0">
                <a:srgbClr val="0000CC"/>
              </a:gs>
              <a:gs pos="0">
                <a:srgbClr val="002060">
                  <a:alpha val="25000"/>
                </a:srgbClr>
              </a:gs>
              <a:gs pos="100000">
                <a:srgbClr val="000000"/>
              </a:gs>
            </a:gsLst>
            <a:path path="shape">
              <a:fillToRect l="50000" t="50000" r="50000" b="50000"/>
            </a:path>
          </a:gradFill>
          <a:ln w="19050">
            <a:solidFill>
              <a:schemeClr val="bg1"/>
            </a:solidFill>
            <a:round/>
            <a:headEnd/>
            <a:tailEnd/>
          </a:ln>
        </p:spPr>
        <p:txBody>
          <a:bodyPr wrap="none" anchor="ctr"/>
          <a:lstStyle/>
          <a:p>
            <a:pPr algn="ctr"/>
            <a:r>
              <a:rPr lang="en-US" sz="1600" b="1" dirty="0" smtClean="0">
                <a:solidFill>
                  <a:schemeClr val="bg1"/>
                </a:solidFill>
                <a:latin typeface="Book Antiqua" pitchFamily="18" charset="0"/>
              </a:rPr>
              <a:t>27</a:t>
            </a:r>
            <a:endParaRPr lang="en-US" sz="1600" b="1" dirty="0">
              <a:solidFill>
                <a:schemeClr val="bg1"/>
              </a:solidFill>
              <a:latin typeface="Book Antiqua" pitchFamily="18" charset="0"/>
            </a:endParaRPr>
          </a:p>
        </p:txBody>
      </p:sp>
      <p:sp>
        <p:nvSpPr>
          <p:cNvPr id="14" name="Oval 13"/>
          <p:cNvSpPr>
            <a:spLocks noChangeArrowheads="1"/>
          </p:cNvSpPr>
          <p:nvPr/>
        </p:nvSpPr>
        <p:spPr bwMode="auto">
          <a:xfrm>
            <a:off x="2552330" y="2528900"/>
            <a:ext cx="338328" cy="338328"/>
          </a:xfrm>
          <a:prstGeom prst="ellipse">
            <a:avLst/>
          </a:prstGeom>
          <a:gradFill>
            <a:gsLst>
              <a:gs pos="21082">
                <a:srgbClr val="0000CC"/>
              </a:gs>
              <a:gs pos="16400">
                <a:srgbClr val="0000AB"/>
              </a:gs>
              <a:gs pos="5830">
                <a:srgbClr val="0000C0"/>
              </a:gs>
              <a:gs pos="10300">
                <a:srgbClr val="0000B7"/>
              </a:gs>
              <a:gs pos="0">
                <a:srgbClr val="0000CC"/>
              </a:gs>
              <a:gs pos="0">
                <a:srgbClr val="002060">
                  <a:alpha val="25000"/>
                </a:srgbClr>
              </a:gs>
              <a:gs pos="100000">
                <a:srgbClr val="000000"/>
              </a:gs>
            </a:gsLst>
            <a:path path="shape">
              <a:fillToRect l="50000" t="50000" r="50000" b="50000"/>
            </a:path>
          </a:gradFill>
          <a:ln w="19050">
            <a:solidFill>
              <a:schemeClr val="bg1"/>
            </a:solidFill>
            <a:round/>
            <a:headEnd/>
            <a:tailEnd/>
          </a:ln>
        </p:spPr>
        <p:txBody>
          <a:bodyPr wrap="none" anchor="ctr"/>
          <a:lstStyle/>
          <a:p>
            <a:pPr algn="ctr"/>
            <a:r>
              <a:rPr lang="en-US" sz="1600" b="1" dirty="0" smtClean="0">
                <a:solidFill>
                  <a:schemeClr val="bg1"/>
                </a:solidFill>
                <a:latin typeface="Book Antiqua" pitchFamily="18" charset="0"/>
              </a:rPr>
              <a:t>15</a:t>
            </a:r>
            <a:endParaRPr lang="en-US" sz="1600" b="1" dirty="0">
              <a:solidFill>
                <a:schemeClr val="bg1"/>
              </a:solidFill>
              <a:latin typeface="Book Antiqua" pitchFamily="18" charset="0"/>
            </a:endParaRPr>
          </a:p>
        </p:txBody>
      </p:sp>
      <p:sp>
        <p:nvSpPr>
          <p:cNvPr id="16" name="Oval 15"/>
          <p:cNvSpPr>
            <a:spLocks noChangeArrowheads="1"/>
          </p:cNvSpPr>
          <p:nvPr/>
        </p:nvSpPr>
        <p:spPr bwMode="auto">
          <a:xfrm>
            <a:off x="1408032" y="3429000"/>
            <a:ext cx="338328" cy="338328"/>
          </a:xfrm>
          <a:prstGeom prst="ellipse">
            <a:avLst/>
          </a:prstGeom>
          <a:gradFill>
            <a:gsLst>
              <a:gs pos="21082">
                <a:srgbClr val="0000CC"/>
              </a:gs>
              <a:gs pos="16400">
                <a:srgbClr val="0000AB"/>
              </a:gs>
              <a:gs pos="5830">
                <a:srgbClr val="0000C0"/>
              </a:gs>
              <a:gs pos="10300">
                <a:srgbClr val="0000B7"/>
              </a:gs>
              <a:gs pos="0">
                <a:srgbClr val="0000CC"/>
              </a:gs>
              <a:gs pos="0">
                <a:srgbClr val="002060">
                  <a:alpha val="25000"/>
                </a:srgbClr>
              </a:gs>
              <a:gs pos="100000">
                <a:srgbClr val="000000"/>
              </a:gs>
            </a:gsLst>
            <a:path path="shape">
              <a:fillToRect l="50000" t="50000" r="50000" b="50000"/>
            </a:path>
          </a:gradFill>
          <a:ln w="19050">
            <a:solidFill>
              <a:schemeClr val="bg1"/>
            </a:solidFill>
            <a:round/>
            <a:headEnd/>
            <a:tailEnd/>
          </a:ln>
        </p:spPr>
        <p:txBody>
          <a:bodyPr wrap="none" anchor="ctr"/>
          <a:lstStyle/>
          <a:p>
            <a:pPr algn="ctr"/>
            <a:r>
              <a:rPr lang="en-US" sz="1600" b="1" dirty="0">
                <a:solidFill>
                  <a:schemeClr val="bg1"/>
                </a:solidFill>
                <a:latin typeface="Book Antiqua" pitchFamily="18" charset="0"/>
              </a:rPr>
              <a:t>7</a:t>
            </a:r>
          </a:p>
        </p:txBody>
      </p:sp>
      <p:sp>
        <p:nvSpPr>
          <p:cNvPr id="17" name="Oval 16"/>
          <p:cNvSpPr>
            <a:spLocks noChangeArrowheads="1"/>
          </p:cNvSpPr>
          <p:nvPr/>
        </p:nvSpPr>
        <p:spPr bwMode="auto">
          <a:xfrm>
            <a:off x="723546" y="4242800"/>
            <a:ext cx="338328" cy="338328"/>
          </a:xfrm>
          <a:prstGeom prst="ellipse">
            <a:avLst/>
          </a:prstGeom>
          <a:gradFill>
            <a:gsLst>
              <a:gs pos="21082">
                <a:srgbClr val="0000CC"/>
              </a:gs>
              <a:gs pos="16400">
                <a:srgbClr val="0000AB"/>
              </a:gs>
              <a:gs pos="5830">
                <a:srgbClr val="0000C0"/>
              </a:gs>
              <a:gs pos="10300">
                <a:srgbClr val="0000B7"/>
              </a:gs>
              <a:gs pos="0">
                <a:srgbClr val="0000CC"/>
              </a:gs>
              <a:gs pos="0">
                <a:srgbClr val="002060">
                  <a:alpha val="25000"/>
                </a:srgbClr>
              </a:gs>
              <a:gs pos="100000">
                <a:srgbClr val="000000"/>
              </a:gs>
            </a:gsLst>
            <a:path path="shape">
              <a:fillToRect l="50000" t="50000" r="50000" b="50000"/>
            </a:path>
          </a:gradFill>
          <a:ln w="19050">
            <a:solidFill>
              <a:schemeClr val="bg1"/>
            </a:solidFill>
            <a:round/>
            <a:headEnd/>
            <a:tailEnd/>
          </a:ln>
        </p:spPr>
        <p:txBody>
          <a:bodyPr wrap="none" anchor="ctr"/>
          <a:lstStyle/>
          <a:p>
            <a:pPr algn="ctr"/>
            <a:r>
              <a:rPr lang="en-US" sz="1600" b="1" dirty="0">
                <a:solidFill>
                  <a:schemeClr val="bg1"/>
                </a:solidFill>
                <a:latin typeface="Book Antiqua" pitchFamily="18" charset="0"/>
              </a:rPr>
              <a:t>2</a:t>
            </a:r>
          </a:p>
        </p:txBody>
      </p:sp>
      <p:sp>
        <p:nvSpPr>
          <p:cNvPr id="18" name="Oval 17"/>
          <p:cNvSpPr>
            <a:spLocks noChangeArrowheads="1"/>
          </p:cNvSpPr>
          <p:nvPr/>
        </p:nvSpPr>
        <p:spPr bwMode="auto">
          <a:xfrm>
            <a:off x="2141994" y="4257092"/>
            <a:ext cx="338328" cy="338328"/>
          </a:xfrm>
          <a:prstGeom prst="ellipse">
            <a:avLst/>
          </a:prstGeom>
          <a:gradFill>
            <a:gsLst>
              <a:gs pos="21082">
                <a:srgbClr val="0000CC"/>
              </a:gs>
              <a:gs pos="16400">
                <a:srgbClr val="0000AB"/>
              </a:gs>
              <a:gs pos="5830">
                <a:srgbClr val="0000C0"/>
              </a:gs>
              <a:gs pos="10300">
                <a:srgbClr val="0000B7"/>
              </a:gs>
              <a:gs pos="0">
                <a:srgbClr val="0000CC"/>
              </a:gs>
              <a:gs pos="0">
                <a:srgbClr val="002060">
                  <a:alpha val="25000"/>
                </a:srgbClr>
              </a:gs>
              <a:gs pos="100000">
                <a:srgbClr val="000000"/>
              </a:gs>
            </a:gsLst>
            <a:path path="shape">
              <a:fillToRect l="50000" t="50000" r="50000" b="50000"/>
            </a:path>
          </a:gradFill>
          <a:ln w="19050">
            <a:solidFill>
              <a:schemeClr val="bg1"/>
            </a:solidFill>
            <a:round/>
            <a:headEnd/>
            <a:tailEnd/>
          </a:ln>
        </p:spPr>
        <p:txBody>
          <a:bodyPr wrap="none" anchor="ctr"/>
          <a:lstStyle/>
          <a:p>
            <a:pPr algn="ctr"/>
            <a:r>
              <a:rPr lang="en-US" sz="1600" b="1" dirty="0" smtClean="0">
                <a:solidFill>
                  <a:schemeClr val="bg1"/>
                </a:solidFill>
                <a:latin typeface="Book Antiqua" pitchFamily="18" charset="0"/>
              </a:rPr>
              <a:t>14</a:t>
            </a:r>
            <a:endParaRPr lang="en-US" sz="1600" b="1" dirty="0">
              <a:solidFill>
                <a:schemeClr val="bg1"/>
              </a:solidFill>
              <a:latin typeface="Book Antiqua" pitchFamily="18" charset="0"/>
            </a:endParaRPr>
          </a:p>
        </p:txBody>
      </p:sp>
      <p:sp>
        <p:nvSpPr>
          <p:cNvPr id="19" name="Oval 18"/>
          <p:cNvSpPr>
            <a:spLocks noChangeArrowheads="1"/>
          </p:cNvSpPr>
          <p:nvPr/>
        </p:nvSpPr>
        <p:spPr bwMode="auto">
          <a:xfrm>
            <a:off x="3654162" y="3407288"/>
            <a:ext cx="338328" cy="338328"/>
          </a:xfrm>
          <a:prstGeom prst="ellipse">
            <a:avLst/>
          </a:prstGeom>
          <a:gradFill>
            <a:gsLst>
              <a:gs pos="21082">
                <a:srgbClr val="0000CC"/>
              </a:gs>
              <a:gs pos="16400">
                <a:srgbClr val="0000AB"/>
              </a:gs>
              <a:gs pos="5830">
                <a:srgbClr val="0000C0"/>
              </a:gs>
              <a:gs pos="10300">
                <a:srgbClr val="0000B7"/>
              </a:gs>
              <a:gs pos="0">
                <a:srgbClr val="0000CC"/>
              </a:gs>
              <a:gs pos="0">
                <a:srgbClr val="002060">
                  <a:alpha val="25000"/>
                </a:srgbClr>
              </a:gs>
              <a:gs pos="100000">
                <a:srgbClr val="000000"/>
              </a:gs>
            </a:gsLst>
            <a:path path="shape">
              <a:fillToRect l="50000" t="50000" r="50000" b="50000"/>
            </a:path>
          </a:gradFill>
          <a:ln w="19050">
            <a:solidFill>
              <a:schemeClr val="bg1"/>
            </a:solidFill>
            <a:round/>
            <a:headEnd/>
            <a:tailEnd/>
          </a:ln>
        </p:spPr>
        <p:txBody>
          <a:bodyPr wrap="none" anchor="ctr"/>
          <a:lstStyle/>
          <a:p>
            <a:pPr algn="ctr"/>
            <a:r>
              <a:rPr lang="en-US" sz="1600" b="1" dirty="0" smtClean="0">
                <a:solidFill>
                  <a:schemeClr val="bg1"/>
                </a:solidFill>
                <a:latin typeface="Book Antiqua" pitchFamily="18" charset="0"/>
              </a:rPr>
              <a:t>20</a:t>
            </a:r>
            <a:endParaRPr lang="en-US" sz="1600" b="1" dirty="0">
              <a:solidFill>
                <a:schemeClr val="bg1"/>
              </a:solidFill>
              <a:latin typeface="Book Antiqua" pitchFamily="18" charset="0"/>
            </a:endParaRPr>
          </a:p>
        </p:txBody>
      </p:sp>
      <p:cxnSp>
        <p:nvCxnSpPr>
          <p:cNvPr id="40" name="Straight Connector 39"/>
          <p:cNvCxnSpPr>
            <a:stCxn id="44" idx="1"/>
          </p:cNvCxnSpPr>
          <p:nvPr/>
        </p:nvCxnSpPr>
        <p:spPr>
          <a:xfrm flipH="1" flipV="1">
            <a:off x="6942542" y="2821118"/>
            <a:ext cx="937631" cy="722017"/>
          </a:xfrm>
          <a:prstGeom prst="line">
            <a:avLst/>
          </a:prstGeom>
          <a:ln w="34925">
            <a:solidFill>
              <a:schemeClr val="tx1">
                <a:lumMod val="65000"/>
                <a:lumOff val="3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1" name="Straight Connector 40"/>
          <p:cNvCxnSpPr/>
          <p:nvPr/>
        </p:nvCxnSpPr>
        <p:spPr>
          <a:xfrm flipV="1">
            <a:off x="5828694" y="2723212"/>
            <a:ext cx="1069264" cy="900100"/>
          </a:xfrm>
          <a:prstGeom prst="line">
            <a:avLst/>
          </a:prstGeom>
          <a:ln w="34925">
            <a:solidFill>
              <a:schemeClr val="tx1">
                <a:lumMod val="65000"/>
                <a:lumOff val="3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2" name="Oval 41"/>
          <p:cNvSpPr>
            <a:spLocks noChangeArrowheads="1"/>
          </p:cNvSpPr>
          <p:nvPr/>
        </p:nvSpPr>
        <p:spPr bwMode="auto">
          <a:xfrm>
            <a:off x="6728794" y="2615200"/>
            <a:ext cx="338328" cy="338328"/>
          </a:xfrm>
          <a:prstGeom prst="ellipse">
            <a:avLst/>
          </a:prstGeom>
          <a:gradFill>
            <a:gsLst>
              <a:gs pos="21082">
                <a:srgbClr val="0000CC"/>
              </a:gs>
              <a:gs pos="16400">
                <a:srgbClr val="0000AB"/>
              </a:gs>
              <a:gs pos="5830">
                <a:srgbClr val="0000C0"/>
              </a:gs>
              <a:gs pos="10300">
                <a:srgbClr val="0000B7"/>
              </a:gs>
              <a:gs pos="0">
                <a:srgbClr val="0000CC"/>
              </a:gs>
              <a:gs pos="0">
                <a:srgbClr val="002060">
                  <a:alpha val="25000"/>
                </a:srgbClr>
              </a:gs>
              <a:gs pos="100000">
                <a:srgbClr val="000000"/>
              </a:gs>
            </a:gsLst>
            <a:path path="shape">
              <a:fillToRect l="50000" t="50000" r="50000" b="50000"/>
            </a:path>
          </a:gradFill>
          <a:ln w="19050">
            <a:solidFill>
              <a:schemeClr val="bg1"/>
            </a:solidFill>
            <a:round/>
            <a:headEnd/>
            <a:tailEnd/>
          </a:ln>
        </p:spPr>
        <p:txBody>
          <a:bodyPr wrap="none" anchor="ctr"/>
          <a:lstStyle/>
          <a:p>
            <a:pPr algn="ctr"/>
            <a:r>
              <a:rPr lang="en-US" sz="1600" b="1" dirty="0" smtClean="0">
                <a:solidFill>
                  <a:schemeClr val="bg1"/>
                </a:solidFill>
                <a:latin typeface="Book Antiqua" pitchFamily="18" charset="0"/>
              </a:rPr>
              <a:t>45</a:t>
            </a:r>
            <a:endParaRPr lang="en-US" sz="1600" b="1" dirty="0">
              <a:solidFill>
                <a:schemeClr val="bg1"/>
              </a:solidFill>
              <a:latin typeface="Book Antiqua" pitchFamily="18" charset="0"/>
            </a:endParaRPr>
          </a:p>
        </p:txBody>
      </p:sp>
      <p:sp>
        <p:nvSpPr>
          <p:cNvPr id="43" name="Oval 42"/>
          <p:cNvSpPr>
            <a:spLocks noChangeArrowheads="1"/>
          </p:cNvSpPr>
          <p:nvPr/>
        </p:nvSpPr>
        <p:spPr bwMode="auto">
          <a:xfrm>
            <a:off x="5584496" y="3515300"/>
            <a:ext cx="338328" cy="338328"/>
          </a:xfrm>
          <a:prstGeom prst="ellipse">
            <a:avLst/>
          </a:prstGeom>
          <a:gradFill>
            <a:gsLst>
              <a:gs pos="21082">
                <a:srgbClr val="0000CC"/>
              </a:gs>
              <a:gs pos="16400">
                <a:srgbClr val="0000AB"/>
              </a:gs>
              <a:gs pos="5830">
                <a:srgbClr val="0000C0"/>
              </a:gs>
              <a:gs pos="10300">
                <a:srgbClr val="0000B7"/>
              </a:gs>
              <a:gs pos="0">
                <a:srgbClr val="0000CC"/>
              </a:gs>
              <a:gs pos="0">
                <a:srgbClr val="002060">
                  <a:alpha val="25000"/>
                </a:srgbClr>
              </a:gs>
              <a:gs pos="100000">
                <a:srgbClr val="000000"/>
              </a:gs>
            </a:gsLst>
            <a:path path="shape">
              <a:fillToRect l="50000" t="50000" r="50000" b="50000"/>
            </a:path>
          </a:gradFill>
          <a:ln w="19050">
            <a:solidFill>
              <a:schemeClr val="bg1"/>
            </a:solidFill>
            <a:round/>
            <a:headEnd/>
            <a:tailEnd/>
          </a:ln>
        </p:spPr>
        <p:txBody>
          <a:bodyPr wrap="none" anchor="ctr"/>
          <a:lstStyle/>
          <a:p>
            <a:pPr algn="ctr"/>
            <a:r>
              <a:rPr lang="en-US" sz="1600" b="1" dirty="0" smtClean="0">
                <a:solidFill>
                  <a:schemeClr val="bg1"/>
                </a:solidFill>
                <a:latin typeface="Book Antiqua" pitchFamily="18" charset="0"/>
              </a:rPr>
              <a:t>3</a:t>
            </a:r>
            <a:r>
              <a:rPr lang="en-US" sz="1600" b="1" dirty="0">
                <a:solidFill>
                  <a:schemeClr val="bg1"/>
                </a:solidFill>
                <a:latin typeface="Book Antiqua" pitchFamily="18" charset="0"/>
              </a:rPr>
              <a:t>7</a:t>
            </a:r>
          </a:p>
        </p:txBody>
      </p:sp>
      <p:sp>
        <p:nvSpPr>
          <p:cNvPr id="44" name="Oval 43"/>
          <p:cNvSpPr>
            <a:spLocks noChangeArrowheads="1"/>
          </p:cNvSpPr>
          <p:nvPr/>
        </p:nvSpPr>
        <p:spPr bwMode="auto">
          <a:xfrm>
            <a:off x="7830626" y="3493588"/>
            <a:ext cx="338328" cy="338328"/>
          </a:xfrm>
          <a:prstGeom prst="ellipse">
            <a:avLst/>
          </a:prstGeom>
          <a:gradFill>
            <a:gsLst>
              <a:gs pos="21082">
                <a:srgbClr val="0000CC"/>
              </a:gs>
              <a:gs pos="16400">
                <a:srgbClr val="0000AB"/>
              </a:gs>
              <a:gs pos="5830">
                <a:srgbClr val="0000C0"/>
              </a:gs>
              <a:gs pos="10300">
                <a:srgbClr val="0000B7"/>
              </a:gs>
              <a:gs pos="0">
                <a:srgbClr val="0000CC"/>
              </a:gs>
              <a:gs pos="0">
                <a:srgbClr val="002060">
                  <a:alpha val="25000"/>
                </a:srgbClr>
              </a:gs>
              <a:gs pos="100000">
                <a:srgbClr val="000000"/>
              </a:gs>
            </a:gsLst>
            <a:path path="shape">
              <a:fillToRect l="50000" t="50000" r="50000" b="50000"/>
            </a:path>
          </a:gradFill>
          <a:ln w="19050">
            <a:solidFill>
              <a:schemeClr val="bg1"/>
            </a:solidFill>
            <a:round/>
            <a:headEnd/>
            <a:tailEnd/>
          </a:ln>
        </p:spPr>
        <p:txBody>
          <a:bodyPr wrap="none" anchor="ctr"/>
          <a:lstStyle/>
          <a:p>
            <a:pPr algn="ctr"/>
            <a:r>
              <a:rPr lang="en-US" sz="1600" b="1" dirty="0">
                <a:solidFill>
                  <a:schemeClr val="bg1"/>
                </a:solidFill>
                <a:latin typeface="Book Antiqua" pitchFamily="18" charset="0"/>
              </a:rPr>
              <a:t>5</a:t>
            </a:r>
            <a:r>
              <a:rPr lang="en-US" sz="1600" b="1" dirty="0" smtClean="0">
                <a:solidFill>
                  <a:schemeClr val="bg1"/>
                </a:solidFill>
                <a:latin typeface="Book Antiqua" pitchFamily="18" charset="0"/>
              </a:rPr>
              <a:t>5</a:t>
            </a:r>
            <a:endParaRPr lang="en-US" sz="1600" b="1" dirty="0">
              <a:solidFill>
                <a:schemeClr val="bg1"/>
              </a:solidFill>
              <a:latin typeface="Book Antiqua" pitchFamily="18" charset="0"/>
            </a:endParaRPr>
          </a:p>
        </p:txBody>
      </p:sp>
      <p:sp>
        <p:nvSpPr>
          <p:cNvPr id="39" name="Oval 38"/>
          <p:cNvSpPr>
            <a:spLocks noChangeArrowheads="1"/>
          </p:cNvSpPr>
          <p:nvPr/>
        </p:nvSpPr>
        <p:spPr bwMode="auto">
          <a:xfrm>
            <a:off x="2962266" y="4242800"/>
            <a:ext cx="338328" cy="338328"/>
          </a:xfrm>
          <a:prstGeom prst="ellipse">
            <a:avLst/>
          </a:prstGeom>
          <a:gradFill>
            <a:gsLst>
              <a:gs pos="21082">
                <a:srgbClr val="0000CC"/>
              </a:gs>
              <a:gs pos="16400">
                <a:srgbClr val="0000AB"/>
              </a:gs>
              <a:gs pos="5830">
                <a:srgbClr val="0000C0"/>
              </a:gs>
              <a:gs pos="10300">
                <a:srgbClr val="0000B7"/>
              </a:gs>
              <a:gs pos="0">
                <a:srgbClr val="0000CC"/>
              </a:gs>
              <a:gs pos="0">
                <a:srgbClr val="002060">
                  <a:alpha val="25000"/>
                </a:srgbClr>
              </a:gs>
              <a:gs pos="100000">
                <a:srgbClr val="000000"/>
              </a:gs>
            </a:gsLst>
            <a:path path="shape">
              <a:fillToRect l="50000" t="50000" r="50000" b="50000"/>
            </a:path>
          </a:gradFill>
          <a:ln w="19050">
            <a:solidFill>
              <a:schemeClr val="bg1"/>
            </a:solidFill>
            <a:round/>
            <a:headEnd/>
            <a:tailEnd/>
          </a:ln>
        </p:spPr>
        <p:txBody>
          <a:bodyPr wrap="none" anchor="ctr"/>
          <a:lstStyle/>
          <a:p>
            <a:pPr algn="ctr"/>
            <a:r>
              <a:rPr lang="en-US" sz="1600" b="1" dirty="0" smtClean="0">
                <a:solidFill>
                  <a:schemeClr val="bg1"/>
                </a:solidFill>
                <a:latin typeface="Book Antiqua" pitchFamily="18" charset="0"/>
              </a:rPr>
              <a:t>19</a:t>
            </a:r>
            <a:endParaRPr lang="en-US" sz="1600" b="1" dirty="0">
              <a:solidFill>
                <a:schemeClr val="bg1"/>
              </a:solidFill>
              <a:latin typeface="Book Antiqua" pitchFamily="18" charset="0"/>
            </a:endParaRPr>
          </a:p>
        </p:txBody>
      </p:sp>
      <p:cxnSp>
        <p:nvCxnSpPr>
          <p:cNvPr id="30" name="Straight Connector 29"/>
          <p:cNvCxnSpPr/>
          <p:nvPr/>
        </p:nvCxnSpPr>
        <p:spPr>
          <a:xfrm flipV="1">
            <a:off x="4918492" y="3767328"/>
            <a:ext cx="684486" cy="813799"/>
          </a:xfrm>
          <a:prstGeom prst="line">
            <a:avLst/>
          </a:prstGeom>
          <a:ln w="34925">
            <a:solidFill>
              <a:schemeClr val="tx1">
                <a:lumMod val="65000"/>
                <a:lumOff val="3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1" name="Oval 30"/>
          <p:cNvSpPr>
            <a:spLocks noChangeArrowheads="1"/>
          </p:cNvSpPr>
          <p:nvPr/>
        </p:nvSpPr>
        <p:spPr bwMode="auto">
          <a:xfrm>
            <a:off x="4749328" y="4411963"/>
            <a:ext cx="338328" cy="338328"/>
          </a:xfrm>
          <a:prstGeom prst="ellipse">
            <a:avLst/>
          </a:prstGeom>
          <a:gradFill>
            <a:gsLst>
              <a:gs pos="21082">
                <a:srgbClr val="0000CC"/>
              </a:gs>
              <a:gs pos="16400">
                <a:srgbClr val="0000AB"/>
              </a:gs>
              <a:gs pos="5830">
                <a:srgbClr val="0000C0"/>
              </a:gs>
              <a:gs pos="10300">
                <a:srgbClr val="0000B7"/>
              </a:gs>
              <a:gs pos="0">
                <a:srgbClr val="0000CC"/>
              </a:gs>
              <a:gs pos="0">
                <a:srgbClr val="002060">
                  <a:alpha val="25000"/>
                </a:srgbClr>
              </a:gs>
              <a:gs pos="100000">
                <a:srgbClr val="000000"/>
              </a:gs>
            </a:gsLst>
            <a:path path="shape">
              <a:fillToRect l="50000" t="50000" r="50000" b="50000"/>
            </a:path>
          </a:gradFill>
          <a:ln w="19050">
            <a:solidFill>
              <a:schemeClr val="bg1"/>
            </a:solidFill>
            <a:round/>
            <a:headEnd/>
            <a:tailEnd/>
          </a:ln>
        </p:spPr>
        <p:txBody>
          <a:bodyPr wrap="none" anchor="ctr"/>
          <a:lstStyle/>
          <a:p>
            <a:pPr algn="ctr"/>
            <a:r>
              <a:rPr lang="en-US" sz="1600" b="1" dirty="0" smtClean="0">
                <a:solidFill>
                  <a:schemeClr val="bg1"/>
                </a:solidFill>
                <a:latin typeface="Book Antiqua" pitchFamily="18" charset="0"/>
              </a:rPr>
              <a:t>32</a:t>
            </a:r>
            <a:endParaRPr lang="en-US" sz="1600" b="1" dirty="0">
              <a:solidFill>
                <a:schemeClr val="bg1"/>
              </a:solidFill>
              <a:latin typeface="Book Antiqua" pitchFamily="18" charset="0"/>
            </a:endParaRPr>
          </a:p>
        </p:txBody>
      </p:sp>
      <p:sp>
        <p:nvSpPr>
          <p:cNvPr id="32" name="Oval 31"/>
          <p:cNvSpPr>
            <a:spLocks noChangeArrowheads="1"/>
          </p:cNvSpPr>
          <p:nvPr/>
        </p:nvSpPr>
        <p:spPr bwMode="auto">
          <a:xfrm>
            <a:off x="6198062" y="4426256"/>
            <a:ext cx="338328" cy="338328"/>
          </a:xfrm>
          <a:prstGeom prst="ellipse">
            <a:avLst/>
          </a:prstGeom>
          <a:gradFill>
            <a:gsLst>
              <a:gs pos="21082">
                <a:srgbClr val="0000CC"/>
              </a:gs>
              <a:gs pos="16400">
                <a:srgbClr val="0000AB"/>
              </a:gs>
              <a:gs pos="5830">
                <a:srgbClr val="0000C0"/>
              </a:gs>
              <a:gs pos="10300">
                <a:srgbClr val="0000B7"/>
              </a:gs>
              <a:gs pos="0">
                <a:srgbClr val="0000CC"/>
              </a:gs>
              <a:gs pos="0">
                <a:srgbClr val="002060">
                  <a:alpha val="25000"/>
                </a:srgbClr>
              </a:gs>
              <a:gs pos="100000">
                <a:srgbClr val="000000"/>
              </a:gs>
            </a:gsLst>
            <a:path path="shape">
              <a:fillToRect l="50000" t="50000" r="50000" b="50000"/>
            </a:path>
          </a:gradFill>
          <a:ln w="19050">
            <a:solidFill>
              <a:schemeClr val="bg1"/>
            </a:solidFill>
            <a:round/>
            <a:headEnd/>
            <a:tailEnd/>
          </a:ln>
        </p:spPr>
        <p:txBody>
          <a:bodyPr wrap="none" anchor="ctr"/>
          <a:lstStyle/>
          <a:p>
            <a:pPr algn="ctr"/>
            <a:r>
              <a:rPr lang="en-US" sz="1600" b="1" dirty="0" smtClean="0">
                <a:solidFill>
                  <a:schemeClr val="bg1"/>
                </a:solidFill>
                <a:latin typeface="Book Antiqua" pitchFamily="18" charset="0"/>
              </a:rPr>
              <a:t>39</a:t>
            </a:r>
            <a:endParaRPr lang="en-US" sz="1600" b="1" dirty="0">
              <a:solidFill>
                <a:schemeClr val="bg1"/>
              </a:solidFill>
              <a:latin typeface="Book Antiqua" pitchFamily="18" charset="0"/>
            </a:endParaRPr>
          </a:p>
        </p:txBody>
      </p:sp>
      <p:sp>
        <p:nvSpPr>
          <p:cNvPr id="45" name="Oval 44"/>
          <p:cNvSpPr>
            <a:spLocks noChangeArrowheads="1"/>
          </p:cNvSpPr>
          <p:nvPr/>
        </p:nvSpPr>
        <p:spPr bwMode="auto">
          <a:xfrm>
            <a:off x="6846133" y="5276060"/>
            <a:ext cx="338328" cy="338328"/>
          </a:xfrm>
          <a:prstGeom prst="ellipse">
            <a:avLst/>
          </a:prstGeom>
          <a:gradFill>
            <a:gsLst>
              <a:gs pos="21082">
                <a:srgbClr val="0000CC"/>
              </a:gs>
              <a:gs pos="16400">
                <a:srgbClr val="0000AB"/>
              </a:gs>
              <a:gs pos="5830">
                <a:srgbClr val="0000C0"/>
              </a:gs>
              <a:gs pos="10300">
                <a:srgbClr val="0000B7"/>
              </a:gs>
              <a:gs pos="0">
                <a:srgbClr val="0000CC"/>
              </a:gs>
              <a:gs pos="0">
                <a:srgbClr val="002060">
                  <a:alpha val="25000"/>
                </a:srgbClr>
              </a:gs>
              <a:gs pos="100000">
                <a:srgbClr val="000000"/>
              </a:gs>
            </a:gsLst>
            <a:path path="shape">
              <a:fillToRect l="50000" t="50000" r="50000" b="50000"/>
            </a:path>
          </a:gradFill>
          <a:ln w="19050">
            <a:solidFill>
              <a:schemeClr val="bg1"/>
            </a:solidFill>
            <a:round/>
            <a:headEnd/>
            <a:tailEnd/>
          </a:ln>
        </p:spPr>
        <p:txBody>
          <a:bodyPr wrap="none" anchor="ctr"/>
          <a:lstStyle/>
          <a:p>
            <a:pPr algn="ctr"/>
            <a:r>
              <a:rPr lang="en-US" sz="1600" b="1" dirty="0" smtClean="0">
                <a:solidFill>
                  <a:schemeClr val="bg1"/>
                </a:solidFill>
                <a:latin typeface="Book Antiqua" pitchFamily="18" charset="0"/>
              </a:rPr>
              <a:t>42</a:t>
            </a:r>
            <a:endParaRPr lang="en-US" sz="1600" b="1" dirty="0">
              <a:solidFill>
                <a:schemeClr val="bg1"/>
              </a:solidFill>
              <a:latin typeface="Book Antiqua" pitchFamily="18" charset="0"/>
            </a:endParaRPr>
          </a:p>
        </p:txBody>
      </p:sp>
      <p:sp>
        <p:nvSpPr>
          <p:cNvPr id="47" name="Oval 46"/>
          <p:cNvSpPr>
            <a:spLocks noChangeArrowheads="1"/>
          </p:cNvSpPr>
          <p:nvPr/>
        </p:nvSpPr>
        <p:spPr bwMode="auto">
          <a:xfrm>
            <a:off x="7138730" y="4325663"/>
            <a:ext cx="338328" cy="338328"/>
          </a:xfrm>
          <a:prstGeom prst="ellipse">
            <a:avLst/>
          </a:prstGeom>
          <a:gradFill>
            <a:gsLst>
              <a:gs pos="21082">
                <a:srgbClr val="0000CC"/>
              </a:gs>
              <a:gs pos="16400">
                <a:srgbClr val="0000AB"/>
              </a:gs>
              <a:gs pos="5830">
                <a:srgbClr val="0000C0"/>
              </a:gs>
              <a:gs pos="10300">
                <a:srgbClr val="0000B7"/>
              </a:gs>
              <a:gs pos="0">
                <a:srgbClr val="0000CC"/>
              </a:gs>
              <a:gs pos="0">
                <a:srgbClr val="002060">
                  <a:alpha val="25000"/>
                </a:srgbClr>
              </a:gs>
              <a:gs pos="100000">
                <a:srgbClr val="000000"/>
              </a:gs>
            </a:gsLst>
            <a:path path="shape">
              <a:fillToRect l="50000" t="50000" r="50000" b="50000"/>
            </a:path>
          </a:gradFill>
          <a:ln w="19050">
            <a:solidFill>
              <a:schemeClr val="bg1"/>
            </a:solidFill>
            <a:round/>
            <a:headEnd/>
            <a:tailEnd/>
          </a:ln>
        </p:spPr>
        <p:txBody>
          <a:bodyPr wrap="none" anchor="ctr"/>
          <a:lstStyle/>
          <a:p>
            <a:pPr algn="ctr"/>
            <a:r>
              <a:rPr lang="en-US" sz="1600" b="1" dirty="0">
                <a:solidFill>
                  <a:schemeClr val="bg1"/>
                </a:solidFill>
                <a:latin typeface="Book Antiqua" pitchFamily="18" charset="0"/>
              </a:rPr>
              <a:t>5</a:t>
            </a:r>
            <a:r>
              <a:rPr lang="en-US" sz="1600" b="1" dirty="0" smtClean="0">
                <a:solidFill>
                  <a:schemeClr val="bg1"/>
                </a:solidFill>
                <a:latin typeface="Book Antiqua" pitchFamily="18" charset="0"/>
              </a:rPr>
              <a:t>2</a:t>
            </a:r>
            <a:endParaRPr lang="en-US" sz="1600" b="1" dirty="0">
              <a:solidFill>
                <a:schemeClr val="bg1"/>
              </a:solidFill>
              <a:latin typeface="Book Antiqua" pitchFamily="18" charset="0"/>
            </a:endParaRPr>
          </a:p>
        </p:txBody>
      </p:sp>
      <p:cxnSp>
        <p:nvCxnSpPr>
          <p:cNvPr id="52" name="Straight Connector 51"/>
          <p:cNvCxnSpPr/>
          <p:nvPr/>
        </p:nvCxnSpPr>
        <p:spPr>
          <a:xfrm flipV="1">
            <a:off x="6247609" y="5530776"/>
            <a:ext cx="684486" cy="813799"/>
          </a:xfrm>
          <a:prstGeom prst="line">
            <a:avLst/>
          </a:prstGeom>
          <a:ln w="34925">
            <a:solidFill>
              <a:schemeClr val="tx1">
                <a:lumMod val="65000"/>
                <a:lumOff val="3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3" name="Oval 52"/>
          <p:cNvSpPr>
            <a:spLocks noChangeArrowheads="1"/>
          </p:cNvSpPr>
          <p:nvPr/>
        </p:nvSpPr>
        <p:spPr bwMode="auto">
          <a:xfrm>
            <a:off x="6078445" y="6175411"/>
            <a:ext cx="338328" cy="338328"/>
          </a:xfrm>
          <a:prstGeom prst="ellipse">
            <a:avLst/>
          </a:prstGeom>
          <a:gradFill>
            <a:gsLst>
              <a:gs pos="21082">
                <a:srgbClr val="0000CC"/>
              </a:gs>
              <a:gs pos="16400">
                <a:srgbClr val="0000AB"/>
              </a:gs>
              <a:gs pos="5830">
                <a:srgbClr val="0000C0"/>
              </a:gs>
              <a:gs pos="10300">
                <a:srgbClr val="0000B7"/>
              </a:gs>
              <a:gs pos="0">
                <a:srgbClr val="0000CC"/>
              </a:gs>
              <a:gs pos="0">
                <a:srgbClr val="002060">
                  <a:alpha val="25000"/>
                </a:srgbClr>
              </a:gs>
              <a:gs pos="100000">
                <a:srgbClr val="000000"/>
              </a:gs>
            </a:gsLst>
            <a:path path="shape">
              <a:fillToRect l="50000" t="50000" r="50000" b="50000"/>
            </a:path>
          </a:gradFill>
          <a:ln w="19050">
            <a:solidFill>
              <a:schemeClr val="bg1"/>
            </a:solidFill>
            <a:round/>
            <a:headEnd/>
            <a:tailEnd/>
          </a:ln>
        </p:spPr>
        <p:txBody>
          <a:bodyPr wrap="none" anchor="ctr"/>
          <a:lstStyle/>
          <a:p>
            <a:pPr algn="ctr"/>
            <a:r>
              <a:rPr lang="en-US" sz="1600" b="1" dirty="0" smtClean="0">
                <a:solidFill>
                  <a:schemeClr val="bg1"/>
                </a:solidFill>
                <a:latin typeface="Book Antiqua" pitchFamily="18" charset="0"/>
              </a:rPr>
              <a:t>41</a:t>
            </a:r>
            <a:endParaRPr lang="en-US" sz="1600" b="1" dirty="0">
              <a:solidFill>
                <a:schemeClr val="bg1"/>
              </a:solidFill>
              <a:latin typeface="Book Antiqua" pitchFamily="18" charset="0"/>
            </a:endParaRPr>
          </a:p>
        </p:txBody>
      </p:sp>
      <p:grpSp>
        <p:nvGrpSpPr>
          <p:cNvPr id="36" name="Group 16"/>
          <p:cNvGrpSpPr>
            <a:grpSpLocks/>
          </p:cNvGrpSpPr>
          <p:nvPr/>
        </p:nvGrpSpPr>
        <p:grpSpPr bwMode="auto">
          <a:xfrm>
            <a:off x="4021084" y="5871060"/>
            <a:ext cx="1883064" cy="762296"/>
            <a:chOff x="2621" y="1787"/>
            <a:chExt cx="1686" cy="782"/>
          </a:xfrm>
        </p:grpSpPr>
        <p:sp>
          <p:nvSpPr>
            <p:cNvPr id="37" name="AutoShape 9"/>
            <p:cNvSpPr>
              <a:spLocks noChangeArrowheads="1"/>
            </p:cNvSpPr>
            <p:nvPr/>
          </p:nvSpPr>
          <p:spPr bwMode="auto">
            <a:xfrm>
              <a:off x="2621" y="1787"/>
              <a:ext cx="1686" cy="782"/>
            </a:xfrm>
            <a:prstGeom prst="wedgeEllipseCallout">
              <a:avLst>
                <a:gd name="adj1" fmla="val 95436"/>
                <a:gd name="adj2" fmla="val -97862"/>
              </a:avLst>
            </a:prstGeom>
            <a:solidFill>
              <a:srgbClr val="FF0000"/>
            </a:solidFill>
            <a:ln w="9525">
              <a:noFill/>
              <a:miter lim="800000"/>
              <a:headEnd/>
              <a:tailEnd/>
            </a:ln>
            <a:effectLst>
              <a:outerShdw dist="107763" dir="2700000" algn="ctr" rotWithShape="0">
                <a:schemeClr val="bg2">
                  <a:alpha val="50000"/>
                </a:schemeClr>
              </a:outerShdw>
            </a:effectLst>
          </p:spPr>
          <p:txBody>
            <a:bodyPr lIns="82479" tIns="41239" rIns="82479" bIns="41239"/>
            <a:lstStyle/>
            <a:p>
              <a:pPr algn="ctr" defTabSz="825500"/>
              <a:endParaRPr kumimoji="1" lang="en-US" sz="1600">
                <a:ea typeface="ＭＳ Ｐゴシック" pitchFamily="34" charset="-128"/>
              </a:endParaRPr>
            </a:p>
          </p:txBody>
        </p:sp>
        <p:sp>
          <p:nvSpPr>
            <p:cNvPr id="48" name="Text Box 10"/>
            <p:cNvSpPr txBox="1">
              <a:spLocks noChangeArrowheads="1"/>
            </p:cNvSpPr>
            <p:nvPr/>
          </p:nvSpPr>
          <p:spPr bwMode="auto">
            <a:xfrm>
              <a:off x="2714" y="1986"/>
              <a:ext cx="1546" cy="370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lIns="82479" tIns="41239" rIns="82479" bIns="41239">
              <a:spAutoFit/>
            </a:bodyPr>
            <a:lstStyle/>
            <a:p>
              <a:pPr algn="ctr" defTabSz="825500">
                <a:spcBef>
                  <a:spcPct val="50000"/>
                </a:spcBef>
              </a:pPr>
              <a:r>
                <a:rPr kumimoji="1" lang="en-US" altLang="ja-JP" dirty="0" smtClean="0">
                  <a:solidFill>
                    <a:schemeClr val="bg1"/>
                  </a:solidFill>
                  <a:latin typeface="Book Antiqua" pitchFamily="18" charset="0"/>
                </a:rPr>
                <a:t>Delete 42</a:t>
              </a:r>
              <a:endParaRPr kumimoji="1" lang="en-US" altLang="ja-JP" dirty="0">
                <a:solidFill>
                  <a:schemeClr val="bg1"/>
                </a:solidFill>
                <a:latin typeface="Book Antiqua" pitchFamily="18" charset="0"/>
              </a:endParaRPr>
            </a:p>
          </p:txBody>
        </p:sp>
      </p:grpSp>
      <p:sp>
        <p:nvSpPr>
          <p:cNvPr id="49" name="TextBox 48"/>
          <p:cNvSpPr txBox="1"/>
          <p:nvPr/>
        </p:nvSpPr>
        <p:spPr>
          <a:xfrm>
            <a:off x="106452" y="5222071"/>
            <a:ext cx="3709464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b="1" dirty="0" smtClean="0">
                <a:latin typeface="Book Antiqua" pitchFamily="18" charset="0"/>
              </a:rPr>
              <a:t>The child of the deleted node is connected to the parent of the deleted node</a:t>
            </a:r>
            <a:endParaRPr lang="en-US" sz="2000" dirty="0">
              <a:latin typeface="Georgia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34268617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46" name="Straight Connector 45"/>
          <p:cNvCxnSpPr/>
          <p:nvPr/>
        </p:nvCxnSpPr>
        <p:spPr>
          <a:xfrm flipV="1">
            <a:off x="7307894" y="3681028"/>
            <a:ext cx="684486" cy="813799"/>
          </a:xfrm>
          <a:prstGeom prst="line">
            <a:avLst/>
          </a:prstGeom>
          <a:ln w="34925">
            <a:solidFill>
              <a:schemeClr val="tx1">
                <a:lumMod val="65000"/>
                <a:lumOff val="3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5" name="Straight Connector 34"/>
          <p:cNvCxnSpPr>
            <a:stCxn id="45" idx="1"/>
          </p:cNvCxnSpPr>
          <p:nvPr/>
        </p:nvCxnSpPr>
        <p:spPr>
          <a:xfrm flipH="1" flipV="1">
            <a:off x="6408204" y="4617132"/>
            <a:ext cx="487476" cy="708475"/>
          </a:xfrm>
          <a:prstGeom prst="line">
            <a:avLst/>
          </a:prstGeom>
          <a:ln w="34925">
            <a:solidFill>
              <a:schemeClr val="tx1">
                <a:lumMod val="65000"/>
                <a:lumOff val="3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4" name="Straight Connector 33"/>
          <p:cNvCxnSpPr>
            <a:stCxn id="32" idx="1"/>
          </p:cNvCxnSpPr>
          <p:nvPr/>
        </p:nvCxnSpPr>
        <p:spPr>
          <a:xfrm flipH="1" flipV="1">
            <a:off x="5760133" y="3767328"/>
            <a:ext cx="487476" cy="708475"/>
          </a:xfrm>
          <a:prstGeom prst="line">
            <a:avLst/>
          </a:prstGeom>
          <a:ln w="34925">
            <a:solidFill>
              <a:schemeClr val="tx1">
                <a:lumMod val="65000"/>
                <a:lumOff val="3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8" name="Straight Connector 37"/>
          <p:cNvCxnSpPr/>
          <p:nvPr/>
        </p:nvCxnSpPr>
        <p:spPr>
          <a:xfrm flipV="1">
            <a:off x="3131430" y="3598165"/>
            <a:ext cx="684486" cy="813799"/>
          </a:xfrm>
          <a:prstGeom prst="line">
            <a:avLst/>
          </a:prstGeom>
          <a:ln w="34925">
            <a:solidFill>
              <a:schemeClr val="tx1">
                <a:lumMod val="65000"/>
                <a:lumOff val="3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3" name="Straight Connector 32"/>
          <p:cNvCxnSpPr/>
          <p:nvPr/>
        </p:nvCxnSpPr>
        <p:spPr>
          <a:xfrm flipH="1" flipV="1">
            <a:off x="4687422" y="1725956"/>
            <a:ext cx="2210536" cy="1008862"/>
          </a:xfrm>
          <a:prstGeom prst="line">
            <a:avLst/>
          </a:prstGeom>
          <a:ln w="34925">
            <a:solidFill>
              <a:schemeClr val="tx1">
                <a:lumMod val="65000"/>
                <a:lumOff val="3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7" name="Straight Connector 26"/>
          <p:cNvCxnSpPr/>
          <p:nvPr/>
        </p:nvCxnSpPr>
        <p:spPr>
          <a:xfrm flipV="1">
            <a:off x="2840362" y="1725956"/>
            <a:ext cx="1829272" cy="932669"/>
          </a:xfrm>
          <a:prstGeom prst="line">
            <a:avLst/>
          </a:prstGeom>
          <a:ln w="34925">
            <a:solidFill>
              <a:schemeClr val="tx1">
                <a:lumMod val="65000"/>
                <a:lumOff val="3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6" name="Straight Connector 25"/>
          <p:cNvCxnSpPr>
            <a:stCxn id="19" idx="1"/>
          </p:cNvCxnSpPr>
          <p:nvPr/>
        </p:nvCxnSpPr>
        <p:spPr>
          <a:xfrm flipH="1" flipV="1">
            <a:off x="2766078" y="2734818"/>
            <a:ext cx="937631" cy="722017"/>
          </a:xfrm>
          <a:prstGeom prst="line">
            <a:avLst/>
          </a:prstGeom>
          <a:ln w="34925">
            <a:solidFill>
              <a:schemeClr val="tx1">
                <a:lumMod val="65000"/>
                <a:lumOff val="3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" name="Straight Connector 24"/>
          <p:cNvCxnSpPr/>
          <p:nvPr/>
        </p:nvCxnSpPr>
        <p:spPr>
          <a:xfrm flipV="1">
            <a:off x="1652230" y="2636912"/>
            <a:ext cx="1069264" cy="900100"/>
          </a:xfrm>
          <a:prstGeom prst="line">
            <a:avLst/>
          </a:prstGeom>
          <a:ln w="34925">
            <a:solidFill>
              <a:schemeClr val="tx1">
                <a:lumMod val="65000"/>
                <a:lumOff val="3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" name="Straight Connector 21"/>
          <p:cNvCxnSpPr>
            <a:stCxn id="18" idx="1"/>
          </p:cNvCxnSpPr>
          <p:nvPr/>
        </p:nvCxnSpPr>
        <p:spPr>
          <a:xfrm flipH="1" flipV="1">
            <a:off x="1577196" y="3598165"/>
            <a:ext cx="614345" cy="708474"/>
          </a:xfrm>
          <a:prstGeom prst="line">
            <a:avLst/>
          </a:prstGeom>
          <a:ln w="34925">
            <a:solidFill>
              <a:schemeClr val="tx1">
                <a:lumMod val="65000"/>
                <a:lumOff val="3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" name="Straight Connector 2"/>
          <p:cNvCxnSpPr/>
          <p:nvPr/>
        </p:nvCxnSpPr>
        <p:spPr>
          <a:xfrm flipV="1">
            <a:off x="892710" y="3598165"/>
            <a:ext cx="684486" cy="813799"/>
          </a:xfrm>
          <a:prstGeom prst="line">
            <a:avLst/>
          </a:prstGeom>
          <a:ln w="34925">
            <a:solidFill>
              <a:schemeClr val="tx1">
                <a:lumMod val="65000"/>
                <a:lumOff val="3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Rectangle 3"/>
          <p:cNvSpPr txBox="1">
            <a:spLocks noChangeArrowheads="1"/>
          </p:cNvSpPr>
          <p:nvPr/>
        </p:nvSpPr>
        <p:spPr>
          <a:xfrm>
            <a:off x="257571" y="8620"/>
            <a:ext cx="7770813" cy="609600"/>
          </a:xfrm>
          <a:prstGeom prst="rect">
            <a:avLst/>
          </a:prstGeom>
          <a:effectLst>
            <a:outerShdw dist="35921" dir="2700000" algn="ctr" rotWithShape="0">
              <a:schemeClr val="bg2"/>
            </a:outerShdw>
          </a:effectLst>
        </p:spPr>
        <p:txBody>
          <a:bodyPr>
            <a:normAutofit fontScale="97500" lnSpcReduction="10000"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r>
              <a:rPr lang="en-US" altLang="ja-JP" sz="3600" b="1" dirty="0" smtClean="0">
                <a:solidFill>
                  <a:srgbClr val="A50021"/>
                </a:solidFill>
                <a:latin typeface="Verdana" pitchFamily="34" charset="0"/>
                <a:ea typeface="ＭＳ Ｐゴシック" pitchFamily="34" charset="-128"/>
              </a:rPr>
              <a:t>BST: Deletion</a:t>
            </a:r>
            <a:endParaRPr lang="en-US" altLang="ja-JP" sz="3600" b="1" dirty="0">
              <a:solidFill>
                <a:srgbClr val="A50021"/>
              </a:solidFill>
              <a:latin typeface="Verdana" pitchFamily="34" charset="0"/>
              <a:ea typeface="ＭＳ Ｐゴシック" pitchFamily="34" charset="-128"/>
            </a:endParaRPr>
          </a:p>
        </p:txBody>
      </p:sp>
      <p:sp>
        <p:nvSpPr>
          <p:cNvPr id="5" name="Line 5"/>
          <p:cNvSpPr>
            <a:spLocks noChangeShapeType="1"/>
          </p:cNvSpPr>
          <p:nvPr/>
        </p:nvSpPr>
        <p:spPr bwMode="auto">
          <a:xfrm>
            <a:off x="302060" y="620688"/>
            <a:ext cx="8382000" cy="0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/>
          </a:ln>
          <a:effectLst>
            <a:outerShdw dist="35921" dir="2700000" algn="ctr" rotWithShape="0">
              <a:schemeClr val="bg2"/>
            </a:outerShdw>
          </a:effectLst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0" name="Oval 9"/>
          <p:cNvSpPr>
            <a:spLocks noChangeArrowheads="1"/>
          </p:cNvSpPr>
          <p:nvPr/>
        </p:nvSpPr>
        <p:spPr bwMode="auto">
          <a:xfrm>
            <a:off x="4518258" y="1556792"/>
            <a:ext cx="338328" cy="338328"/>
          </a:xfrm>
          <a:prstGeom prst="ellipse">
            <a:avLst/>
          </a:prstGeom>
          <a:gradFill>
            <a:gsLst>
              <a:gs pos="21082">
                <a:srgbClr val="0000CC"/>
              </a:gs>
              <a:gs pos="16400">
                <a:srgbClr val="0000AB"/>
              </a:gs>
              <a:gs pos="5830">
                <a:srgbClr val="0000C0"/>
              </a:gs>
              <a:gs pos="10300">
                <a:srgbClr val="0000B7"/>
              </a:gs>
              <a:gs pos="0">
                <a:srgbClr val="0000CC"/>
              </a:gs>
              <a:gs pos="0">
                <a:srgbClr val="002060">
                  <a:alpha val="25000"/>
                </a:srgbClr>
              </a:gs>
              <a:gs pos="100000">
                <a:srgbClr val="000000"/>
              </a:gs>
            </a:gsLst>
            <a:path path="shape">
              <a:fillToRect l="50000" t="50000" r="50000" b="50000"/>
            </a:path>
          </a:gradFill>
          <a:ln w="19050">
            <a:solidFill>
              <a:schemeClr val="bg1"/>
            </a:solidFill>
            <a:round/>
            <a:headEnd/>
            <a:tailEnd/>
          </a:ln>
        </p:spPr>
        <p:txBody>
          <a:bodyPr wrap="none" anchor="ctr"/>
          <a:lstStyle/>
          <a:p>
            <a:pPr algn="ctr"/>
            <a:r>
              <a:rPr lang="en-US" sz="1600" b="1" dirty="0" smtClean="0">
                <a:solidFill>
                  <a:schemeClr val="bg1"/>
                </a:solidFill>
                <a:latin typeface="Book Antiqua" pitchFamily="18" charset="0"/>
              </a:rPr>
              <a:t>27</a:t>
            </a:r>
            <a:endParaRPr lang="en-US" sz="1600" b="1" dirty="0">
              <a:solidFill>
                <a:schemeClr val="bg1"/>
              </a:solidFill>
              <a:latin typeface="Book Antiqua" pitchFamily="18" charset="0"/>
            </a:endParaRPr>
          </a:p>
        </p:txBody>
      </p:sp>
      <p:sp>
        <p:nvSpPr>
          <p:cNvPr id="14" name="Oval 13"/>
          <p:cNvSpPr>
            <a:spLocks noChangeArrowheads="1"/>
          </p:cNvSpPr>
          <p:nvPr/>
        </p:nvSpPr>
        <p:spPr bwMode="auto">
          <a:xfrm>
            <a:off x="2552330" y="2528900"/>
            <a:ext cx="338328" cy="338328"/>
          </a:xfrm>
          <a:prstGeom prst="ellipse">
            <a:avLst/>
          </a:prstGeom>
          <a:gradFill>
            <a:gsLst>
              <a:gs pos="21082">
                <a:srgbClr val="0000CC"/>
              </a:gs>
              <a:gs pos="16400">
                <a:srgbClr val="0000AB"/>
              </a:gs>
              <a:gs pos="5830">
                <a:srgbClr val="0000C0"/>
              </a:gs>
              <a:gs pos="10300">
                <a:srgbClr val="0000B7"/>
              </a:gs>
              <a:gs pos="0">
                <a:srgbClr val="0000CC"/>
              </a:gs>
              <a:gs pos="0">
                <a:srgbClr val="002060">
                  <a:alpha val="25000"/>
                </a:srgbClr>
              </a:gs>
              <a:gs pos="100000">
                <a:srgbClr val="000000"/>
              </a:gs>
            </a:gsLst>
            <a:path path="shape">
              <a:fillToRect l="50000" t="50000" r="50000" b="50000"/>
            </a:path>
          </a:gradFill>
          <a:ln w="19050">
            <a:solidFill>
              <a:schemeClr val="bg1"/>
            </a:solidFill>
            <a:round/>
            <a:headEnd/>
            <a:tailEnd/>
          </a:ln>
        </p:spPr>
        <p:txBody>
          <a:bodyPr wrap="none" anchor="ctr"/>
          <a:lstStyle/>
          <a:p>
            <a:pPr algn="ctr"/>
            <a:r>
              <a:rPr lang="en-US" sz="1600" b="1" dirty="0" smtClean="0">
                <a:solidFill>
                  <a:schemeClr val="bg1"/>
                </a:solidFill>
                <a:latin typeface="Book Antiqua" pitchFamily="18" charset="0"/>
              </a:rPr>
              <a:t>15</a:t>
            </a:r>
            <a:endParaRPr lang="en-US" sz="1600" b="1" dirty="0">
              <a:solidFill>
                <a:schemeClr val="bg1"/>
              </a:solidFill>
              <a:latin typeface="Book Antiqua" pitchFamily="18" charset="0"/>
            </a:endParaRPr>
          </a:p>
        </p:txBody>
      </p:sp>
      <p:sp>
        <p:nvSpPr>
          <p:cNvPr id="16" name="Oval 15"/>
          <p:cNvSpPr>
            <a:spLocks noChangeArrowheads="1"/>
          </p:cNvSpPr>
          <p:nvPr/>
        </p:nvSpPr>
        <p:spPr bwMode="auto">
          <a:xfrm>
            <a:off x="1408032" y="3429000"/>
            <a:ext cx="338328" cy="338328"/>
          </a:xfrm>
          <a:prstGeom prst="ellipse">
            <a:avLst/>
          </a:prstGeom>
          <a:gradFill>
            <a:gsLst>
              <a:gs pos="21082">
                <a:srgbClr val="0000CC"/>
              </a:gs>
              <a:gs pos="16400">
                <a:srgbClr val="0000AB"/>
              </a:gs>
              <a:gs pos="5830">
                <a:srgbClr val="0000C0"/>
              </a:gs>
              <a:gs pos="10300">
                <a:srgbClr val="0000B7"/>
              </a:gs>
              <a:gs pos="0">
                <a:srgbClr val="0000CC"/>
              </a:gs>
              <a:gs pos="0">
                <a:srgbClr val="002060">
                  <a:alpha val="25000"/>
                </a:srgbClr>
              </a:gs>
              <a:gs pos="100000">
                <a:srgbClr val="000000"/>
              </a:gs>
            </a:gsLst>
            <a:path path="shape">
              <a:fillToRect l="50000" t="50000" r="50000" b="50000"/>
            </a:path>
          </a:gradFill>
          <a:ln w="19050">
            <a:solidFill>
              <a:schemeClr val="bg1"/>
            </a:solidFill>
            <a:round/>
            <a:headEnd/>
            <a:tailEnd/>
          </a:ln>
        </p:spPr>
        <p:txBody>
          <a:bodyPr wrap="none" anchor="ctr"/>
          <a:lstStyle/>
          <a:p>
            <a:pPr algn="ctr"/>
            <a:r>
              <a:rPr lang="en-US" sz="1600" b="1" dirty="0">
                <a:solidFill>
                  <a:schemeClr val="bg1"/>
                </a:solidFill>
                <a:latin typeface="Book Antiqua" pitchFamily="18" charset="0"/>
              </a:rPr>
              <a:t>7</a:t>
            </a:r>
          </a:p>
        </p:txBody>
      </p:sp>
      <p:sp>
        <p:nvSpPr>
          <p:cNvPr id="17" name="Oval 16"/>
          <p:cNvSpPr>
            <a:spLocks noChangeArrowheads="1"/>
          </p:cNvSpPr>
          <p:nvPr/>
        </p:nvSpPr>
        <p:spPr bwMode="auto">
          <a:xfrm>
            <a:off x="723546" y="4242800"/>
            <a:ext cx="338328" cy="338328"/>
          </a:xfrm>
          <a:prstGeom prst="ellipse">
            <a:avLst/>
          </a:prstGeom>
          <a:gradFill>
            <a:gsLst>
              <a:gs pos="21082">
                <a:srgbClr val="0000CC"/>
              </a:gs>
              <a:gs pos="16400">
                <a:srgbClr val="0000AB"/>
              </a:gs>
              <a:gs pos="5830">
                <a:srgbClr val="0000C0"/>
              </a:gs>
              <a:gs pos="10300">
                <a:srgbClr val="0000B7"/>
              </a:gs>
              <a:gs pos="0">
                <a:srgbClr val="0000CC"/>
              </a:gs>
              <a:gs pos="0">
                <a:srgbClr val="002060">
                  <a:alpha val="25000"/>
                </a:srgbClr>
              </a:gs>
              <a:gs pos="100000">
                <a:srgbClr val="000000"/>
              </a:gs>
            </a:gsLst>
            <a:path path="shape">
              <a:fillToRect l="50000" t="50000" r="50000" b="50000"/>
            </a:path>
          </a:gradFill>
          <a:ln w="19050">
            <a:solidFill>
              <a:schemeClr val="bg1"/>
            </a:solidFill>
            <a:round/>
            <a:headEnd/>
            <a:tailEnd/>
          </a:ln>
        </p:spPr>
        <p:txBody>
          <a:bodyPr wrap="none" anchor="ctr"/>
          <a:lstStyle/>
          <a:p>
            <a:pPr algn="ctr"/>
            <a:r>
              <a:rPr lang="en-US" sz="1600" b="1" dirty="0">
                <a:solidFill>
                  <a:schemeClr val="bg1"/>
                </a:solidFill>
                <a:latin typeface="Book Antiqua" pitchFamily="18" charset="0"/>
              </a:rPr>
              <a:t>2</a:t>
            </a:r>
          </a:p>
        </p:txBody>
      </p:sp>
      <p:sp>
        <p:nvSpPr>
          <p:cNvPr id="18" name="Oval 17"/>
          <p:cNvSpPr>
            <a:spLocks noChangeArrowheads="1"/>
          </p:cNvSpPr>
          <p:nvPr/>
        </p:nvSpPr>
        <p:spPr bwMode="auto">
          <a:xfrm>
            <a:off x="2141994" y="4257092"/>
            <a:ext cx="338328" cy="338328"/>
          </a:xfrm>
          <a:prstGeom prst="ellipse">
            <a:avLst/>
          </a:prstGeom>
          <a:gradFill>
            <a:gsLst>
              <a:gs pos="21082">
                <a:srgbClr val="0000CC"/>
              </a:gs>
              <a:gs pos="16400">
                <a:srgbClr val="0000AB"/>
              </a:gs>
              <a:gs pos="5830">
                <a:srgbClr val="0000C0"/>
              </a:gs>
              <a:gs pos="10300">
                <a:srgbClr val="0000B7"/>
              </a:gs>
              <a:gs pos="0">
                <a:srgbClr val="0000CC"/>
              </a:gs>
              <a:gs pos="0">
                <a:srgbClr val="002060">
                  <a:alpha val="25000"/>
                </a:srgbClr>
              </a:gs>
              <a:gs pos="100000">
                <a:srgbClr val="000000"/>
              </a:gs>
            </a:gsLst>
            <a:path path="shape">
              <a:fillToRect l="50000" t="50000" r="50000" b="50000"/>
            </a:path>
          </a:gradFill>
          <a:ln w="19050">
            <a:solidFill>
              <a:schemeClr val="bg1"/>
            </a:solidFill>
            <a:round/>
            <a:headEnd/>
            <a:tailEnd/>
          </a:ln>
        </p:spPr>
        <p:txBody>
          <a:bodyPr wrap="none" anchor="ctr"/>
          <a:lstStyle/>
          <a:p>
            <a:pPr algn="ctr"/>
            <a:r>
              <a:rPr lang="en-US" sz="1600" b="1" dirty="0" smtClean="0">
                <a:solidFill>
                  <a:schemeClr val="bg1"/>
                </a:solidFill>
                <a:latin typeface="Book Antiqua" pitchFamily="18" charset="0"/>
              </a:rPr>
              <a:t>14</a:t>
            </a:r>
            <a:endParaRPr lang="en-US" sz="1600" b="1" dirty="0">
              <a:solidFill>
                <a:schemeClr val="bg1"/>
              </a:solidFill>
              <a:latin typeface="Book Antiqua" pitchFamily="18" charset="0"/>
            </a:endParaRPr>
          </a:p>
        </p:txBody>
      </p:sp>
      <p:sp>
        <p:nvSpPr>
          <p:cNvPr id="19" name="Oval 18"/>
          <p:cNvSpPr>
            <a:spLocks noChangeArrowheads="1"/>
          </p:cNvSpPr>
          <p:nvPr/>
        </p:nvSpPr>
        <p:spPr bwMode="auto">
          <a:xfrm>
            <a:off x="3654162" y="3407288"/>
            <a:ext cx="338328" cy="338328"/>
          </a:xfrm>
          <a:prstGeom prst="ellipse">
            <a:avLst/>
          </a:prstGeom>
          <a:gradFill>
            <a:gsLst>
              <a:gs pos="21082">
                <a:srgbClr val="0000CC"/>
              </a:gs>
              <a:gs pos="16400">
                <a:srgbClr val="0000AB"/>
              </a:gs>
              <a:gs pos="5830">
                <a:srgbClr val="0000C0"/>
              </a:gs>
              <a:gs pos="10300">
                <a:srgbClr val="0000B7"/>
              </a:gs>
              <a:gs pos="0">
                <a:srgbClr val="0000CC"/>
              </a:gs>
              <a:gs pos="0">
                <a:srgbClr val="002060">
                  <a:alpha val="25000"/>
                </a:srgbClr>
              </a:gs>
              <a:gs pos="100000">
                <a:srgbClr val="000000"/>
              </a:gs>
            </a:gsLst>
            <a:path path="shape">
              <a:fillToRect l="50000" t="50000" r="50000" b="50000"/>
            </a:path>
          </a:gradFill>
          <a:ln w="19050">
            <a:solidFill>
              <a:schemeClr val="bg1"/>
            </a:solidFill>
            <a:round/>
            <a:headEnd/>
            <a:tailEnd/>
          </a:ln>
        </p:spPr>
        <p:txBody>
          <a:bodyPr wrap="none" anchor="ctr"/>
          <a:lstStyle/>
          <a:p>
            <a:pPr algn="ctr"/>
            <a:r>
              <a:rPr lang="en-US" sz="1600" b="1" dirty="0" smtClean="0">
                <a:solidFill>
                  <a:schemeClr val="bg1"/>
                </a:solidFill>
                <a:latin typeface="Book Antiqua" pitchFamily="18" charset="0"/>
              </a:rPr>
              <a:t>20</a:t>
            </a:r>
            <a:endParaRPr lang="en-US" sz="1600" b="1" dirty="0">
              <a:solidFill>
                <a:schemeClr val="bg1"/>
              </a:solidFill>
              <a:latin typeface="Book Antiqua" pitchFamily="18" charset="0"/>
            </a:endParaRPr>
          </a:p>
        </p:txBody>
      </p:sp>
      <p:cxnSp>
        <p:nvCxnSpPr>
          <p:cNvPr id="40" name="Straight Connector 39"/>
          <p:cNvCxnSpPr>
            <a:stCxn id="44" idx="1"/>
          </p:cNvCxnSpPr>
          <p:nvPr/>
        </p:nvCxnSpPr>
        <p:spPr>
          <a:xfrm flipH="1" flipV="1">
            <a:off x="6942542" y="2821118"/>
            <a:ext cx="937631" cy="722017"/>
          </a:xfrm>
          <a:prstGeom prst="line">
            <a:avLst/>
          </a:prstGeom>
          <a:ln w="34925">
            <a:solidFill>
              <a:schemeClr val="tx1">
                <a:lumMod val="65000"/>
                <a:lumOff val="3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1" name="Straight Connector 40"/>
          <p:cNvCxnSpPr/>
          <p:nvPr/>
        </p:nvCxnSpPr>
        <p:spPr>
          <a:xfrm flipV="1">
            <a:off x="5828694" y="2723212"/>
            <a:ext cx="1069264" cy="900100"/>
          </a:xfrm>
          <a:prstGeom prst="line">
            <a:avLst/>
          </a:prstGeom>
          <a:ln w="34925">
            <a:solidFill>
              <a:schemeClr val="tx1">
                <a:lumMod val="65000"/>
                <a:lumOff val="3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2" name="Oval 41"/>
          <p:cNvSpPr>
            <a:spLocks noChangeArrowheads="1"/>
          </p:cNvSpPr>
          <p:nvPr/>
        </p:nvSpPr>
        <p:spPr bwMode="auto">
          <a:xfrm>
            <a:off x="6728794" y="2615200"/>
            <a:ext cx="338328" cy="338328"/>
          </a:xfrm>
          <a:prstGeom prst="ellipse">
            <a:avLst/>
          </a:prstGeom>
          <a:gradFill>
            <a:gsLst>
              <a:gs pos="21082">
                <a:srgbClr val="0000CC"/>
              </a:gs>
              <a:gs pos="16400">
                <a:srgbClr val="0000AB"/>
              </a:gs>
              <a:gs pos="5830">
                <a:srgbClr val="0000C0"/>
              </a:gs>
              <a:gs pos="10300">
                <a:srgbClr val="0000B7"/>
              </a:gs>
              <a:gs pos="0">
                <a:srgbClr val="0000CC"/>
              </a:gs>
              <a:gs pos="0">
                <a:srgbClr val="002060">
                  <a:alpha val="25000"/>
                </a:srgbClr>
              </a:gs>
              <a:gs pos="100000">
                <a:srgbClr val="000000"/>
              </a:gs>
            </a:gsLst>
            <a:path path="shape">
              <a:fillToRect l="50000" t="50000" r="50000" b="50000"/>
            </a:path>
          </a:gradFill>
          <a:ln w="19050">
            <a:solidFill>
              <a:schemeClr val="bg1"/>
            </a:solidFill>
            <a:round/>
            <a:headEnd/>
            <a:tailEnd/>
          </a:ln>
        </p:spPr>
        <p:txBody>
          <a:bodyPr wrap="none" anchor="ctr"/>
          <a:lstStyle/>
          <a:p>
            <a:pPr algn="ctr"/>
            <a:r>
              <a:rPr lang="en-US" sz="1600" b="1" dirty="0" smtClean="0">
                <a:solidFill>
                  <a:schemeClr val="bg1"/>
                </a:solidFill>
                <a:latin typeface="Book Antiqua" pitchFamily="18" charset="0"/>
              </a:rPr>
              <a:t>45</a:t>
            </a:r>
            <a:endParaRPr lang="en-US" sz="1600" b="1" dirty="0">
              <a:solidFill>
                <a:schemeClr val="bg1"/>
              </a:solidFill>
              <a:latin typeface="Book Antiqua" pitchFamily="18" charset="0"/>
            </a:endParaRPr>
          </a:p>
        </p:txBody>
      </p:sp>
      <p:sp>
        <p:nvSpPr>
          <p:cNvPr id="43" name="Oval 42"/>
          <p:cNvSpPr>
            <a:spLocks noChangeArrowheads="1"/>
          </p:cNvSpPr>
          <p:nvPr/>
        </p:nvSpPr>
        <p:spPr bwMode="auto">
          <a:xfrm>
            <a:off x="5584496" y="3515300"/>
            <a:ext cx="338328" cy="338328"/>
          </a:xfrm>
          <a:prstGeom prst="ellipse">
            <a:avLst/>
          </a:prstGeom>
          <a:gradFill>
            <a:gsLst>
              <a:gs pos="21082">
                <a:srgbClr val="0000CC"/>
              </a:gs>
              <a:gs pos="16400">
                <a:srgbClr val="0000AB"/>
              </a:gs>
              <a:gs pos="5830">
                <a:srgbClr val="0000C0"/>
              </a:gs>
              <a:gs pos="10300">
                <a:srgbClr val="0000B7"/>
              </a:gs>
              <a:gs pos="0">
                <a:srgbClr val="0000CC"/>
              </a:gs>
              <a:gs pos="0">
                <a:srgbClr val="002060">
                  <a:alpha val="25000"/>
                </a:srgbClr>
              </a:gs>
              <a:gs pos="100000">
                <a:srgbClr val="000000"/>
              </a:gs>
            </a:gsLst>
            <a:path path="shape">
              <a:fillToRect l="50000" t="50000" r="50000" b="50000"/>
            </a:path>
          </a:gradFill>
          <a:ln w="19050">
            <a:solidFill>
              <a:schemeClr val="bg1"/>
            </a:solidFill>
            <a:round/>
            <a:headEnd/>
            <a:tailEnd/>
          </a:ln>
        </p:spPr>
        <p:txBody>
          <a:bodyPr wrap="none" anchor="ctr"/>
          <a:lstStyle/>
          <a:p>
            <a:pPr algn="ctr"/>
            <a:r>
              <a:rPr lang="en-US" sz="1600" b="1" dirty="0" smtClean="0">
                <a:solidFill>
                  <a:schemeClr val="bg1"/>
                </a:solidFill>
                <a:latin typeface="Book Antiqua" pitchFamily="18" charset="0"/>
              </a:rPr>
              <a:t>3</a:t>
            </a:r>
            <a:r>
              <a:rPr lang="en-US" sz="1600" b="1" dirty="0">
                <a:solidFill>
                  <a:schemeClr val="bg1"/>
                </a:solidFill>
                <a:latin typeface="Book Antiqua" pitchFamily="18" charset="0"/>
              </a:rPr>
              <a:t>7</a:t>
            </a:r>
          </a:p>
        </p:txBody>
      </p:sp>
      <p:sp>
        <p:nvSpPr>
          <p:cNvPr id="44" name="Oval 43"/>
          <p:cNvSpPr>
            <a:spLocks noChangeArrowheads="1"/>
          </p:cNvSpPr>
          <p:nvPr/>
        </p:nvSpPr>
        <p:spPr bwMode="auto">
          <a:xfrm>
            <a:off x="7830626" y="3493588"/>
            <a:ext cx="338328" cy="338328"/>
          </a:xfrm>
          <a:prstGeom prst="ellipse">
            <a:avLst/>
          </a:prstGeom>
          <a:gradFill>
            <a:gsLst>
              <a:gs pos="21082">
                <a:srgbClr val="0000CC"/>
              </a:gs>
              <a:gs pos="16400">
                <a:srgbClr val="0000AB"/>
              </a:gs>
              <a:gs pos="5830">
                <a:srgbClr val="0000C0"/>
              </a:gs>
              <a:gs pos="10300">
                <a:srgbClr val="0000B7"/>
              </a:gs>
              <a:gs pos="0">
                <a:srgbClr val="0000CC"/>
              </a:gs>
              <a:gs pos="0">
                <a:srgbClr val="002060">
                  <a:alpha val="25000"/>
                </a:srgbClr>
              </a:gs>
              <a:gs pos="100000">
                <a:srgbClr val="000000"/>
              </a:gs>
            </a:gsLst>
            <a:path path="shape">
              <a:fillToRect l="50000" t="50000" r="50000" b="50000"/>
            </a:path>
          </a:gradFill>
          <a:ln w="19050">
            <a:solidFill>
              <a:schemeClr val="bg1"/>
            </a:solidFill>
            <a:round/>
            <a:headEnd/>
            <a:tailEnd/>
          </a:ln>
        </p:spPr>
        <p:txBody>
          <a:bodyPr wrap="none" anchor="ctr"/>
          <a:lstStyle/>
          <a:p>
            <a:pPr algn="ctr"/>
            <a:r>
              <a:rPr lang="en-US" sz="1600" b="1" dirty="0">
                <a:solidFill>
                  <a:schemeClr val="bg1"/>
                </a:solidFill>
                <a:latin typeface="Book Antiqua" pitchFamily="18" charset="0"/>
              </a:rPr>
              <a:t>5</a:t>
            </a:r>
            <a:r>
              <a:rPr lang="en-US" sz="1600" b="1" dirty="0" smtClean="0">
                <a:solidFill>
                  <a:schemeClr val="bg1"/>
                </a:solidFill>
                <a:latin typeface="Book Antiqua" pitchFamily="18" charset="0"/>
              </a:rPr>
              <a:t>5</a:t>
            </a:r>
            <a:endParaRPr lang="en-US" sz="1600" b="1" dirty="0">
              <a:solidFill>
                <a:schemeClr val="bg1"/>
              </a:solidFill>
              <a:latin typeface="Book Antiqua" pitchFamily="18" charset="0"/>
            </a:endParaRPr>
          </a:p>
        </p:txBody>
      </p:sp>
      <p:sp>
        <p:nvSpPr>
          <p:cNvPr id="39" name="Oval 38"/>
          <p:cNvSpPr>
            <a:spLocks noChangeArrowheads="1"/>
          </p:cNvSpPr>
          <p:nvPr/>
        </p:nvSpPr>
        <p:spPr bwMode="auto">
          <a:xfrm>
            <a:off x="2962266" y="4242800"/>
            <a:ext cx="338328" cy="338328"/>
          </a:xfrm>
          <a:prstGeom prst="ellipse">
            <a:avLst/>
          </a:prstGeom>
          <a:gradFill>
            <a:gsLst>
              <a:gs pos="21082">
                <a:srgbClr val="0000CC"/>
              </a:gs>
              <a:gs pos="16400">
                <a:srgbClr val="0000AB"/>
              </a:gs>
              <a:gs pos="5830">
                <a:srgbClr val="0000C0"/>
              </a:gs>
              <a:gs pos="10300">
                <a:srgbClr val="0000B7"/>
              </a:gs>
              <a:gs pos="0">
                <a:srgbClr val="0000CC"/>
              </a:gs>
              <a:gs pos="0">
                <a:srgbClr val="002060">
                  <a:alpha val="25000"/>
                </a:srgbClr>
              </a:gs>
              <a:gs pos="100000">
                <a:srgbClr val="000000"/>
              </a:gs>
            </a:gsLst>
            <a:path path="shape">
              <a:fillToRect l="50000" t="50000" r="50000" b="50000"/>
            </a:path>
          </a:gradFill>
          <a:ln w="19050">
            <a:solidFill>
              <a:schemeClr val="bg1"/>
            </a:solidFill>
            <a:round/>
            <a:headEnd/>
            <a:tailEnd/>
          </a:ln>
        </p:spPr>
        <p:txBody>
          <a:bodyPr wrap="none" anchor="ctr"/>
          <a:lstStyle/>
          <a:p>
            <a:pPr algn="ctr"/>
            <a:r>
              <a:rPr lang="en-US" sz="1600" b="1" dirty="0" smtClean="0">
                <a:solidFill>
                  <a:schemeClr val="bg1"/>
                </a:solidFill>
                <a:latin typeface="Book Antiqua" pitchFamily="18" charset="0"/>
              </a:rPr>
              <a:t>19</a:t>
            </a:r>
            <a:endParaRPr lang="en-US" sz="1600" b="1" dirty="0">
              <a:solidFill>
                <a:schemeClr val="bg1"/>
              </a:solidFill>
              <a:latin typeface="Book Antiqua" pitchFamily="18" charset="0"/>
            </a:endParaRPr>
          </a:p>
        </p:txBody>
      </p:sp>
      <p:cxnSp>
        <p:nvCxnSpPr>
          <p:cNvPr id="30" name="Straight Connector 29"/>
          <p:cNvCxnSpPr/>
          <p:nvPr/>
        </p:nvCxnSpPr>
        <p:spPr>
          <a:xfrm flipV="1">
            <a:off x="4918492" y="3767328"/>
            <a:ext cx="684486" cy="813799"/>
          </a:xfrm>
          <a:prstGeom prst="line">
            <a:avLst/>
          </a:prstGeom>
          <a:ln w="34925">
            <a:solidFill>
              <a:schemeClr val="tx1">
                <a:lumMod val="65000"/>
                <a:lumOff val="3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1" name="Oval 30"/>
          <p:cNvSpPr>
            <a:spLocks noChangeArrowheads="1"/>
          </p:cNvSpPr>
          <p:nvPr/>
        </p:nvSpPr>
        <p:spPr bwMode="auto">
          <a:xfrm>
            <a:off x="4749328" y="4411963"/>
            <a:ext cx="338328" cy="338328"/>
          </a:xfrm>
          <a:prstGeom prst="ellipse">
            <a:avLst/>
          </a:prstGeom>
          <a:gradFill>
            <a:gsLst>
              <a:gs pos="21082">
                <a:srgbClr val="0000CC"/>
              </a:gs>
              <a:gs pos="16400">
                <a:srgbClr val="0000AB"/>
              </a:gs>
              <a:gs pos="5830">
                <a:srgbClr val="0000C0"/>
              </a:gs>
              <a:gs pos="10300">
                <a:srgbClr val="0000B7"/>
              </a:gs>
              <a:gs pos="0">
                <a:srgbClr val="0000CC"/>
              </a:gs>
              <a:gs pos="0">
                <a:srgbClr val="002060">
                  <a:alpha val="25000"/>
                </a:srgbClr>
              </a:gs>
              <a:gs pos="100000">
                <a:srgbClr val="000000"/>
              </a:gs>
            </a:gsLst>
            <a:path path="shape">
              <a:fillToRect l="50000" t="50000" r="50000" b="50000"/>
            </a:path>
          </a:gradFill>
          <a:ln w="19050">
            <a:solidFill>
              <a:schemeClr val="bg1"/>
            </a:solidFill>
            <a:round/>
            <a:headEnd/>
            <a:tailEnd/>
          </a:ln>
        </p:spPr>
        <p:txBody>
          <a:bodyPr wrap="none" anchor="ctr"/>
          <a:lstStyle/>
          <a:p>
            <a:pPr algn="ctr"/>
            <a:r>
              <a:rPr lang="en-US" sz="1600" b="1" dirty="0" smtClean="0">
                <a:solidFill>
                  <a:schemeClr val="bg1"/>
                </a:solidFill>
                <a:latin typeface="Book Antiqua" pitchFamily="18" charset="0"/>
              </a:rPr>
              <a:t>32</a:t>
            </a:r>
            <a:endParaRPr lang="en-US" sz="1600" b="1" dirty="0">
              <a:solidFill>
                <a:schemeClr val="bg1"/>
              </a:solidFill>
              <a:latin typeface="Book Antiqua" pitchFamily="18" charset="0"/>
            </a:endParaRPr>
          </a:p>
        </p:txBody>
      </p:sp>
      <p:sp>
        <p:nvSpPr>
          <p:cNvPr id="32" name="Oval 31"/>
          <p:cNvSpPr>
            <a:spLocks noChangeArrowheads="1"/>
          </p:cNvSpPr>
          <p:nvPr/>
        </p:nvSpPr>
        <p:spPr bwMode="auto">
          <a:xfrm>
            <a:off x="6198062" y="4426256"/>
            <a:ext cx="338328" cy="338328"/>
          </a:xfrm>
          <a:prstGeom prst="ellipse">
            <a:avLst/>
          </a:prstGeom>
          <a:gradFill>
            <a:gsLst>
              <a:gs pos="21082">
                <a:srgbClr val="0000CC"/>
              </a:gs>
              <a:gs pos="16400">
                <a:srgbClr val="0000AB"/>
              </a:gs>
              <a:gs pos="5830">
                <a:srgbClr val="0000C0"/>
              </a:gs>
              <a:gs pos="10300">
                <a:srgbClr val="0000B7"/>
              </a:gs>
              <a:gs pos="0">
                <a:srgbClr val="0000CC"/>
              </a:gs>
              <a:gs pos="0">
                <a:srgbClr val="002060">
                  <a:alpha val="25000"/>
                </a:srgbClr>
              </a:gs>
              <a:gs pos="100000">
                <a:srgbClr val="000000"/>
              </a:gs>
            </a:gsLst>
            <a:path path="shape">
              <a:fillToRect l="50000" t="50000" r="50000" b="50000"/>
            </a:path>
          </a:gradFill>
          <a:ln w="19050">
            <a:solidFill>
              <a:schemeClr val="bg1"/>
            </a:solidFill>
            <a:round/>
            <a:headEnd/>
            <a:tailEnd/>
          </a:ln>
        </p:spPr>
        <p:txBody>
          <a:bodyPr wrap="none" anchor="ctr"/>
          <a:lstStyle/>
          <a:p>
            <a:pPr algn="ctr"/>
            <a:r>
              <a:rPr lang="en-US" sz="1600" b="1" dirty="0" smtClean="0">
                <a:solidFill>
                  <a:schemeClr val="bg1"/>
                </a:solidFill>
                <a:latin typeface="Book Antiqua" pitchFamily="18" charset="0"/>
              </a:rPr>
              <a:t>39</a:t>
            </a:r>
            <a:endParaRPr lang="en-US" sz="1600" b="1" dirty="0">
              <a:solidFill>
                <a:schemeClr val="bg1"/>
              </a:solidFill>
              <a:latin typeface="Book Antiqua" pitchFamily="18" charset="0"/>
            </a:endParaRPr>
          </a:p>
        </p:txBody>
      </p:sp>
      <p:sp>
        <p:nvSpPr>
          <p:cNvPr id="45" name="Oval 44"/>
          <p:cNvSpPr>
            <a:spLocks noChangeArrowheads="1"/>
          </p:cNvSpPr>
          <p:nvPr/>
        </p:nvSpPr>
        <p:spPr bwMode="auto">
          <a:xfrm>
            <a:off x="6846133" y="5276060"/>
            <a:ext cx="338328" cy="338328"/>
          </a:xfrm>
          <a:prstGeom prst="ellipse">
            <a:avLst/>
          </a:prstGeom>
          <a:gradFill>
            <a:gsLst>
              <a:gs pos="21082">
                <a:srgbClr val="0000CC"/>
              </a:gs>
              <a:gs pos="16400">
                <a:srgbClr val="0000AB"/>
              </a:gs>
              <a:gs pos="5830">
                <a:srgbClr val="0000C0"/>
              </a:gs>
              <a:gs pos="10300">
                <a:srgbClr val="0000B7"/>
              </a:gs>
              <a:gs pos="0">
                <a:srgbClr val="0000CC"/>
              </a:gs>
              <a:gs pos="0">
                <a:srgbClr val="002060">
                  <a:alpha val="25000"/>
                </a:srgbClr>
              </a:gs>
              <a:gs pos="100000">
                <a:srgbClr val="000000"/>
              </a:gs>
            </a:gsLst>
            <a:path path="shape">
              <a:fillToRect l="50000" t="50000" r="50000" b="50000"/>
            </a:path>
          </a:gradFill>
          <a:ln w="19050">
            <a:solidFill>
              <a:schemeClr val="bg1"/>
            </a:solidFill>
            <a:round/>
            <a:headEnd/>
            <a:tailEnd/>
          </a:ln>
        </p:spPr>
        <p:txBody>
          <a:bodyPr wrap="none" anchor="ctr"/>
          <a:lstStyle/>
          <a:p>
            <a:pPr algn="ctr"/>
            <a:r>
              <a:rPr lang="en-US" sz="1600" b="1" dirty="0" smtClean="0">
                <a:solidFill>
                  <a:schemeClr val="bg1"/>
                </a:solidFill>
                <a:latin typeface="Book Antiqua" pitchFamily="18" charset="0"/>
              </a:rPr>
              <a:t>41</a:t>
            </a:r>
            <a:endParaRPr lang="en-US" sz="1600" b="1" dirty="0">
              <a:solidFill>
                <a:schemeClr val="bg1"/>
              </a:solidFill>
              <a:latin typeface="Book Antiqua" pitchFamily="18" charset="0"/>
            </a:endParaRPr>
          </a:p>
        </p:txBody>
      </p:sp>
      <p:sp>
        <p:nvSpPr>
          <p:cNvPr id="47" name="Oval 46"/>
          <p:cNvSpPr>
            <a:spLocks noChangeArrowheads="1"/>
          </p:cNvSpPr>
          <p:nvPr/>
        </p:nvSpPr>
        <p:spPr bwMode="auto">
          <a:xfrm>
            <a:off x="7138730" y="4325663"/>
            <a:ext cx="338328" cy="338328"/>
          </a:xfrm>
          <a:prstGeom prst="ellipse">
            <a:avLst/>
          </a:prstGeom>
          <a:gradFill>
            <a:gsLst>
              <a:gs pos="21082">
                <a:srgbClr val="0000CC"/>
              </a:gs>
              <a:gs pos="16400">
                <a:srgbClr val="0000AB"/>
              </a:gs>
              <a:gs pos="5830">
                <a:srgbClr val="0000C0"/>
              </a:gs>
              <a:gs pos="10300">
                <a:srgbClr val="0000B7"/>
              </a:gs>
              <a:gs pos="0">
                <a:srgbClr val="0000CC"/>
              </a:gs>
              <a:gs pos="0">
                <a:srgbClr val="002060">
                  <a:alpha val="25000"/>
                </a:srgbClr>
              </a:gs>
              <a:gs pos="100000">
                <a:srgbClr val="000000"/>
              </a:gs>
            </a:gsLst>
            <a:path path="shape">
              <a:fillToRect l="50000" t="50000" r="50000" b="50000"/>
            </a:path>
          </a:gradFill>
          <a:ln w="19050">
            <a:solidFill>
              <a:schemeClr val="bg1"/>
            </a:solidFill>
            <a:round/>
            <a:headEnd/>
            <a:tailEnd/>
          </a:ln>
        </p:spPr>
        <p:txBody>
          <a:bodyPr wrap="none" anchor="ctr"/>
          <a:lstStyle/>
          <a:p>
            <a:pPr algn="ctr"/>
            <a:r>
              <a:rPr lang="en-US" sz="1600" b="1" dirty="0">
                <a:solidFill>
                  <a:schemeClr val="bg1"/>
                </a:solidFill>
                <a:latin typeface="Book Antiqua" pitchFamily="18" charset="0"/>
              </a:rPr>
              <a:t>5</a:t>
            </a:r>
            <a:r>
              <a:rPr lang="en-US" sz="1600" b="1" dirty="0" smtClean="0">
                <a:solidFill>
                  <a:schemeClr val="bg1"/>
                </a:solidFill>
                <a:latin typeface="Book Antiqua" pitchFamily="18" charset="0"/>
              </a:rPr>
              <a:t>2</a:t>
            </a:r>
            <a:endParaRPr lang="en-US" sz="1600" b="1" dirty="0">
              <a:solidFill>
                <a:schemeClr val="bg1"/>
              </a:solidFill>
              <a:latin typeface="Book Antiqua" pitchFamily="18" charset="0"/>
            </a:endParaRPr>
          </a:p>
        </p:txBody>
      </p:sp>
      <p:sp>
        <p:nvSpPr>
          <p:cNvPr id="49" name="TextBox 48"/>
          <p:cNvSpPr txBox="1"/>
          <p:nvPr/>
        </p:nvSpPr>
        <p:spPr>
          <a:xfrm>
            <a:off x="106452" y="5222071"/>
            <a:ext cx="3709464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b="1" dirty="0" smtClean="0">
                <a:latin typeface="Book Antiqua" pitchFamily="18" charset="0"/>
              </a:rPr>
              <a:t>The child of the deleted node is connected to the parent of the deleted node</a:t>
            </a:r>
            <a:endParaRPr lang="en-US" sz="2000" dirty="0">
              <a:latin typeface="Georgia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55700731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52" name="Straight Connector 51"/>
          <p:cNvCxnSpPr/>
          <p:nvPr/>
        </p:nvCxnSpPr>
        <p:spPr>
          <a:xfrm flipV="1">
            <a:off x="6247609" y="5530776"/>
            <a:ext cx="684486" cy="813799"/>
          </a:xfrm>
          <a:prstGeom prst="line">
            <a:avLst/>
          </a:prstGeom>
          <a:ln w="34925">
            <a:solidFill>
              <a:schemeClr val="tx1">
                <a:lumMod val="65000"/>
                <a:lumOff val="3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6" name="Straight Connector 45"/>
          <p:cNvCxnSpPr/>
          <p:nvPr/>
        </p:nvCxnSpPr>
        <p:spPr>
          <a:xfrm flipV="1">
            <a:off x="7307894" y="3681028"/>
            <a:ext cx="684486" cy="813799"/>
          </a:xfrm>
          <a:prstGeom prst="line">
            <a:avLst/>
          </a:prstGeom>
          <a:ln w="34925">
            <a:solidFill>
              <a:schemeClr val="tx1">
                <a:lumMod val="65000"/>
                <a:lumOff val="3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5" name="Straight Connector 34"/>
          <p:cNvCxnSpPr>
            <a:stCxn id="45" idx="1"/>
          </p:cNvCxnSpPr>
          <p:nvPr/>
        </p:nvCxnSpPr>
        <p:spPr>
          <a:xfrm flipH="1" flipV="1">
            <a:off x="6408204" y="4617132"/>
            <a:ext cx="487476" cy="708475"/>
          </a:xfrm>
          <a:prstGeom prst="line">
            <a:avLst/>
          </a:prstGeom>
          <a:ln w="34925">
            <a:solidFill>
              <a:schemeClr val="tx1">
                <a:lumMod val="65000"/>
                <a:lumOff val="3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4" name="Straight Connector 33"/>
          <p:cNvCxnSpPr>
            <a:stCxn id="32" idx="1"/>
          </p:cNvCxnSpPr>
          <p:nvPr/>
        </p:nvCxnSpPr>
        <p:spPr>
          <a:xfrm flipH="1" flipV="1">
            <a:off x="5760133" y="3767328"/>
            <a:ext cx="487476" cy="708475"/>
          </a:xfrm>
          <a:prstGeom prst="line">
            <a:avLst/>
          </a:prstGeom>
          <a:ln w="34925">
            <a:solidFill>
              <a:schemeClr val="tx1">
                <a:lumMod val="65000"/>
                <a:lumOff val="3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8" name="Straight Connector 37"/>
          <p:cNvCxnSpPr/>
          <p:nvPr/>
        </p:nvCxnSpPr>
        <p:spPr>
          <a:xfrm flipV="1">
            <a:off x="3131430" y="3598165"/>
            <a:ext cx="684486" cy="813799"/>
          </a:xfrm>
          <a:prstGeom prst="line">
            <a:avLst/>
          </a:prstGeom>
          <a:ln w="34925">
            <a:solidFill>
              <a:schemeClr val="tx1">
                <a:lumMod val="65000"/>
                <a:lumOff val="3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3" name="Straight Connector 32"/>
          <p:cNvCxnSpPr/>
          <p:nvPr/>
        </p:nvCxnSpPr>
        <p:spPr>
          <a:xfrm flipH="1" flipV="1">
            <a:off x="4687422" y="1725956"/>
            <a:ext cx="2210536" cy="1008862"/>
          </a:xfrm>
          <a:prstGeom prst="line">
            <a:avLst/>
          </a:prstGeom>
          <a:ln w="34925">
            <a:solidFill>
              <a:schemeClr val="tx1">
                <a:lumMod val="65000"/>
                <a:lumOff val="3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7" name="Straight Connector 26"/>
          <p:cNvCxnSpPr/>
          <p:nvPr/>
        </p:nvCxnSpPr>
        <p:spPr>
          <a:xfrm flipV="1">
            <a:off x="2840362" y="1725956"/>
            <a:ext cx="1829272" cy="932669"/>
          </a:xfrm>
          <a:prstGeom prst="line">
            <a:avLst/>
          </a:prstGeom>
          <a:ln w="34925">
            <a:solidFill>
              <a:schemeClr val="tx1">
                <a:lumMod val="65000"/>
                <a:lumOff val="3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6" name="Straight Connector 25"/>
          <p:cNvCxnSpPr>
            <a:stCxn id="19" idx="1"/>
          </p:cNvCxnSpPr>
          <p:nvPr/>
        </p:nvCxnSpPr>
        <p:spPr>
          <a:xfrm flipH="1" flipV="1">
            <a:off x="2766078" y="2734818"/>
            <a:ext cx="937631" cy="722017"/>
          </a:xfrm>
          <a:prstGeom prst="line">
            <a:avLst/>
          </a:prstGeom>
          <a:ln w="34925">
            <a:solidFill>
              <a:schemeClr val="tx1">
                <a:lumMod val="65000"/>
                <a:lumOff val="3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" name="Straight Connector 24"/>
          <p:cNvCxnSpPr/>
          <p:nvPr/>
        </p:nvCxnSpPr>
        <p:spPr>
          <a:xfrm flipV="1">
            <a:off x="1652230" y="2636912"/>
            <a:ext cx="1069264" cy="900100"/>
          </a:xfrm>
          <a:prstGeom prst="line">
            <a:avLst/>
          </a:prstGeom>
          <a:ln w="34925">
            <a:solidFill>
              <a:schemeClr val="tx1">
                <a:lumMod val="65000"/>
                <a:lumOff val="3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" name="Straight Connector 21"/>
          <p:cNvCxnSpPr>
            <a:stCxn id="18" idx="1"/>
          </p:cNvCxnSpPr>
          <p:nvPr/>
        </p:nvCxnSpPr>
        <p:spPr>
          <a:xfrm flipH="1" flipV="1">
            <a:off x="1577196" y="3598165"/>
            <a:ext cx="614345" cy="708474"/>
          </a:xfrm>
          <a:prstGeom prst="line">
            <a:avLst/>
          </a:prstGeom>
          <a:ln w="34925">
            <a:solidFill>
              <a:schemeClr val="tx1">
                <a:lumMod val="65000"/>
                <a:lumOff val="3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" name="Straight Connector 2"/>
          <p:cNvCxnSpPr/>
          <p:nvPr/>
        </p:nvCxnSpPr>
        <p:spPr>
          <a:xfrm flipV="1">
            <a:off x="892710" y="3598165"/>
            <a:ext cx="684486" cy="813799"/>
          </a:xfrm>
          <a:prstGeom prst="line">
            <a:avLst/>
          </a:prstGeom>
          <a:ln w="34925">
            <a:solidFill>
              <a:schemeClr val="tx1">
                <a:lumMod val="65000"/>
                <a:lumOff val="3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Rectangle 3"/>
          <p:cNvSpPr txBox="1">
            <a:spLocks noChangeArrowheads="1"/>
          </p:cNvSpPr>
          <p:nvPr/>
        </p:nvSpPr>
        <p:spPr>
          <a:xfrm>
            <a:off x="257571" y="8620"/>
            <a:ext cx="7770813" cy="609600"/>
          </a:xfrm>
          <a:prstGeom prst="rect">
            <a:avLst/>
          </a:prstGeom>
          <a:effectLst>
            <a:outerShdw dist="35921" dir="2700000" algn="ctr" rotWithShape="0">
              <a:schemeClr val="bg2"/>
            </a:outerShdw>
          </a:effectLst>
        </p:spPr>
        <p:txBody>
          <a:bodyPr>
            <a:normAutofit fontScale="97500" lnSpcReduction="10000"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r>
              <a:rPr lang="en-US" altLang="ja-JP" sz="3600" b="1" dirty="0" smtClean="0">
                <a:solidFill>
                  <a:srgbClr val="A50021"/>
                </a:solidFill>
                <a:latin typeface="Verdana" pitchFamily="34" charset="0"/>
                <a:ea typeface="ＭＳ Ｐゴシック" pitchFamily="34" charset="-128"/>
              </a:rPr>
              <a:t>BST: Deletion</a:t>
            </a:r>
            <a:endParaRPr lang="en-US" altLang="ja-JP" sz="3600" b="1" dirty="0">
              <a:solidFill>
                <a:srgbClr val="A50021"/>
              </a:solidFill>
              <a:latin typeface="Verdana" pitchFamily="34" charset="0"/>
              <a:ea typeface="ＭＳ Ｐゴシック" pitchFamily="34" charset="-128"/>
            </a:endParaRPr>
          </a:p>
        </p:txBody>
      </p:sp>
      <p:sp>
        <p:nvSpPr>
          <p:cNvPr id="5" name="Line 5"/>
          <p:cNvSpPr>
            <a:spLocks noChangeShapeType="1"/>
          </p:cNvSpPr>
          <p:nvPr/>
        </p:nvSpPr>
        <p:spPr bwMode="auto">
          <a:xfrm>
            <a:off x="302060" y="620688"/>
            <a:ext cx="8382000" cy="0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/>
          </a:ln>
          <a:effectLst>
            <a:outerShdw dist="35921" dir="2700000" algn="ctr" rotWithShape="0">
              <a:schemeClr val="bg2"/>
            </a:outerShdw>
          </a:effectLst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0" name="Oval 9"/>
          <p:cNvSpPr>
            <a:spLocks noChangeArrowheads="1"/>
          </p:cNvSpPr>
          <p:nvPr/>
        </p:nvSpPr>
        <p:spPr bwMode="auto">
          <a:xfrm>
            <a:off x="4518258" y="1556792"/>
            <a:ext cx="338328" cy="338328"/>
          </a:xfrm>
          <a:prstGeom prst="ellipse">
            <a:avLst/>
          </a:prstGeom>
          <a:gradFill>
            <a:gsLst>
              <a:gs pos="21082">
                <a:srgbClr val="0000CC"/>
              </a:gs>
              <a:gs pos="16400">
                <a:srgbClr val="0000AB"/>
              </a:gs>
              <a:gs pos="5830">
                <a:srgbClr val="0000C0"/>
              </a:gs>
              <a:gs pos="10300">
                <a:srgbClr val="0000B7"/>
              </a:gs>
              <a:gs pos="0">
                <a:srgbClr val="0000CC"/>
              </a:gs>
              <a:gs pos="0">
                <a:srgbClr val="002060">
                  <a:alpha val="25000"/>
                </a:srgbClr>
              </a:gs>
              <a:gs pos="100000">
                <a:srgbClr val="000000"/>
              </a:gs>
            </a:gsLst>
            <a:path path="shape">
              <a:fillToRect l="50000" t="50000" r="50000" b="50000"/>
            </a:path>
          </a:gradFill>
          <a:ln w="19050">
            <a:solidFill>
              <a:schemeClr val="bg1"/>
            </a:solidFill>
            <a:round/>
            <a:headEnd/>
            <a:tailEnd/>
          </a:ln>
        </p:spPr>
        <p:txBody>
          <a:bodyPr wrap="none" anchor="ctr"/>
          <a:lstStyle/>
          <a:p>
            <a:pPr algn="ctr"/>
            <a:r>
              <a:rPr lang="en-US" sz="1600" b="1" dirty="0" smtClean="0">
                <a:solidFill>
                  <a:schemeClr val="bg1"/>
                </a:solidFill>
                <a:latin typeface="Book Antiqua" pitchFamily="18" charset="0"/>
              </a:rPr>
              <a:t>27</a:t>
            </a:r>
            <a:endParaRPr lang="en-US" sz="1600" b="1" dirty="0">
              <a:solidFill>
                <a:schemeClr val="bg1"/>
              </a:solidFill>
              <a:latin typeface="Book Antiqua" pitchFamily="18" charset="0"/>
            </a:endParaRPr>
          </a:p>
        </p:txBody>
      </p:sp>
      <p:sp>
        <p:nvSpPr>
          <p:cNvPr id="14" name="Oval 13"/>
          <p:cNvSpPr>
            <a:spLocks noChangeArrowheads="1"/>
          </p:cNvSpPr>
          <p:nvPr/>
        </p:nvSpPr>
        <p:spPr bwMode="auto">
          <a:xfrm>
            <a:off x="2552330" y="2528900"/>
            <a:ext cx="338328" cy="338328"/>
          </a:xfrm>
          <a:prstGeom prst="ellipse">
            <a:avLst/>
          </a:prstGeom>
          <a:gradFill>
            <a:gsLst>
              <a:gs pos="21082">
                <a:srgbClr val="0000CC"/>
              </a:gs>
              <a:gs pos="16400">
                <a:srgbClr val="0000AB"/>
              </a:gs>
              <a:gs pos="5830">
                <a:srgbClr val="0000C0"/>
              </a:gs>
              <a:gs pos="10300">
                <a:srgbClr val="0000B7"/>
              </a:gs>
              <a:gs pos="0">
                <a:srgbClr val="0000CC"/>
              </a:gs>
              <a:gs pos="0">
                <a:srgbClr val="002060">
                  <a:alpha val="25000"/>
                </a:srgbClr>
              </a:gs>
              <a:gs pos="100000">
                <a:srgbClr val="000000"/>
              </a:gs>
            </a:gsLst>
            <a:path path="shape">
              <a:fillToRect l="50000" t="50000" r="50000" b="50000"/>
            </a:path>
          </a:gradFill>
          <a:ln w="19050">
            <a:solidFill>
              <a:schemeClr val="bg1"/>
            </a:solidFill>
            <a:round/>
            <a:headEnd/>
            <a:tailEnd/>
          </a:ln>
        </p:spPr>
        <p:txBody>
          <a:bodyPr wrap="none" anchor="ctr"/>
          <a:lstStyle/>
          <a:p>
            <a:pPr algn="ctr"/>
            <a:r>
              <a:rPr lang="en-US" sz="1600" b="1" dirty="0" smtClean="0">
                <a:solidFill>
                  <a:schemeClr val="bg1"/>
                </a:solidFill>
                <a:latin typeface="Book Antiqua" pitchFamily="18" charset="0"/>
              </a:rPr>
              <a:t>15</a:t>
            </a:r>
            <a:endParaRPr lang="en-US" sz="1600" b="1" dirty="0">
              <a:solidFill>
                <a:schemeClr val="bg1"/>
              </a:solidFill>
              <a:latin typeface="Book Antiqua" pitchFamily="18" charset="0"/>
            </a:endParaRPr>
          </a:p>
        </p:txBody>
      </p:sp>
      <p:sp>
        <p:nvSpPr>
          <p:cNvPr id="16" name="Oval 15"/>
          <p:cNvSpPr>
            <a:spLocks noChangeArrowheads="1"/>
          </p:cNvSpPr>
          <p:nvPr/>
        </p:nvSpPr>
        <p:spPr bwMode="auto">
          <a:xfrm>
            <a:off x="1408032" y="3429000"/>
            <a:ext cx="338328" cy="338328"/>
          </a:xfrm>
          <a:prstGeom prst="ellipse">
            <a:avLst/>
          </a:prstGeom>
          <a:gradFill>
            <a:gsLst>
              <a:gs pos="21082">
                <a:srgbClr val="0000CC"/>
              </a:gs>
              <a:gs pos="16400">
                <a:srgbClr val="0000AB"/>
              </a:gs>
              <a:gs pos="5830">
                <a:srgbClr val="0000C0"/>
              </a:gs>
              <a:gs pos="10300">
                <a:srgbClr val="0000B7"/>
              </a:gs>
              <a:gs pos="0">
                <a:srgbClr val="0000CC"/>
              </a:gs>
              <a:gs pos="0">
                <a:srgbClr val="002060">
                  <a:alpha val="25000"/>
                </a:srgbClr>
              </a:gs>
              <a:gs pos="100000">
                <a:srgbClr val="000000"/>
              </a:gs>
            </a:gsLst>
            <a:path path="shape">
              <a:fillToRect l="50000" t="50000" r="50000" b="50000"/>
            </a:path>
          </a:gradFill>
          <a:ln w="19050">
            <a:solidFill>
              <a:schemeClr val="bg1"/>
            </a:solidFill>
            <a:round/>
            <a:headEnd/>
            <a:tailEnd/>
          </a:ln>
        </p:spPr>
        <p:txBody>
          <a:bodyPr wrap="none" anchor="ctr"/>
          <a:lstStyle/>
          <a:p>
            <a:pPr algn="ctr"/>
            <a:r>
              <a:rPr lang="en-US" sz="1600" b="1" dirty="0">
                <a:solidFill>
                  <a:schemeClr val="bg1"/>
                </a:solidFill>
                <a:latin typeface="Book Antiqua" pitchFamily="18" charset="0"/>
              </a:rPr>
              <a:t>7</a:t>
            </a:r>
          </a:p>
        </p:txBody>
      </p:sp>
      <p:sp>
        <p:nvSpPr>
          <p:cNvPr id="17" name="Oval 16"/>
          <p:cNvSpPr>
            <a:spLocks noChangeArrowheads="1"/>
          </p:cNvSpPr>
          <p:nvPr/>
        </p:nvSpPr>
        <p:spPr bwMode="auto">
          <a:xfrm>
            <a:off x="723546" y="4242800"/>
            <a:ext cx="338328" cy="338328"/>
          </a:xfrm>
          <a:prstGeom prst="ellipse">
            <a:avLst/>
          </a:prstGeom>
          <a:gradFill>
            <a:gsLst>
              <a:gs pos="21082">
                <a:srgbClr val="0000CC"/>
              </a:gs>
              <a:gs pos="16400">
                <a:srgbClr val="0000AB"/>
              </a:gs>
              <a:gs pos="5830">
                <a:srgbClr val="0000C0"/>
              </a:gs>
              <a:gs pos="10300">
                <a:srgbClr val="0000B7"/>
              </a:gs>
              <a:gs pos="0">
                <a:srgbClr val="0000CC"/>
              </a:gs>
              <a:gs pos="0">
                <a:srgbClr val="002060">
                  <a:alpha val="25000"/>
                </a:srgbClr>
              </a:gs>
              <a:gs pos="100000">
                <a:srgbClr val="000000"/>
              </a:gs>
            </a:gsLst>
            <a:path path="shape">
              <a:fillToRect l="50000" t="50000" r="50000" b="50000"/>
            </a:path>
          </a:gradFill>
          <a:ln w="19050">
            <a:solidFill>
              <a:schemeClr val="bg1"/>
            </a:solidFill>
            <a:round/>
            <a:headEnd/>
            <a:tailEnd/>
          </a:ln>
        </p:spPr>
        <p:txBody>
          <a:bodyPr wrap="none" anchor="ctr"/>
          <a:lstStyle/>
          <a:p>
            <a:pPr algn="ctr"/>
            <a:r>
              <a:rPr lang="en-US" sz="1600" b="1" dirty="0">
                <a:solidFill>
                  <a:schemeClr val="bg1"/>
                </a:solidFill>
                <a:latin typeface="Book Antiqua" pitchFamily="18" charset="0"/>
              </a:rPr>
              <a:t>2</a:t>
            </a:r>
          </a:p>
        </p:txBody>
      </p:sp>
      <p:sp>
        <p:nvSpPr>
          <p:cNvPr id="18" name="Oval 17"/>
          <p:cNvSpPr>
            <a:spLocks noChangeArrowheads="1"/>
          </p:cNvSpPr>
          <p:nvPr/>
        </p:nvSpPr>
        <p:spPr bwMode="auto">
          <a:xfrm>
            <a:off x="2141994" y="4257092"/>
            <a:ext cx="338328" cy="338328"/>
          </a:xfrm>
          <a:prstGeom prst="ellipse">
            <a:avLst/>
          </a:prstGeom>
          <a:gradFill>
            <a:gsLst>
              <a:gs pos="21082">
                <a:srgbClr val="0000CC"/>
              </a:gs>
              <a:gs pos="16400">
                <a:srgbClr val="0000AB"/>
              </a:gs>
              <a:gs pos="5830">
                <a:srgbClr val="0000C0"/>
              </a:gs>
              <a:gs pos="10300">
                <a:srgbClr val="0000B7"/>
              </a:gs>
              <a:gs pos="0">
                <a:srgbClr val="0000CC"/>
              </a:gs>
              <a:gs pos="0">
                <a:srgbClr val="002060">
                  <a:alpha val="25000"/>
                </a:srgbClr>
              </a:gs>
              <a:gs pos="100000">
                <a:srgbClr val="000000"/>
              </a:gs>
            </a:gsLst>
            <a:path path="shape">
              <a:fillToRect l="50000" t="50000" r="50000" b="50000"/>
            </a:path>
          </a:gradFill>
          <a:ln w="19050">
            <a:solidFill>
              <a:schemeClr val="bg1"/>
            </a:solidFill>
            <a:round/>
            <a:headEnd/>
            <a:tailEnd/>
          </a:ln>
        </p:spPr>
        <p:txBody>
          <a:bodyPr wrap="none" anchor="ctr"/>
          <a:lstStyle/>
          <a:p>
            <a:pPr algn="ctr"/>
            <a:r>
              <a:rPr lang="en-US" sz="1600" b="1" dirty="0" smtClean="0">
                <a:solidFill>
                  <a:schemeClr val="bg1"/>
                </a:solidFill>
                <a:latin typeface="Book Antiqua" pitchFamily="18" charset="0"/>
              </a:rPr>
              <a:t>14</a:t>
            </a:r>
            <a:endParaRPr lang="en-US" sz="1600" b="1" dirty="0">
              <a:solidFill>
                <a:schemeClr val="bg1"/>
              </a:solidFill>
              <a:latin typeface="Book Antiqua" pitchFamily="18" charset="0"/>
            </a:endParaRPr>
          </a:p>
        </p:txBody>
      </p:sp>
      <p:sp>
        <p:nvSpPr>
          <p:cNvPr id="19" name="Oval 18"/>
          <p:cNvSpPr>
            <a:spLocks noChangeArrowheads="1"/>
          </p:cNvSpPr>
          <p:nvPr/>
        </p:nvSpPr>
        <p:spPr bwMode="auto">
          <a:xfrm>
            <a:off x="3654162" y="3407288"/>
            <a:ext cx="338328" cy="338328"/>
          </a:xfrm>
          <a:prstGeom prst="ellipse">
            <a:avLst/>
          </a:prstGeom>
          <a:gradFill>
            <a:gsLst>
              <a:gs pos="21082">
                <a:srgbClr val="0000CC"/>
              </a:gs>
              <a:gs pos="16400">
                <a:srgbClr val="0000AB"/>
              </a:gs>
              <a:gs pos="5830">
                <a:srgbClr val="0000C0"/>
              </a:gs>
              <a:gs pos="10300">
                <a:srgbClr val="0000B7"/>
              </a:gs>
              <a:gs pos="0">
                <a:srgbClr val="0000CC"/>
              </a:gs>
              <a:gs pos="0">
                <a:srgbClr val="002060">
                  <a:alpha val="25000"/>
                </a:srgbClr>
              </a:gs>
              <a:gs pos="100000">
                <a:srgbClr val="000000"/>
              </a:gs>
            </a:gsLst>
            <a:path path="shape">
              <a:fillToRect l="50000" t="50000" r="50000" b="50000"/>
            </a:path>
          </a:gradFill>
          <a:ln w="19050">
            <a:solidFill>
              <a:schemeClr val="bg1"/>
            </a:solidFill>
            <a:round/>
            <a:headEnd/>
            <a:tailEnd/>
          </a:ln>
        </p:spPr>
        <p:txBody>
          <a:bodyPr wrap="none" anchor="ctr"/>
          <a:lstStyle/>
          <a:p>
            <a:pPr algn="ctr"/>
            <a:r>
              <a:rPr lang="en-US" sz="1600" b="1" dirty="0" smtClean="0">
                <a:solidFill>
                  <a:schemeClr val="bg1"/>
                </a:solidFill>
                <a:latin typeface="Book Antiqua" pitchFamily="18" charset="0"/>
              </a:rPr>
              <a:t>20</a:t>
            </a:r>
            <a:endParaRPr lang="en-US" sz="1600" b="1" dirty="0">
              <a:solidFill>
                <a:schemeClr val="bg1"/>
              </a:solidFill>
              <a:latin typeface="Book Antiqua" pitchFamily="18" charset="0"/>
            </a:endParaRPr>
          </a:p>
        </p:txBody>
      </p:sp>
      <p:cxnSp>
        <p:nvCxnSpPr>
          <p:cNvPr id="40" name="Straight Connector 39"/>
          <p:cNvCxnSpPr>
            <a:stCxn id="44" idx="1"/>
          </p:cNvCxnSpPr>
          <p:nvPr/>
        </p:nvCxnSpPr>
        <p:spPr>
          <a:xfrm flipH="1" flipV="1">
            <a:off x="6942542" y="2821118"/>
            <a:ext cx="937631" cy="722017"/>
          </a:xfrm>
          <a:prstGeom prst="line">
            <a:avLst/>
          </a:prstGeom>
          <a:ln w="34925">
            <a:solidFill>
              <a:schemeClr val="tx1">
                <a:lumMod val="65000"/>
                <a:lumOff val="3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1" name="Straight Connector 40"/>
          <p:cNvCxnSpPr/>
          <p:nvPr/>
        </p:nvCxnSpPr>
        <p:spPr>
          <a:xfrm flipV="1">
            <a:off x="5828694" y="2723212"/>
            <a:ext cx="1069264" cy="900100"/>
          </a:xfrm>
          <a:prstGeom prst="line">
            <a:avLst/>
          </a:prstGeom>
          <a:ln w="34925">
            <a:solidFill>
              <a:schemeClr val="tx1">
                <a:lumMod val="65000"/>
                <a:lumOff val="3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2" name="Oval 41"/>
          <p:cNvSpPr>
            <a:spLocks noChangeArrowheads="1"/>
          </p:cNvSpPr>
          <p:nvPr/>
        </p:nvSpPr>
        <p:spPr bwMode="auto">
          <a:xfrm>
            <a:off x="6728794" y="2615200"/>
            <a:ext cx="338328" cy="338328"/>
          </a:xfrm>
          <a:prstGeom prst="ellipse">
            <a:avLst/>
          </a:prstGeom>
          <a:gradFill>
            <a:gsLst>
              <a:gs pos="21082">
                <a:srgbClr val="0000CC"/>
              </a:gs>
              <a:gs pos="16400">
                <a:srgbClr val="0000AB"/>
              </a:gs>
              <a:gs pos="5830">
                <a:srgbClr val="0000C0"/>
              </a:gs>
              <a:gs pos="10300">
                <a:srgbClr val="0000B7"/>
              </a:gs>
              <a:gs pos="0">
                <a:srgbClr val="0000CC"/>
              </a:gs>
              <a:gs pos="0">
                <a:srgbClr val="002060">
                  <a:alpha val="25000"/>
                </a:srgbClr>
              </a:gs>
              <a:gs pos="100000">
                <a:srgbClr val="000000"/>
              </a:gs>
            </a:gsLst>
            <a:path path="shape">
              <a:fillToRect l="50000" t="50000" r="50000" b="50000"/>
            </a:path>
          </a:gradFill>
          <a:ln w="19050">
            <a:solidFill>
              <a:schemeClr val="bg1"/>
            </a:solidFill>
            <a:round/>
            <a:headEnd/>
            <a:tailEnd/>
          </a:ln>
        </p:spPr>
        <p:txBody>
          <a:bodyPr wrap="none" anchor="ctr"/>
          <a:lstStyle/>
          <a:p>
            <a:pPr algn="ctr"/>
            <a:r>
              <a:rPr lang="en-US" sz="1600" b="1" dirty="0" smtClean="0">
                <a:solidFill>
                  <a:schemeClr val="bg1"/>
                </a:solidFill>
                <a:latin typeface="Book Antiqua" pitchFamily="18" charset="0"/>
              </a:rPr>
              <a:t>45</a:t>
            </a:r>
            <a:endParaRPr lang="en-US" sz="1600" b="1" dirty="0">
              <a:solidFill>
                <a:schemeClr val="bg1"/>
              </a:solidFill>
              <a:latin typeface="Book Antiqua" pitchFamily="18" charset="0"/>
            </a:endParaRPr>
          </a:p>
        </p:txBody>
      </p:sp>
      <p:sp>
        <p:nvSpPr>
          <p:cNvPr id="43" name="Oval 42"/>
          <p:cNvSpPr>
            <a:spLocks noChangeArrowheads="1"/>
          </p:cNvSpPr>
          <p:nvPr/>
        </p:nvSpPr>
        <p:spPr bwMode="auto">
          <a:xfrm>
            <a:off x="5584496" y="3515300"/>
            <a:ext cx="338328" cy="338328"/>
          </a:xfrm>
          <a:prstGeom prst="ellipse">
            <a:avLst/>
          </a:prstGeom>
          <a:gradFill>
            <a:gsLst>
              <a:gs pos="21082">
                <a:srgbClr val="0000CC"/>
              </a:gs>
              <a:gs pos="16400">
                <a:srgbClr val="0000AB"/>
              </a:gs>
              <a:gs pos="5830">
                <a:srgbClr val="0000C0"/>
              </a:gs>
              <a:gs pos="10300">
                <a:srgbClr val="0000B7"/>
              </a:gs>
              <a:gs pos="0">
                <a:srgbClr val="0000CC"/>
              </a:gs>
              <a:gs pos="0">
                <a:srgbClr val="002060">
                  <a:alpha val="25000"/>
                </a:srgbClr>
              </a:gs>
              <a:gs pos="100000">
                <a:srgbClr val="000000"/>
              </a:gs>
            </a:gsLst>
            <a:path path="shape">
              <a:fillToRect l="50000" t="50000" r="50000" b="50000"/>
            </a:path>
          </a:gradFill>
          <a:ln w="19050">
            <a:solidFill>
              <a:schemeClr val="bg1"/>
            </a:solidFill>
            <a:round/>
            <a:headEnd/>
            <a:tailEnd/>
          </a:ln>
        </p:spPr>
        <p:txBody>
          <a:bodyPr wrap="none" anchor="ctr"/>
          <a:lstStyle/>
          <a:p>
            <a:pPr algn="ctr"/>
            <a:r>
              <a:rPr lang="en-US" sz="1600" b="1" dirty="0" smtClean="0">
                <a:solidFill>
                  <a:schemeClr val="bg1"/>
                </a:solidFill>
                <a:latin typeface="Book Antiqua" pitchFamily="18" charset="0"/>
              </a:rPr>
              <a:t>3</a:t>
            </a:r>
            <a:r>
              <a:rPr lang="en-US" sz="1600" b="1" dirty="0">
                <a:solidFill>
                  <a:schemeClr val="bg1"/>
                </a:solidFill>
                <a:latin typeface="Book Antiqua" pitchFamily="18" charset="0"/>
              </a:rPr>
              <a:t>7</a:t>
            </a:r>
          </a:p>
        </p:txBody>
      </p:sp>
      <p:sp>
        <p:nvSpPr>
          <p:cNvPr id="44" name="Oval 43"/>
          <p:cNvSpPr>
            <a:spLocks noChangeArrowheads="1"/>
          </p:cNvSpPr>
          <p:nvPr/>
        </p:nvSpPr>
        <p:spPr bwMode="auto">
          <a:xfrm>
            <a:off x="7830626" y="3493588"/>
            <a:ext cx="338328" cy="338328"/>
          </a:xfrm>
          <a:prstGeom prst="ellipse">
            <a:avLst/>
          </a:prstGeom>
          <a:gradFill>
            <a:gsLst>
              <a:gs pos="21082">
                <a:srgbClr val="0000CC"/>
              </a:gs>
              <a:gs pos="16400">
                <a:srgbClr val="0000AB"/>
              </a:gs>
              <a:gs pos="5830">
                <a:srgbClr val="0000C0"/>
              </a:gs>
              <a:gs pos="10300">
                <a:srgbClr val="0000B7"/>
              </a:gs>
              <a:gs pos="0">
                <a:srgbClr val="0000CC"/>
              </a:gs>
              <a:gs pos="0">
                <a:srgbClr val="002060">
                  <a:alpha val="25000"/>
                </a:srgbClr>
              </a:gs>
              <a:gs pos="100000">
                <a:srgbClr val="000000"/>
              </a:gs>
            </a:gsLst>
            <a:path path="shape">
              <a:fillToRect l="50000" t="50000" r="50000" b="50000"/>
            </a:path>
          </a:gradFill>
          <a:ln w="19050">
            <a:solidFill>
              <a:schemeClr val="bg1"/>
            </a:solidFill>
            <a:round/>
            <a:headEnd/>
            <a:tailEnd/>
          </a:ln>
        </p:spPr>
        <p:txBody>
          <a:bodyPr wrap="none" anchor="ctr"/>
          <a:lstStyle/>
          <a:p>
            <a:pPr algn="ctr"/>
            <a:r>
              <a:rPr lang="en-US" sz="1600" b="1" dirty="0">
                <a:solidFill>
                  <a:schemeClr val="bg1"/>
                </a:solidFill>
                <a:latin typeface="Book Antiqua" pitchFamily="18" charset="0"/>
              </a:rPr>
              <a:t>5</a:t>
            </a:r>
            <a:r>
              <a:rPr lang="en-US" sz="1600" b="1" dirty="0" smtClean="0">
                <a:solidFill>
                  <a:schemeClr val="bg1"/>
                </a:solidFill>
                <a:latin typeface="Book Antiqua" pitchFamily="18" charset="0"/>
              </a:rPr>
              <a:t>5</a:t>
            </a:r>
            <a:endParaRPr lang="en-US" sz="1600" b="1" dirty="0">
              <a:solidFill>
                <a:schemeClr val="bg1"/>
              </a:solidFill>
              <a:latin typeface="Book Antiqua" pitchFamily="18" charset="0"/>
            </a:endParaRPr>
          </a:p>
        </p:txBody>
      </p:sp>
      <p:sp>
        <p:nvSpPr>
          <p:cNvPr id="39" name="Oval 38"/>
          <p:cNvSpPr>
            <a:spLocks noChangeArrowheads="1"/>
          </p:cNvSpPr>
          <p:nvPr/>
        </p:nvSpPr>
        <p:spPr bwMode="auto">
          <a:xfrm>
            <a:off x="2962266" y="4242800"/>
            <a:ext cx="338328" cy="338328"/>
          </a:xfrm>
          <a:prstGeom prst="ellipse">
            <a:avLst/>
          </a:prstGeom>
          <a:gradFill>
            <a:gsLst>
              <a:gs pos="21082">
                <a:srgbClr val="0000CC"/>
              </a:gs>
              <a:gs pos="16400">
                <a:srgbClr val="0000AB"/>
              </a:gs>
              <a:gs pos="5830">
                <a:srgbClr val="0000C0"/>
              </a:gs>
              <a:gs pos="10300">
                <a:srgbClr val="0000B7"/>
              </a:gs>
              <a:gs pos="0">
                <a:srgbClr val="0000CC"/>
              </a:gs>
              <a:gs pos="0">
                <a:srgbClr val="002060">
                  <a:alpha val="25000"/>
                </a:srgbClr>
              </a:gs>
              <a:gs pos="100000">
                <a:srgbClr val="000000"/>
              </a:gs>
            </a:gsLst>
            <a:path path="shape">
              <a:fillToRect l="50000" t="50000" r="50000" b="50000"/>
            </a:path>
          </a:gradFill>
          <a:ln w="19050">
            <a:solidFill>
              <a:schemeClr val="bg1"/>
            </a:solidFill>
            <a:round/>
            <a:headEnd/>
            <a:tailEnd/>
          </a:ln>
        </p:spPr>
        <p:txBody>
          <a:bodyPr wrap="none" anchor="ctr"/>
          <a:lstStyle/>
          <a:p>
            <a:pPr algn="ctr"/>
            <a:r>
              <a:rPr lang="en-US" sz="1600" b="1" dirty="0" smtClean="0">
                <a:solidFill>
                  <a:schemeClr val="bg1"/>
                </a:solidFill>
                <a:latin typeface="Book Antiqua" pitchFamily="18" charset="0"/>
              </a:rPr>
              <a:t>19</a:t>
            </a:r>
            <a:endParaRPr lang="en-US" sz="1600" b="1" dirty="0">
              <a:solidFill>
                <a:schemeClr val="bg1"/>
              </a:solidFill>
              <a:latin typeface="Book Antiqua" pitchFamily="18" charset="0"/>
            </a:endParaRPr>
          </a:p>
        </p:txBody>
      </p:sp>
      <p:cxnSp>
        <p:nvCxnSpPr>
          <p:cNvPr id="30" name="Straight Connector 29"/>
          <p:cNvCxnSpPr/>
          <p:nvPr/>
        </p:nvCxnSpPr>
        <p:spPr>
          <a:xfrm flipV="1">
            <a:off x="4918492" y="3767328"/>
            <a:ext cx="684486" cy="813799"/>
          </a:xfrm>
          <a:prstGeom prst="line">
            <a:avLst/>
          </a:prstGeom>
          <a:ln w="34925">
            <a:solidFill>
              <a:schemeClr val="tx1">
                <a:lumMod val="65000"/>
                <a:lumOff val="3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1" name="Oval 30"/>
          <p:cNvSpPr>
            <a:spLocks noChangeArrowheads="1"/>
          </p:cNvSpPr>
          <p:nvPr/>
        </p:nvSpPr>
        <p:spPr bwMode="auto">
          <a:xfrm>
            <a:off x="4749328" y="4411963"/>
            <a:ext cx="338328" cy="338328"/>
          </a:xfrm>
          <a:prstGeom prst="ellipse">
            <a:avLst/>
          </a:prstGeom>
          <a:gradFill>
            <a:gsLst>
              <a:gs pos="21082">
                <a:srgbClr val="0000CC"/>
              </a:gs>
              <a:gs pos="16400">
                <a:srgbClr val="0000AB"/>
              </a:gs>
              <a:gs pos="5830">
                <a:srgbClr val="0000C0"/>
              </a:gs>
              <a:gs pos="10300">
                <a:srgbClr val="0000B7"/>
              </a:gs>
              <a:gs pos="0">
                <a:srgbClr val="0000CC"/>
              </a:gs>
              <a:gs pos="0">
                <a:srgbClr val="002060">
                  <a:alpha val="25000"/>
                </a:srgbClr>
              </a:gs>
              <a:gs pos="100000">
                <a:srgbClr val="000000"/>
              </a:gs>
            </a:gsLst>
            <a:path path="shape">
              <a:fillToRect l="50000" t="50000" r="50000" b="50000"/>
            </a:path>
          </a:gradFill>
          <a:ln w="19050">
            <a:solidFill>
              <a:schemeClr val="bg1"/>
            </a:solidFill>
            <a:round/>
            <a:headEnd/>
            <a:tailEnd/>
          </a:ln>
        </p:spPr>
        <p:txBody>
          <a:bodyPr wrap="none" anchor="ctr"/>
          <a:lstStyle/>
          <a:p>
            <a:pPr algn="ctr"/>
            <a:r>
              <a:rPr lang="en-US" sz="1600" b="1" dirty="0" smtClean="0">
                <a:solidFill>
                  <a:schemeClr val="bg1"/>
                </a:solidFill>
                <a:latin typeface="Book Antiqua" pitchFamily="18" charset="0"/>
              </a:rPr>
              <a:t>32</a:t>
            </a:r>
            <a:endParaRPr lang="en-US" sz="1600" b="1" dirty="0">
              <a:solidFill>
                <a:schemeClr val="bg1"/>
              </a:solidFill>
              <a:latin typeface="Book Antiqua" pitchFamily="18" charset="0"/>
            </a:endParaRPr>
          </a:p>
        </p:txBody>
      </p:sp>
      <p:sp>
        <p:nvSpPr>
          <p:cNvPr id="32" name="Oval 31"/>
          <p:cNvSpPr>
            <a:spLocks noChangeArrowheads="1"/>
          </p:cNvSpPr>
          <p:nvPr/>
        </p:nvSpPr>
        <p:spPr bwMode="auto">
          <a:xfrm>
            <a:off x="6198062" y="4426256"/>
            <a:ext cx="338328" cy="338328"/>
          </a:xfrm>
          <a:prstGeom prst="ellipse">
            <a:avLst/>
          </a:prstGeom>
          <a:gradFill>
            <a:gsLst>
              <a:gs pos="21082">
                <a:srgbClr val="0000CC"/>
              </a:gs>
              <a:gs pos="16400">
                <a:srgbClr val="0000AB"/>
              </a:gs>
              <a:gs pos="5830">
                <a:srgbClr val="0000C0"/>
              </a:gs>
              <a:gs pos="10300">
                <a:srgbClr val="0000B7"/>
              </a:gs>
              <a:gs pos="0">
                <a:srgbClr val="0000CC"/>
              </a:gs>
              <a:gs pos="0">
                <a:srgbClr val="002060">
                  <a:alpha val="25000"/>
                </a:srgbClr>
              </a:gs>
              <a:gs pos="100000">
                <a:srgbClr val="000000"/>
              </a:gs>
            </a:gsLst>
            <a:path path="shape">
              <a:fillToRect l="50000" t="50000" r="50000" b="50000"/>
            </a:path>
          </a:gradFill>
          <a:ln w="19050">
            <a:solidFill>
              <a:schemeClr val="bg1"/>
            </a:solidFill>
            <a:round/>
            <a:headEnd/>
            <a:tailEnd/>
          </a:ln>
        </p:spPr>
        <p:txBody>
          <a:bodyPr wrap="none" anchor="ctr"/>
          <a:lstStyle/>
          <a:p>
            <a:pPr algn="ctr"/>
            <a:r>
              <a:rPr lang="en-US" sz="1600" b="1" dirty="0" smtClean="0">
                <a:solidFill>
                  <a:schemeClr val="bg1"/>
                </a:solidFill>
                <a:latin typeface="Book Antiqua" pitchFamily="18" charset="0"/>
              </a:rPr>
              <a:t>39</a:t>
            </a:r>
            <a:endParaRPr lang="en-US" sz="1600" b="1" dirty="0">
              <a:solidFill>
                <a:schemeClr val="bg1"/>
              </a:solidFill>
              <a:latin typeface="Book Antiqua" pitchFamily="18" charset="0"/>
            </a:endParaRPr>
          </a:p>
        </p:txBody>
      </p:sp>
      <p:sp>
        <p:nvSpPr>
          <p:cNvPr id="45" name="Oval 44"/>
          <p:cNvSpPr>
            <a:spLocks noChangeArrowheads="1"/>
          </p:cNvSpPr>
          <p:nvPr/>
        </p:nvSpPr>
        <p:spPr bwMode="auto">
          <a:xfrm>
            <a:off x="6846133" y="5276060"/>
            <a:ext cx="338328" cy="338328"/>
          </a:xfrm>
          <a:prstGeom prst="ellipse">
            <a:avLst/>
          </a:prstGeom>
          <a:gradFill>
            <a:gsLst>
              <a:gs pos="21082">
                <a:srgbClr val="0000CC"/>
              </a:gs>
              <a:gs pos="16400">
                <a:srgbClr val="0000AB"/>
              </a:gs>
              <a:gs pos="5830">
                <a:srgbClr val="0000C0"/>
              </a:gs>
              <a:gs pos="10300">
                <a:srgbClr val="0000B7"/>
              </a:gs>
              <a:gs pos="0">
                <a:srgbClr val="0000CC"/>
              </a:gs>
              <a:gs pos="0">
                <a:srgbClr val="002060">
                  <a:alpha val="25000"/>
                </a:srgbClr>
              </a:gs>
              <a:gs pos="100000">
                <a:srgbClr val="000000"/>
              </a:gs>
            </a:gsLst>
            <a:path path="shape">
              <a:fillToRect l="50000" t="50000" r="50000" b="50000"/>
            </a:path>
          </a:gradFill>
          <a:ln w="19050">
            <a:solidFill>
              <a:schemeClr val="bg1"/>
            </a:solidFill>
            <a:round/>
            <a:headEnd/>
            <a:tailEnd/>
          </a:ln>
        </p:spPr>
        <p:txBody>
          <a:bodyPr wrap="none" anchor="ctr"/>
          <a:lstStyle/>
          <a:p>
            <a:pPr algn="ctr"/>
            <a:r>
              <a:rPr lang="en-US" sz="1600" b="1" dirty="0" smtClean="0">
                <a:solidFill>
                  <a:schemeClr val="bg1"/>
                </a:solidFill>
                <a:latin typeface="Book Antiqua" pitchFamily="18" charset="0"/>
              </a:rPr>
              <a:t>42</a:t>
            </a:r>
            <a:endParaRPr lang="en-US" sz="1600" b="1" dirty="0">
              <a:solidFill>
                <a:schemeClr val="bg1"/>
              </a:solidFill>
              <a:latin typeface="Book Antiqua" pitchFamily="18" charset="0"/>
            </a:endParaRPr>
          </a:p>
        </p:txBody>
      </p:sp>
      <p:sp>
        <p:nvSpPr>
          <p:cNvPr id="47" name="Oval 46"/>
          <p:cNvSpPr>
            <a:spLocks noChangeArrowheads="1"/>
          </p:cNvSpPr>
          <p:nvPr/>
        </p:nvSpPr>
        <p:spPr bwMode="auto">
          <a:xfrm>
            <a:off x="7138730" y="4325663"/>
            <a:ext cx="338328" cy="338328"/>
          </a:xfrm>
          <a:prstGeom prst="ellipse">
            <a:avLst/>
          </a:prstGeom>
          <a:gradFill>
            <a:gsLst>
              <a:gs pos="21082">
                <a:srgbClr val="0000CC"/>
              </a:gs>
              <a:gs pos="16400">
                <a:srgbClr val="0000AB"/>
              </a:gs>
              <a:gs pos="5830">
                <a:srgbClr val="0000C0"/>
              </a:gs>
              <a:gs pos="10300">
                <a:srgbClr val="0000B7"/>
              </a:gs>
              <a:gs pos="0">
                <a:srgbClr val="0000CC"/>
              </a:gs>
              <a:gs pos="0">
                <a:srgbClr val="002060">
                  <a:alpha val="25000"/>
                </a:srgbClr>
              </a:gs>
              <a:gs pos="100000">
                <a:srgbClr val="000000"/>
              </a:gs>
            </a:gsLst>
            <a:path path="shape">
              <a:fillToRect l="50000" t="50000" r="50000" b="50000"/>
            </a:path>
          </a:gradFill>
          <a:ln w="19050">
            <a:solidFill>
              <a:schemeClr val="bg1"/>
            </a:solidFill>
            <a:round/>
            <a:headEnd/>
            <a:tailEnd/>
          </a:ln>
        </p:spPr>
        <p:txBody>
          <a:bodyPr wrap="none" anchor="ctr"/>
          <a:lstStyle/>
          <a:p>
            <a:pPr algn="ctr"/>
            <a:r>
              <a:rPr lang="en-US" sz="1600" b="1" dirty="0">
                <a:solidFill>
                  <a:schemeClr val="bg1"/>
                </a:solidFill>
                <a:latin typeface="Book Antiqua" pitchFamily="18" charset="0"/>
              </a:rPr>
              <a:t>5</a:t>
            </a:r>
            <a:r>
              <a:rPr lang="en-US" sz="1600" b="1" dirty="0" smtClean="0">
                <a:solidFill>
                  <a:schemeClr val="bg1"/>
                </a:solidFill>
                <a:latin typeface="Book Antiqua" pitchFamily="18" charset="0"/>
              </a:rPr>
              <a:t>2</a:t>
            </a:r>
            <a:endParaRPr lang="en-US" sz="1600" b="1" dirty="0">
              <a:solidFill>
                <a:schemeClr val="bg1"/>
              </a:solidFill>
              <a:latin typeface="Book Antiqua" pitchFamily="18" charset="0"/>
            </a:endParaRPr>
          </a:p>
        </p:txBody>
      </p:sp>
      <p:sp>
        <p:nvSpPr>
          <p:cNvPr id="53" name="Oval 52"/>
          <p:cNvSpPr>
            <a:spLocks noChangeArrowheads="1"/>
          </p:cNvSpPr>
          <p:nvPr/>
        </p:nvSpPr>
        <p:spPr bwMode="auto">
          <a:xfrm>
            <a:off x="6078445" y="6175411"/>
            <a:ext cx="338328" cy="338328"/>
          </a:xfrm>
          <a:prstGeom prst="ellipse">
            <a:avLst/>
          </a:prstGeom>
          <a:gradFill>
            <a:gsLst>
              <a:gs pos="21082">
                <a:srgbClr val="0000CC"/>
              </a:gs>
              <a:gs pos="16400">
                <a:srgbClr val="0000AB"/>
              </a:gs>
              <a:gs pos="5830">
                <a:srgbClr val="0000C0"/>
              </a:gs>
              <a:gs pos="10300">
                <a:srgbClr val="0000B7"/>
              </a:gs>
              <a:gs pos="0">
                <a:srgbClr val="0000CC"/>
              </a:gs>
              <a:gs pos="0">
                <a:srgbClr val="002060">
                  <a:alpha val="25000"/>
                </a:srgbClr>
              </a:gs>
              <a:gs pos="100000">
                <a:srgbClr val="000000"/>
              </a:gs>
            </a:gsLst>
            <a:path path="shape">
              <a:fillToRect l="50000" t="50000" r="50000" b="50000"/>
            </a:path>
          </a:gradFill>
          <a:ln w="19050">
            <a:solidFill>
              <a:schemeClr val="bg1"/>
            </a:solidFill>
            <a:round/>
            <a:headEnd/>
            <a:tailEnd/>
          </a:ln>
        </p:spPr>
        <p:txBody>
          <a:bodyPr wrap="none" anchor="ctr"/>
          <a:lstStyle/>
          <a:p>
            <a:pPr algn="ctr"/>
            <a:r>
              <a:rPr lang="en-US" sz="1600" b="1" dirty="0" smtClean="0">
                <a:solidFill>
                  <a:schemeClr val="bg1"/>
                </a:solidFill>
                <a:latin typeface="Book Antiqua" pitchFamily="18" charset="0"/>
              </a:rPr>
              <a:t>41</a:t>
            </a:r>
            <a:endParaRPr lang="en-US" sz="1600" b="1" dirty="0">
              <a:solidFill>
                <a:schemeClr val="bg1"/>
              </a:solidFill>
              <a:latin typeface="Book Antiqua" pitchFamily="18" charset="0"/>
            </a:endParaRPr>
          </a:p>
        </p:txBody>
      </p:sp>
      <p:grpSp>
        <p:nvGrpSpPr>
          <p:cNvPr id="36" name="Group 16"/>
          <p:cNvGrpSpPr>
            <a:grpSpLocks/>
          </p:cNvGrpSpPr>
          <p:nvPr/>
        </p:nvGrpSpPr>
        <p:grpSpPr bwMode="auto">
          <a:xfrm>
            <a:off x="6456484" y="1041533"/>
            <a:ext cx="1883064" cy="762296"/>
            <a:chOff x="2621" y="1787"/>
            <a:chExt cx="1686" cy="782"/>
          </a:xfrm>
        </p:grpSpPr>
        <p:sp>
          <p:nvSpPr>
            <p:cNvPr id="37" name="AutoShape 9"/>
            <p:cNvSpPr>
              <a:spLocks noChangeArrowheads="1"/>
            </p:cNvSpPr>
            <p:nvPr/>
          </p:nvSpPr>
          <p:spPr bwMode="auto">
            <a:xfrm>
              <a:off x="2621" y="1787"/>
              <a:ext cx="1686" cy="782"/>
            </a:xfrm>
            <a:prstGeom prst="wedgeEllipseCallout">
              <a:avLst>
                <a:gd name="adj1" fmla="val -22415"/>
                <a:gd name="adj2" fmla="val 152827"/>
              </a:avLst>
            </a:prstGeom>
            <a:solidFill>
              <a:srgbClr val="FF0000"/>
            </a:solidFill>
            <a:ln w="9525">
              <a:noFill/>
              <a:miter lim="800000"/>
              <a:headEnd/>
              <a:tailEnd/>
            </a:ln>
            <a:effectLst>
              <a:outerShdw dist="107763" dir="2700000" algn="ctr" rotWithShape="0">
                <a:schemeClr val="bg2">
                  <a:alpha val="50000"/>
                </a:schemeClr>
              </a:outerShdw>
            </a:effectLst>
          </p:spPr>
          <p:txBody>
            <a:bodyPr lIns="82479" tIns="41239" rIns="82479" bIns="41239"/>
            <a:lstStyle/>
            <a:p>
              <a:pPr algn="ctr" defTabSz="825500"/>
              <a:endParaRPr kumimoji="1" lang="en-US" sz="1600">
                <a:ea typeface="ＭＳ Ｐゴシック" pitchFamily="34" charset="-128"/>
              </a:endParaRPr>
            </a:p>
          </p:txBody>
        </p:sp>
        <p:sp>
          <p:nvSpPr>
            <p:cNvPr id="48" name="Text Box 10"/>
            <p:cNvSpPr txBox="1">
              <a:spLocks noChangeArrowheads="1"/>
            </p:cNvSpPr>
            <p:nvPr/>
          </p:nvSpPr>
          <p:spPr bwMode="auto">
            <a:xfrm>
              <a:off x="2714" y="1986"/>
              <a:ext cx="1546" cy="370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lIns="82479" tIns="41239" rIns="82479" bIns="41239">
              <a:spAutoFit/>
            </a:bodyPr>
            <a:lstStyle/>
            <a:p>
              <a:pPr algn="ctr" defTabSz="825500">
                <a:spcBef>
                  <a:spcPct val="50000"/>
                </a:spcBef>
              </a:pPr>
              <a:r>
                <a:rPr kumimoji="1" lang="en-US" altLang="ja-JP" dirty="0" smtClean="0">
                  <a:solidFill>
                    <a:schemeClr val="bg1"/>
                  </a:solidFill>
                  <a:latin typeface="Book Antiqua" pitchFamily="18" charset="0"/>
                </a:rPr>
                <a:t>Delete 45</a:t>
              </a:r>
              <a:endParaRPr kumimoji="1" lang="en-US" altLang="ja-JP" dirty="0">
                <a:solidFill>
                  <a:schemeClr val="bg1"/>
                </a:solidFill>
                <a:latin typeface="Book Antiqua" pitchFamily="18" charset="0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337651588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7" dur="5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52" name="Straight Connector 51"/>
          <p:cNvCxnSpPr/>
          <p:nvPr/>
        </p:nvCxnSpPr>
        <p:spPr>
          <a:xfrm flipV="1">
            <a:off x="6247609" y="5530776"/>
            <a:ext cx="684486" cy="813799"/>
          </a:xfrm>
          <a:prstGeom prst="line">
            <a:avLst/>
          </a:prstGeom>
          <a:ln w="34925">
            <a:solidFill>
              <a:schemeClr val="tx1">
                <a:lumMod val="65000"/>
                <a:lumOff val="3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6" name="Straight Connector 45"/>
          <p:cNvCxnSpPr/>
          <p:nvPr/>
        </p:nvCxnSpPr>
        <p:spPr>
          <a:xfrm flipV="1">
            <a:off x="7307894" y="3681028"/>
            <a:ext cx="684486" cy="813799"/>
          </a:xfrm>
          <a:prstGeom prst="line">
            <a:avLst/>
          </a:prstGeom>
          <a:ln w="34925">
            <a:solidFill>
              <a:schemeClr val="tx1">
                <a:lumMod val="65000"/>
                <a:lumOff val="3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5" name="Straight Connector 34"/>
          <p:cNvCxnSpPr>
            <a:stCxn id="45" idx="1"/>
          </p:cNvCxnSpPr>
          <p:nvPr/>
        </p:nvCxnSpPr>
        <p:spPr>
          <a:xfrm flipH="1" flipV="1">
            <a:off x="6408204" y="4617132"/>
            <a:ext cx="487476" cy="708475"/>
          </a:xfrm>
          <a:prstGeom prst="line">
            <a:avLst/>
          </a:prstGeom>
          <a:ln w="34925">
            <a:solidFill>
              <a:schemeClr val="tx1">
                <a:lumMod val="65000"/>
                <a:lumOff val="3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4" name="Straight Connector 33"/>
          <p:cNvCxnSpPr>
            <a:stCxn id="32" idx="1"/>
          </p:cNvCxnSpPr>
          <p:nvPr/>
        </p:nvCxnSpPr>
        <p:spPr>
          <a:xfrm flipH="1" flipV="1">
            <a:off x="5760133" y="3767328"/>
            <a:ext cx="487476" cy="708475"/>
          </a:xfrm>
          <a:prstGeom prst="line">
            <a:avLst/>
          </a:prstGeom>
          <a:ln w="34925">
            <a:solidFill>
              <a:schemeClr val="tx1">
                <a:lumMod val="65000"/>
                <a:lumOff val="3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8" name="Straight Connector 37"/>
          <p:cNvCxnSpPr/>
          <p:nvPr/>
        </p:nvCxnSpPr>
        <p:spPr>
          <a:xfrm flipV="1">
            <a:off x="3131430" y="3598165"/>
            <a:ext cx="684486" cy="813799"/>
          </a:xfrm>
          <a:prstGeom prst="line">
            <a:avLst/>
          </a:prstGeom>
          <a:ln w="34925">
            <a:solidFill>
              <a:schemeClr val="tx1">
                <a:lumMod val="65000"/>
                <a:lumOff val="3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3" name="Straight Connector 32"/>
          <p:cNvCxnSpPr/>
          <p:nvPr/>
        </p:nvCxnSpPr>
        <p:spPr>
          <a:xfrm flipH="1" flipV="1">
            <a:off x="4687422" y="1725956"/>
            <a:ext cx="2210536" cy="1008862"/>
          </a:xfrm>
          <a:prstGeom prst="line">
            <a:avLst/>
          </a:prstGeom>
          <a:ln w="34925">
            <a:solidFill>
              <a:schemeClr val="tx1">
                <a:lumMod val="65000"/>
                <a:lumOff val="3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7" name="Straight Connector 26"/>
          <p:cNvCxnSpPr/>
          <p:nvPr/>
        </p:nvCxnSpPr>
        <p:spPr>
          <a:xfrm flipV="1">
            <a:off x="2840362" y="1725956"/>
            <a:ext cx="1829272" cy="932669"/>
          </a:xfrm>
          <a:prstGeom prst="line">
            <a:avLst/>
          </a:prstGeom>
          <a:ln w="34925">
            <a:solidFill>
              <a:schemeClr val="tx1">
                <a:lumMod val="65000"/>
                <a:lumOff val="3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6" name="Straight Connector 25"/>
          <p:cNvCxnSpPr>
            <a:stCxn id="19" idx="1"/>
          </p:cNvCxnSpPr>
          <p:nvPr/>
        </p:nvCxnSpPr>
        <p:spPr>
          <a:xfrm flipH="1" flipV="1">
            <a:off x="2766078" y="2734818"/>
            <a:ext cx="937631" cy="722017"/>
          </a:xfrm>
          <a:prstGeom prst="line">
            <a:avLst/>
          </a:prstGeom>
          <a:ln w="34925">
            <a:solidFill>
              <a:schemeClr val="tx1">
                <a:lumMod val="65000"/>
                <a:lumOff val="3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" name="Straight Connector 24"/>
          <p:cNvCxnSpPr/>
          <p:nvPr/>
        </p:nvCxnSpPr>
        <p:spPr>
          <a:xfrm flipV="1">
            <a:off x="1652230" y="2636912"/>
            <a:ext cx="1069264" cy="900100"/>
          </a:xfrm>
          <a:prstGeom prst="line">
            <a:avLst/>
          </a:prstGeom>
          <a:ln w="34925">
            <a:solidFill>
              <a:schemeClr val="tx1">
                <a:lumMod val="65000"/>
                <a:lumOff val="3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" name="Straight Connector 21"/>
          <p:cNvCxnSpPr>
            <a:stCxn id="18" idx="1"/>
          </p:cNvCxnSpPr>
          <p:nvPr/>
        </p:nvCxnSpPr>
        <p:spPr>
          <a:xfrm flipH="1" flipV="1">
            <a:off x="1577196" y="3598165"/>
            <a:ext cx="614345" cy="708474"/>
          </a:xfrm>
          <a:prstGeom prst="line">
            <a:avLst/>
          </a:prstGeom>
          <a:ln w="34925">
            <a:solidFill>
              <a:schemeClr val="tx1">
                <a:lumMod val="65000"/>
                <a:lumOff val="3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" name="Straight Connector 2"/>
          <p:cNvCxnSpPr/>
          <p:nvPr/>
        </p:nvCxnSpPr>
        <p:spPr>
          <a:xfrm flipV="1">
            <a:off x="892710" y="3598165"/>
            <a:ext cx="684486" cy="813799"/>
          </a:xfrm>
          <a:prstGeom prst="line">
            <a:avLst/>
          </a:prstGeom>
          <a:ln w="34925">
            <a:solidFill>
              <a:schemeClr val="tx1">
                <a:lumMod val="65000"/>
                <a:lumOff val="3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Rectangle 3"/>
          <p:cNvSpPr txBox="1">
            <a:spLocks noChangeArrowheads="1"/>
          </p:cNvSpPr>
          <p:nvPr/>
        </p:nvSpPr>
        <p:spPr>
          <a:xfrm>
            <a:off x="257571" y="8620"/>
            <a:ext cx="7770813" cy="609600"/>
          </a:xfrm>
          <a:prstGeom prst="rect">
            <a:avLst/>
          </a:prstGeom>
          <a:effectLst>
            <a:outerShdw dist="35921" dir="2700000" algn="ctr" rotWithShape="0">
              <a:schemeClr val="bg2"/>
            </a:outerShdw>
          </a:effectLst>
        </p:spPr>
        <p:txBody>
          <a:bodyPr>
            <a:normAutofit fontScale="97500" lnSpcReduction="10000"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r>
              <a:rPr lang="en-US" altLang="ja-JP" sz="3600" b="1" dirty="0" smtClean="0">
                <a:solidFill>
                  <a:srgbClr val="A50021"/>
                </a:solidFill>
                <a:latin typeface="Verdana" pitchFamily="34" charset="0"/>
                <a:ea typeface="ＭＳ Ｐゴシック" pitchFamily="34" charset="-128"/>
              </a:rPr>
              <a:t>BST: Deletion</a:t>
            </a:r>
            <a:endParaRPr lang="en-US" altLang="ja-JP" sz="3600" b="1" dirty="0">
              <a:solidFill>
                <a:srgbClr val="A50021"/>
              </a:solidFill>
              <a:latin typeface="Verdana" pitchFamily="34" charset="0"/>
              <a:ea typeface="ＭＳ Ｐゴシック" pitchFamily="34" charset="-128"/>
            </a:endParaRPr>
          </a:p>
        </p:txBody>
      </p:sp>
      <p:sp>
        <p:nvSpPr>
          <p:cNvPr id="5" name="Line 5"/>
          <p:cNvSpPr>
            <a:spLocks noChangeShapeType="1"/>
          </p:cNvSpPr>
          <p:nvPr/>
        </p:nvSpPr>
        <p:spPr bwMode="auto">
          <a:xfrm>
            <a:off x="302060" y="620688"/>
            <a:ext cx="8382000" cy="0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/>
          </a:ln>
          <a:effectLst>
            <a:outerShdw dist="35921" dir="2700000" algn="ctr" rotWithShape="0">
              <a:schemeClr val="bg2"/>
            </a:outerShdw>
          </a:effectLst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0" name="Oval 9"/>
          <p:cNvSpPr>
            <a:spLocks noChangeArrowheads="1"/>
          </p:cNvSpPr>
          <p:nvPr/>
        </p:nvSpPr>
        <p:spPr bwMode="auto">
          <a:xfrm>
            <a:off x="4518258" y="1556792"/>
            <a:ext cx="338328" cy="338328"/>
          </a:xfrm>
          <a:prstGeom prst="ellipse">
            <a:avLst/>
          </a:prstGeom>
          <a:gradFill>
            <a:gsLst>
              <a:gs pos="21082">
                <a:srgbClr val="0000CC"/>
              </a:gs>
              <a:gs pos="16400">
                <a:srgbClr val="0000AB"/>
              </a:gs>
              <a:gs pos="5830">
                <a:srgbClr val="0000C0"/>
              </a:gs>
              <a:gs pos="10300">
                <a:srgbClr val="0000B7"/>
              </a:gs>
              <a:gs pos="0">
                <a:srgbClr val="0000CC"/>
              </a:gs>
              <a:gs pos="0">
                <a:srgbClr val="002060">
                  <a:alpha val="25000"/>
                </a:srgbClr>
              </a:gs>
              <a:gs pos="100000">
                <a:srgbClr val="000000"/>
              </a:gs>
            </a:gsLst>
            <a:path path="shape">
              <a:fillToRect l="50000" t="50000" r="50000" b="50000"/>
            </a:path>
          </a:gradFill>
          <a:ln w="19050">
            <a:solidFill>
              <a:schemeClr val="bg1"/>
            </a:solidFill>
            <a:round/>
            <a:headEnd/>
            <a:tailEnd/>
          </a:ln>
        </p:spPr>
        <p:txBody>
          <a:bodyPr wrap="none" anchor="ctr"/>
          <a:lstStyle/>
          <a:p>
            <a:pPr algn="ctr"/>
            <a:r>
              <a:rPr lang="en-US" sz="1600" b="1" dirty="0" smtClean="0">
                <a:solidFill>
                  <a:schemeClr val="bg1"/>
                </a:solidFill>
                <a:latin typeface="Book Antiqua" pitchFamily="18" charset="0"/>
              </a:rPr>
              <a:t>27</a:t>
            </a:r>
            <a:endParaRPr lang="en-US" sz="1600" b="1" dirty="0">
              <a:solidFill>
                <a:schemeClr val="bg1"/>
              </a:solidFill>
              <a:latin typeface="Book Antiqua" pitchFamily="18" charset="0"/>
            </a:endParaRPr>
          </a:p>
        </p:txBody>
      </p:sp>
      <p:sp>
        <p:nvSpPr>
          <p:cNvPr id="14" name="Oval 13"/>
          <p:cNvSpPr>
            <a:spLocks noChangeArrowheads="1"/>
          </p:cNvSpPr>
          <p:nvPr/>
        </p:nvSpPr>
        <p:spPr bwMode="auto">
          <a:xfrm>
            <a:off x="2552330" y="2528900"/>
            <a:ext cx="338328" cy="338328"/>
          </a:xfrm>
          <a:prstGeom prst="ellipse">
            <a:avLst/>
          </a:prstGeom>
          <a:gradFill>
            <a:gsLst>
              <a:gs pos="21082">
                <a:srgbClr val="0000CC"/>
              </a:gs>
              <a:gs pos="16400">
                <a:srgbClr val="0000AB"/>
              </a:gs>
              <a:gs pos="5830">
                <a:srgbClr val="0000C0"/>
              </a:gs>
              <a:gs pos="10300">
                <a:srgbClr val="0000B7"/>
              </a:gs>
              <a:gs pos="0">
                <a:srgbClr val="0000CC"/>
              </a:gs>
              <a:gs pos="0">
                <a:srgbClr val="002060">
                  <a:alpha val="25000"/>
                </a:srgbClr>
              </a:gs>
              <a:gs pos="100000">
                <a:srgbClr val="000000"/>
              </a:gs>
            </a:gsLst>
            <a:path path="shape">
              <a:fillToRect l="50000" t="50000" r="50000" b="50000"/>
            </a:path>
          </a:gradFill>
          <a:ln w="19050">
            <a:solidFill>
              <a:schemeClr val="bg1"/>
            </a:solidFill>
            <a:round/>
            <a:headEnd/>
            <a:tailEnd/>
          </a:ln>
        </p:spPr>
        <p:txBody>
          <a:bodyPr wrap="none" anchor="ctr"/>
          <a:lstStyle/>
          <a:p>
            <a:pPr algn="ctr"/>
            <a:r>
              <a:rPr lang="en-US" sz="1600" b="1" dirty="0" smtClean="0">
                <a:solidFill>
                  <a:schemeClr val="bg1"/>
                </a:solidFill>
                <a:latin typeface="Book Antiqua" pitchFamily="18" charset="0"/>
              </a:rPr>
              <a:t>15</a:t>
            </a:r>
            <a:endParaRPr lang="en-US" sz="1600" b="1" dirty="0">
              <a:solidFill>
                <a:schemeClr val="bg1"/>
              </a:solidFill>
              <a:latin typeface="Book Antiqua" pitchFamily="18" charset="0"/>
            </a:endParaRPr>
          </a:p>
        </p:txBody>
      </p:sp>
      <p:sp>
        <p:nvSpPr>
          <p:cNvPr id="16" name="Oval 15"/>
          <p:cNvSpPr>
            <a:spLocks noChangeArrowheads="1"/>
          </p:cNvSpPr>
          <p:nvPr/>
        </p:nvSpPr>
        <p:spPr bwMode="auto">
          <a:xfrm>
            <a:off x="1408032" y="3429000"/>
            <a:ext cx="338328" cy="338328"/>
          </a:xfrm>
          <a:prstGeom prst="ellipse">
            <a:avLst/>
          </a:prstGeom>
          <a:gradFill>
            <a:gsLst>
              <a:gs pos="21082">
                <a:srgbClr val="0000CC"/>
              </a:gs>
              <a:gs pos="16400">
                <a:srgbClr val="0000AB"/>
              </a:gs>
              <a:gs pos="5830">
                <a:srgbClr val="0000C0"/>
              </a:gs>
              <a:gs pos="10300">
                <a:srgbClr val="0000B7"/>
              </a:gs>
              <a:gs pos="0">
                <a:srgbClr val="0000CC"/>
              </a:gs>
              <a:gs pos="0">
                <a:srgbClr val="002060">
                  <a:alpha val="25000"/>
                </a:srgbClr>
              </a:gs>
              <a:gs pos="100000">
                <a:srgbClr val="000000"/>
              </a:gs>
            </a:gsLst>
            <a:path path="shape">
              <a:fillToRect l="50000" t="50000" r="50000" b="50000"/>
            </a:path>
          </a:gradFill>
          <a:ln w="19050">
            <a:solidFill>
              <a:schemeClr val="bg1"/>
            </a:solidFill>
            <a:round/>
            <a:headEnd/>
            <a:tailEnd/>
          </a:ln>
        </p:spPr>
        <p:txBody>
          <a:bodyPr wrap="none" anchor="ctr"/>
          <a:lstStyle/>
          <a:p>
            <a:pPr algn="ctr"/>
            <a:r>
              <a:rPr lang="en-US" sz="1600" b="1" dirty="0">
                <a:solidFill>
                  <a:schemeClr val="bg1"/>
                </a:solidFill>
                <a:latin typeface="Book Antiqua" pitchFamily="18" charset="0"/>
              </a:rPr>
              <a:t>7</a:t>
            </a:r>
          </a:p>
        </p:txBody>
      </p:sp>
      <p:sp>
        <p:nvSpPr>
          <p:cNvPr id="17" name="Oval 16"/>
          <p:cNvSpPr>
            <a:spLocks noChangeArrowheads="1"/>
          </p:cNvSpPr>
          <p:nvPr/>
        </p:nvSpPr>
        <p:spPr bwMode="auto">
          <a:xfrm>
            <a:off x="723546" y="4242800"/>
            <a:ext cx="338328" cy="338328"/>
          </a:xfrm>
          <a:prstGeom prst="ellipse">
            <a:avLst/>
          </a:prstGeom>
          <a:gradFill>
            <a:gsLst>
              <a:gs pos="21082">
                <a:srgbClr val="0000CC"/>
              </a:gs>
              <a:gs pos="16400">
                <a:srgbClr val="0000AB"/>
              </a:gs>
              <a:gs pos="5830">
                <a:srgbClr val="0000C0"/>
              </a:gs>
              <a:gs pos="10300">
                <a:srgbClr val="0000B7"/>
              </a:gs>
              <a:gs pos="0">
                <a:srgbClr val="0000CC"/>
              </a:gs>
              <a:gs pos="0">
                <a:srgbClr val="002060">
                  <a:alpha val="25000"/>
                </a:srgbClr>
              </a:gs>
              <a:gs pos="100000">
                <a:srgbClr val="000000"/>
              </a:gs>
            </a:gsLst>
            <a:path path="shape">
              <a:fillToRect l="50000" t="50000" r="50000" b="50000"/>
            </a:path>
          </a:gradFill>
          <a:ln w="19050">
            <a:solidFill>
              <a:schemeClr val="bg1"/>
            </a:solidFill>
            <a:round/>
            <a:headEnd/>
            <a:tailEnd/>
          </a:ln>
        </p:spPr>
        <p:txBody>
          <a:bodyPr wrap="none" anchor="ctr"/>
          <a:lstStyle/>
          <a:p>
            <a:pPr algn="ctr"/>
            <a:r>
              <a:rPr lang="en-US" sz="1600" b="1" dirty="0">
                <a:solidFill>
                  <a:schemeClr val="bg1"/>
                </a:solidFill>
                <a:latin typeface="Book Antiqua" pitchFamily="18" charset="0"/>
              </a:rPr>
              <a:t>2</a:t>
            </a:r>
          </a:p>
        </p:txBody>
      </p:sp>
      <p:sp>
        <p:nvSpPr>
          <p:cNvPr id="18" name="Oval 17"/>
          <p:cNvSpPr>
            <a:spLocks noChangeArrowheads="1"/>
          </p:cNvSpPr>
          <p:nvPr/>
        </p:nvSpPr>
        <p:spPr bwMode="auto">
          <a:xfrm>
            <a:off x="2141994" y="4257092"/>
            <a:ext cx="338328" cy="338328"/>
          </a:xfrm>
          <a:prstGeom prst="ellipse">
            <a:avLst/>
          </a:prstGeom>
          <a:gradFill>
            <a:gsLst>
              <a:gs pos="21082">
                <a:srgbClr val="0000CC"/>
              </a:gs>
              <a:gs pos="16400">
                <a:srgbClr val="0000AB"/>
              </a:gs>
              <a:gs pos="5830">
                <a:srgbClr val="0000C0"/>
              </a:gs>
              <a:gs pos="10300">
                <a:srgbClr val="0000B7"/>
              </a:gs>
              <a:gs pos="0">
                <a:srgbClr val="0000CC"/>
              </a:gs>
              <a:gs pos="0">
                <a:srgbClr val="002060">
                  <a:alpha val="25000"/>
                </a:srgbClr>
              </a:gs>
              <a:gs pos="100000">
                <a:srgbClr val="000000"/>
              </a:gs>
            </a:gsLst>
            <a:path path="shape">
              <a:fillToRect l="50000" t="50000" r="50000" b="50000"/>
            </a:path>
          </a:gradFill>
          <a:ln w="19050">
            <a:solidFill>
              <a:schemeClr val="bg1"/>
            </a:solidFill>
            <a:round/>
            <a:headEnd/>
            <a:tailEnd/>
          </a:ln>
        </p:spPr>
        <p:txBody>
          <a:bodyPr wrap="none" anchor="ctr"/>
          <a:lstStyle/>
          <a:p>
            <a:pPr algn="ctr"/>
            <a:r>
              <a:rPr lang="en-US" sz="1600" b="1" dirty="0" smtClean="0">
                <a:solidFill>
                  <a:schemeClr val="bg1"/>
                </a:solidFill>
                <a:latin typeface="Book Antiqua" pitchFamily="18" charset="0"/>
              </a:rPr>
              <a:t>14</a:t>
            </a:r>
            <a:endParaRPr lang="en-US" sz="1600" b="1" dirty="0">
              <a:solidFill>
                <a:schemeClr val="bg1"/>
              </a:solidFill>
              <a:latin typeface="Book Antiqua" pitchFamily="18" charset="0"/>
            </a:endParaRPr>
          </a:p>
        </p:txBody>
      </p:sp>
      <p:sp>
        <p:nvSpPr>
          <p:cNvPr id="19" name="Oval 18"/>
          <p:cNvSpPr>
            <a:spLocks noChangeArrowheads="1"/>
          </p:cNvSpPr>
          <p:nvPr/>
        </p:nvSpPr>
        <p:spPr bwMode="auto">
          <a:xfrm>
            <a:off x="3654162" y="3407288"/>
            <a:ext cx="338328" cy="338328"/>
          </a:xfrm>
          <a:prstGeom prst="ellipse">
            <a:avLst/>
          </a:prstGeom>
          <a:gradFill>
            <a:gsLst>
              <a:gs pos="21082">
                <a:srgbClr val="0000CC"/>
              </a:gs>
              <a:gs pos="16400">
                <a:srgbClr val="0000AB"/>
              </a:gs>
              <a:gs pos="5830">
                <a:srgbClr val="0000C0"/>
              </a:gs>
              <a:gs pos="10300">
                <a:srgbClr val="0000B7"/>
              </a:gs>
              <a:gs pos="0">
                <a:srgbClr val="0000CC"/>
              </a:gs>
              <a:gs pos="0">
                <a:srgbClr val="002060">
                  <a:alpha val="25000"/>
                </a:srgbClr>
              </a:gs>
              <a:gs pos="100000">
                <a:srgbClr val="000000"/>
              </a:gs>
            </a:gsLst>
            <a:path path="shape">
              <a:fillToRect l="50000" t="50000" r="50000" b="50000"/>
            </a:path>
          </a:gradFill>
          <a:ln w="19050">
            <a:solidFill>
              <a:schemeClr val="bg1"/>
            </a:solidFill>
            <a:round/>
            <a:headEnd/>
            <a:tailEnd/>
          </a:ln>
        </p:spPr>
        <p:txBody>
          <a:bodyPr wrap="none" anchor="ctr"/>
          <a:lstStyle/>
          <a:p>
            <a:pPr algn="ctr"/>
            <a:r>
              <a:rPr lang="en-US" sz="1600" b="1" dirty="0" smtClean="0">
                <a:solidFill>
                  <a:schemeClr val="bg1"/>
                </a:solidFill>
                <a:latin typeface="Book Antiqua" pitchFamily="18" charset="0"/>
              </a:rPr>
              <a:t>20</a:t>
            </a:r>
            <a:endParaRPr lang="en-US" sz="1600" b="1" dirty="0">
              <a:solidFill>
                <a:schemeClr val="bg1"/>
              </a:solidFill>
              <a:latin typeface="Book Antiqua" pitchFamily="18" charset="0"/>
            </a:endParaRPr>
          </a:p>
        </p:txBody>
      </p:sp>
      <p:cxnSp>
        <p:nvCxnSpPr>
          <p:cNvPr id="40" name="Straight Connector 39"/>
          <p:cNvCxnSpPr>
            <a:stCxn id="44" idx="1"/>
          </p:cNvCxnSpPr>
          <p:nvPr/>
        </p:nvCxnSpPr>
        <p:spPr>
          <a:xfrm flipH="1" flipV="1">
            <a:off x="6942542" y="2821118"/>
            <a:ext cx="937631" cy="722017"/>
          </a:xfrm>
          <a:prstGeom prst="line">
            <a:avLst/>
          </a:prstGeom>
          <a:ln w="34925">
            <a:solidFill>
              <a:schemeClr val="tx1">
                <a:lumMod val="65000"/>
                <a:lumOff val="3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1" name="Straight Connector 40"/>
          <p:cNvCxnSpPr/>
          <p:nvPr/>
        </p:nvCxnSpPr>
        <p:spPr>
          <a:xfrm flipV="1">
            <a:off x="5828694" y="2723212"/>
            <a:ext cx="1069264" cy="900100"/>
          </a:xfrm>
          <a:prstGeom prst="line">
            <a:avLst/>
          </a:prstGeom>
          <a:ln w="34925">
            <a:solidFill>
              <a:schemeClr val="tx1">
                <a:lumMod val="65000"/>
                <a:lumOff val="3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2" name="Oval 41"/>
          <p:cNvSpPr>
            <a:spLocks noChangeArrowheads="1"/>
          </p:cNvSpPr>
          <p:nvPr/>
        </p:nvSpPr>
        <p:spPr bwMode="auto">
          <a:xfrm>
            <a:off x="6728794" y="2615200"/>
            <a:ext cx="338328" cy="338328"/>
          </a:xfrm>
          <a:prstGeom prst="ellipse">
            <a:avLst/>
          </a:prstGeom>
          <a:gradFill>
            <a:gsLst>
              <a:gs pos="21082">
                <a:srgbClr val="0000CC"/>
              </a:gs>
              <a:gs pos="16400">
                <a:srgbClr val="0000AB"/>
              </a:gs>
              <a:gs pos="5830">
                <a:srgbClr val="0000C0"/>
              </a:gs>
              <a:gs pos="10300">
                <a:srgbClr val="0000B7"/>
              </a:gs>
              <a:gs pos="0">
                <a:srgbClr val="0000CC"/>
              </a:gs>
              <a:gs pos="0">
                <a:srgbClr val="002060">
                  <a:alpha val="25000"/>
                </a:srgbClr>
              </a:gs>
              <a:gs pos="100000">
                <a:srgbClr val="000000"/>
              </a:gs>
            </a:gsLst>
            <a:path path="shape">
              <a:fillToRect l="50000" t="50000" r="50000" b="50000"/>
            </a:path>
          </a:gradFill>
          <a:ln w="19050">
            <a:solidFill>
              <a:schemeClr val="bg1"/>
            </a:solidFill>
            <a:round/>
            <a:headEnd/>
            <a:tailEnd/>
          </a:ln>
        </p:spPr>
        <p:txBody>
          <a:bodyPr wrap="none" anchor="ctr"/>
          <a:lstStyle/>
          <a:p>
            <a:pPr algn="ctr"/>
            <a:r>
              <a:rPr lang="en-US" sz="1600" b="1" dirty="0" smtClean="0">
                <a:solidFill>
                  <a:schemeClr val="bg1"/>
                </a:solidFill>
                <a:latin typeface="Book Antiqua" pitchFamily="18" charset="0"/>
              </a:rPr>
              <a:t>45</a:t>
            </a:r>
            <a:endParaRPr lang="en-US" sz="1600" b="1" dirty="0">
              <a:solidFill>
                <a:schemeClr val="bg1"/>
              </a:solidFill>
              <a:latin typeface="Book Antiqua" pitchFamily="18" charset="0"/>
            </a:endParaRPr>
          </a:p>
        </p:txBody>
      </p:sp>
      <p:sp>
        <p:nvSpPr>
          <p:cNvPr id="43" name="Oval 42"/>
          <p:cNvSpPr>
            <a:spLocks noChangeArrowheads="1"/>
          </p:cNvSpPr>
          <p:nvPr/>
        </p:nvSpPr>
        <p:spPr bwMode="auto">
          <a:xfrm>
            <a:off x="5584496" y="3515300"/>
            <a:ext cx="338328" cy="338328"/>
          </a:xfrm>
          <a:prstGeom prst="ellipse">
            <a:avLst/>
          </a:prstGeom>
          <a:gradFill>
            <a:gsLst>
              <a:gs pos="21082">
                <a:srgbClr val="0000CC"/>
              </a:gs>
              <a:gs pos="16400">
                <a:srgbClr val="0000AB"/>
              </a:gs>
              <a:gs pos="5830">
                <a:srgbClr val="0000C0"/>
              </a:gs>
              <a:gs pos="10300">
                <a:srgbClr val="0000B7"/>
              </a:gs>
              <a:gs pos="0">
                <a:srgbClr val="0000CC"/>
              </a:gs>
              <a:gs pos="0">
                <a:srgbClr val="002060">
                  <a:alpha val="25000"/>
                </a:srgbClr>
              </a:gs>
              <a:gs pos="100000">
                <a:srgbClr val="000000"/>
              </a:gs>
            </a:gsLst>
            <a:path path="shape">
              <a:fillToRect l="50000" t="50000" r="50000" b="50000"/>
            </a:path>
          </a:gradFill>
          <a:ln w="19050">
            <a:solidFill>
              <a:schemeClr val="bg1"/>
            </a:solidFill>
            <a:round/>
            <a:headEnd/>
            <a:tailEnd/>
          </a:ln>
        </p:spPr>
        <p:txBody>
          <a:bodyPr wrap="none" anchor="ctr"/>
          <a:lstStyle/>
          <a:p>
            <a:pPr algn="ctr"/>
            <a:r>
              <a:rPr lang="en-US" sz="1600" b="1" dirty="0" smtClean="0">
                <a:solidFill>
                  <a:schemeClr val="bg1"/>
                </a:solidFill>
                <a:latin typeface="Book Antiqua" pitchFamily="18" charset="0"/>
              </a:rPr>
              <a:t>3</a:t>
            </a:r>
            <a:r>
              <a:rPr lang="en-US" sz="1600" b="1" dirty="0">
                <a:solidFill>
                  <a:schemeClr val="bg1"/>
                </a:solidFill>
                <a:latin typeface="Book Antiqua" pitchFamily="18" charset="0"/>
              </a:rPr>
              <a:t>7</a:t>
            </a:r>
          </a:p>
        </p:txBody>
      </p:sp>
      <p:sp>
        <p:nvSpPr>
          <p:cNvPr id="44" name="Oval 43"/>
          <p:cNvSpPr>
            <a:spLocks noChangeArrowheads="1"/>
          </p:cNvSpPr>
          <p:nvPr/>
        </p:nvSpPr>
        <p:spPr bwMode="auto">
          <a:xfrm>
            <a:off x="7830626" y="3493588"/>
            <a:ext cx="338328" cy="338328"/>
          </a:xfrm>
          <a:prstGeom prst="ellipse">
            <a:avLst/>
          </a:prstGeom>
          <a:gradFill>
            <a:gsLst>
              <a:gs pos="21082">
                <a:srgbClr val="0000CC"/>
              </a:gs>
              <a:gs pos="16400">
                <a:srgbClr val="0000AB"/>
              </a:gs>
              <a:gs pos="5830">
                <a:srgbClr val="0000C0"/>
              </a:gs>
              <a:gs pos="10300">
                <a:srgbClr val="0000B7"/>
              </a:gs>
              <a:gs pos="0">
                <a:srgbClr val="0000CC"/>
              </a:gs>
              <a:gs pos="0">
                <a:srgbClr val="002060">
                  <a:alpha val="25000"/>
                </a:srgbClr>
              </a:gs>
              <a:gs pos="100000">
                <a:srgbClr val="000000"/>
              </a:gs>
            </a:gsLst>
            <a:path path="shape">
              <a:fillToRect l="50000" t="50000" r="50000" b="50000"/>
            </a:path>
          </a:gradFill>
          <a:ln w="19050">
            <a:solidFill>
              <a:schemeClr val="bg1"/>
            </a:solidFill>
            <a:round/>
            <a:headEnd/>
            <a:tailEnd/>
          </a:ln>
        </p:spPr>
        <p:txBody>
          <a:bodyPr wrap="none" anchor="ctr"/>
          <a:lstStyle/>
          <a:p>
            <a:pPr algn="ctr"/>
            <a:r>
              <a:rPr lang="en-US" sz="1600" b="1" dirty="0">
                <a:solidFill>
                  <a:schemeClr val="bg1"/>
                </a:solidFill>
                <a:latin typeface="Book Antiqua" pitchFamily="18" charset="0"/>
              </a:rPr>
              <a:t>5</a:t>
            </a:r>
            <a:r>
              <a:rPr lang="en-US" sz="1600" b="1" dirty="0" smtClean="0">
                <a:solidFill>
                  <a:schemeClr val="bg1"/>
                </a:solidFill>
                <a:latin typeface="Book Antiqua" pitchFamily="18" charset="0"/>
              </a:rPr>
              <a:t>5</a:t>
            </a:r>
            <a:endParaRPr lang="en-US" sz="1600" b="1" dirty="0">
              <a:solidFill>
                <a:schemeClr val="bg1"/>
              </a:solidFill>
              <a:latin typeface="Book Antiqua" pitchFamily="18" charset="0"/>
            </a:endParaRPr>
          </a:p>
        </p:txBody>
      </p:sp>
      <p:sp>
        <p:nvSpPr>
          <p:cNvPr id="39" name="Oval 38"/>
          <p:cNvSpPr>
            <a:spLocks noChangeArrowheads="1"/>
          </p:cNvSpPr>
          <p:nvPr/>
        </p:nvSpPr>
        <p:spPr bwMode="auto">
          <a:xfrm>
            <a:off x="2962266" y="4242800"/>
            <a:ext cx="338328" cy="338328"/>
          </a:xfrm>
          <a:prstGeom prst="ellipse">
            <a:avLst/>
          </a:prstGeom>
          <a:gradFill>
            <a:gsLst>
              <a:gs pos="21082">
                <a:srgbClr val="0000CC"/>
              </a:gs>
              <a:gs pos="16400">
                <a:srgbClr val="0000AB"/>
              </a:gs>
              <a:gs pos="5830">
                <a:srgbClr val="0000C0"/>
              </a:gs>
              <a:gs pos="10300">
                <a:srgbClr val="0000B7"/>
              </a:gs>
              <a:gs pos="0">
                <a:srgbClr val="0000CC"/>
              </a:gs>
              <a:gs pos="0">
                <a:srgbClr val="002060">
                  <a:alpha val="25000"/>
                </a:srgbClr>
              </a:gs>
              <a:gs pos="100000">
                <a:srgbClr val="000000"/>
              </a:gs>
            </a:gsLst>
            <a:path path="shape">
              <a:fillToRect l="50000" t="50000" r="50000" b="50000"/>
            </a:path>
          </a:gradFill>
          <a:ln w="19050">
            <a:solidFill>
              <a:schemeClr val="bg1"/>
            </a:solidFill>
            <a:round/>
            <a:headEnd/>
            <a:tailEnd/>
          </a:ln>
        </p:spPr>
        <p:txBody>
          <a:bodyPr wrap="none" anchor="ctr"/>
          <a:lstStyle/>
          <a:p>
            <a:pPr algn="ctr"/>
            <a:r>
              <a:rPr lang="en-US" sz="1600" b="1" dirty="0" smtClean="0">
                <a:solidFill>
                  <a:schemeClr val="bg1"/>
                </a:solidFill>
                <a:latin typeface="Book Antiqua" pitchFamily="18" charset="0"/>
              </a:rPr>
              <a:t>19</a:t>
            </a:r>
            <a:endParaRPr lang="en-US" sz="1600" b="1" dirty="0">
              <a:solidFill>
                <a:schemeClr val="bg1"/>
              </a:solidFill>
              <a:latin typeface="Book Antiqua" pitchFamily="18" charset="0"/>
            </a:endParaRPr>
          </a:p>
        </p:txBody>
      </p:sp>
      <p:cxnSp>
        <p:nvCxnSpPr>
          <p:cNvPr id="30" name="Straight Connector 29"/>
          <p:cNvCxnSpPr/>
          <p:nvPr/>
        </p:nvCxnSpPr>
        <p:spPr>
          <a:xfrm flipV="1">
            <a:off x="4918492" y="3767328"/>
            <a:ext cx="684486" cy="813799"/>
          </a:xfrm>
          <a:prstGeom prst="line">
            <a:avLst/>
          </a:prstGeom>
          <a:ln w="34925">
            <a:solidFill>
              <a:schemeClr val="tx1">
                <a:lumMod val="65000"/>
                <a:lumOff val="3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1" name="Oval 30"/>
          <p:cNvSpPr>
            <a:spLocks noChangeArrowheads="1"/>
          </p:cNvSpPr>
          <p:nvPr/>
        </p:nvSpPr>
        <p:spPr bwMode="auto">
          <a:xfrm>
            <a:off x="4749328" y="4411963"/>
            <a:ext cx="338328" cy="338328"/>
          </a:xfrm>
          <a:prstGeom prst="ellipse">
            <a:avLst/>
          </a:prstGeom>
          <a:gradFill>
            <a:gsLst>
              <a:gs pos="21082">
                <a:srgbClr val="0000CC"/>
              </a:gs>
              <a:gs pos="16400">
                <a:srgbClr val="0000AB"/>
              </a:gs>
              <a:gs pos="5830">
                <a:srgbClr val="0000C0"/>
              </a:gs>
              <a:gs pos="10300">
                <a:srgbClr val="0000B7"/>
              </a:gs>
              <a:gs pos="0">
                <a:srgbClr val="0000CC"/>
              </a:gs>
              <a:gs pos="0">
                <a:srgbClr val="002060">
                  <a:alpha val="25000"/>
                </a:srgbClr>
              </a:gs>
              <a:gs pos="100000">
                <a:srgbClr val="000000"/>
              </a:gs>
            </a:gsLst>
            <a:path path="shape">
              <a:fillToRect l="50000" t="50000" r="50000" b="50000"/>
            </a:path>
          </a:gradFill>
          <a:ln w="19050">
            <a:solidFill>
              <a:schemeClr val="bg1"/>
            </a:solidFill>
            <a:round/>
            <a:headEnd/>
            <a:tailEnd/>
          </a:ln>
        </p:spPr>
        <p:txBody>
          <a:bodyPr wrap="none" anchor="ctr"/>
          <a:lstStyle/>
          <a:p>
            <a:pPr algn="ctr"/>
            <a:r>
              <a:rPr lang="en-US" sz="1600" b="1" dirty="0" smtClean="0">
                <a:solidFill>
                  <a:schemeClr val="bg1"/>
                </a:solidFill>
                <a:latin typeface="Book Antiqua" pitchFamily="18" charset="0"/>
              </a:rPr>
              <a:t>32</a:t>
            </a:r>
            <a:endParaRPr lang="en-US" sz="1600" b="1" dirty="0">
              <a:solidFill>
                <a:schemeClr val="bg1"/>
              </a:solidFill>
              <a:latin typeface="Book Antiqua" pitchFamily="18" charset="0"/>
            </a:endParaRPr>
          </a:p>
        </p:txBody>
      </p:sp>
      <p:sp>
        <p:nvSpPr>
          <p:cNvPr id="32" name="Oval 31"/>
          <p:cNvSpPr>
            <a:spLocks noChangeArrowheads="1"/>
          </p:cNvSpPr>
          <p:nvPr/>
        </p:nvSpPr>
        <p:spPr bwMode="auto">
          <a:xfrm>
            <a:off x="6198062" y="4426256"/>
            <a:ext cx="338328" cy="338328"/>
          </a:xfrm>
          <a:prstGeom prst="ellipse">
            <a:avLst/>
          </a:prstGeom>
          <a:gradFill>
            <a:gsLst>
              <a:gs pos="21082">
                <a:srgbClr val="0000CC"/>
              </a:gs>
              <a:gs pos="16400">
                <a:srgbClr val="0000AB"/>
              </a:gs>
              <a:gs pos="5830">
                <a:srgbClr val="0000C0"/>
              </a:gs>
              <a:gs pos="10300">
                <a:srgbClr val="0000B7"/>
              </a:gs>
              <a:gs pos="0">
                <a:srgbClr val="0000CC"/>
              </a:gs>
              <a:gs pos="0">
                <a:srgbClr val="002060">
                  <a:alpha val="25000"/>
                </a:srgbClr>
              </a:gs>
              <a:gs pos="100000">
                <a:srgbClr val="000000"/>
              </a:gs>
            </a:gsLst>
            <a:path path="shape">
              <a:fillToRect l="50000" t="50000" r="50000" b="50000"/>
            </a:path>
          </a:gradFill>
          <a:ln w="19050">
            <a:solidFill>
              <a:schemeClr val="bg1"/>
            </a:solidFill>
            <a:round/>
            <a:headEnd/>
            <a:tailEnd/>
          </a:ln>
        </p:spPr>
        <p:txBody>
          <a:bodyPr wrap="none" anchor="ctr"/>
          <a:lstStyle/>
          <a:p>
            <a:pPr algn="ctr"/>
            <a:r>
              <a:rPr lang="en-US" sz="1600" b="1" dirty="0" smtClean="0">
                <a:solidFill>
                  <a:schemeClr val="bg1"/>
                </a:solidFill>
                <a:latin typeface="Book Antiqua" pitchFamily="18" charset="0"/>
              </a:rPr>
              <a:t>39</a:t>
            </a:r>
            <a:endParaRPr lang="en-US" sz="1600" b="1" dirty="0">
              <a:solidFill>
                <a:schemeClr val="bg1"/>
              </a:solidFill>
              <a:latin typeface="Book Antiqua" pitchFamily="18" charset="0"/>
            </a:endParaRPr>
          </a:p>
        </p:txBody>
      </p:sp>
      <p:sp>
        <p:nvSpPr>
          <p:cNvPr id="45" name="Oval 44"/>
          <p:cNvSpPr>
            <a:spLocks noChangeArrowheads="1"/>
          </p:cNvSpPr>
          <p:nvPr/>
        </p:nvSpPr>
        <p:spPr bwMode="auto">
          <a:xfrm>
            <a:off x="6846133" y="5276060"/>
            <a:ext cx="338328" cy="338328"/>
          </a:xfrm>
          <a:prstGeom prst="ellipse">
            <a:avLst/>
          </a:prstGeom>
          <a:gradFill>
            <a:gsLst>
              <a:gs pos="21082">
                <a:srgbClr val="0000CC"/>
              </a:gs>
              <a:gs pos="16400">
                <a:srgbClr val="0000AB"/>
              </a:gs>
              <a:gs pos="5830">
                <a:srgbClr val="0000C0"/>
              </a:gs>
              <a:gs pos="10300">
                <a:srgbClr val="0000B7"/>
              </a:gs>
              <a:gs pos="0">
                <a:srgbClr val="0000CC"/>
              </a:gs>
              <a:gs pos="0">
                <a:srgbClr val="002060">
                  <a:alpha val="25000"/>
                </a:srgbClr>
              </a:gs>
              <a:gs pos="100000">
                <a:srgbClr val="000000"/>
              </a:gs>
            </a:gsLst>
            <a:path path="shape">
              <a:fillToRect l="50000" t="50000" r="50000" b="50000"/>
            </a:path>
          </a:gradFill>
          <a:ln w="19050">
            <a:solidFill>
              <a:schemeClr val="bg1"/>
            </a:solidFill>
            <a:round/>
            <a:headEnd/>
            <a:tailEnd/>
          </a:ln>
        </p:spPr>
        <p:txBody>
          <a:bodyPr wrap="none" anchor="ctr"/>
          <a:lstStyle/>
          <a:p>
            <a:pPr algn="ctr"/>
            <a:r>
              <a:rPr lang="en-US" sz="1600" b="1" dirty="0" smtClean="0">
                <a:solidFill>
                  <a:schemeClr val="bg1"/>
                </a:solidFill>
                <a:latin typeface="Book Antiqua" pitchFamily="18" charset="0"/>
              </a:rPr>
              <a:t>42</a:t>
            </a:r>
            <a:endParaRPr lang="en-US" sz="1600" b="1" dirty="0">
              <a:solidFill>
                <a:schemeClr val="bg1"/>
              </a:solidFill>
              <a:latin typeface="Book Antiqua" pitchFamily="18" charset="0"/>
            </a:endParaRPr>
          </a:p>
        </p:txBody>
      </p:sp>
      <p:sp>
        <p:nvSpPr>
          <p:cNvPr id="47" name="Oval 46"/>
          <p:cNvSpPr>
            <a:spLocks noChangeArrowheads="1"/>
          </p:cNvSpPr>
          <p:nvPr/>
        </p:nvSpPr>
        <p:spPr bwMode="auto">
          <a:xfrm>
            <a:off x="7138730" y="4325663"/>
            <a:ext cx="338328" cy="338328"/>
          </a:xfrm>
          <a:prstGeom prst="ellipse">
            <a:avLst/>
          </a:prstGeom>
          <a:gradFill>
            <a:gsLst>
              <a:gs pos="21082">
                <a:srgbClr val="0000CC"/>
              </a:gs>
              <a:gs pos="16400">
                <a:srgbClr val="0000AB"/>
              </a:gs>
              <a:gs pos="5830">
                <a:srgbClr val="0000C0"/>
              </a:gs>
              <a:gs pos="10300">
                <a:srgbClr val="0000B7"/>
              </a:gs>
              <a:gs pos="0">
                <a:srgbClr val="0000CC"/>
              </a:gs>
              <a:gs pos="0">
                <a:srgbClr val="002060">
                  <a:alpha val="25000"/>
                </a:srgbClr>
              </a:gs>
              <a:gs pos="100000">
                <a:srgbClr val="000000"/>
              </a:gs>
            </a:gsLst>
            <a:path path="shape">
              <a:fillToRect l="50000" t="50000" r="50000" b="50000"/>
            </a:path>
          </a:gradFill>
          <a:ln w="19050">
            <a:solidFill>
              <a:schemeClr val="bg1"/>
            </a:solidFill>
            <a:round/>
            <a:headEnd/>
            <a:tailEnd/>
          </a:ln>
        </p:spPr>
        <p:txBody>
          <a:bodyPr wrap="none" anchor="ctr"/>
          <a:lstStyle/>
          <a:p>
            <a:pPr algn="ctr"/>
            <a:r>
              <a:rPr lang="en-US" sz="1600" b="1" dirty="0">
                <a:solidFill>
                  <a:schemeClr val="bg1"/>
                </a:solidFill>
                <a:latin typeface="Book Antiqua" pitchFamily="18" charset="0"/>
              </a:rPr>
              <a:t>5</a:t>
            </a:r>
            <a:r>
              <a:rPr lang="en-US" sz="1600" b="1" dirty="0" smtClean="0">
                <a:solidFill>
                  <a:schemeClr val="bg1"/>
                </a:solidFill>
                <a:latin typeface="Book Antiqua" pitchFamily="18" charset="0"/>
              </a:rPr>
              <a:t>2</a:t>
            </a:r>
            <a:endParaRPr lang="en-US" sz="1600" b="1" dirty="0">
              <a:solidFill>
                <a:schemeClr val="bg1"/>
              </a:solidFill>
              <a:latin typeface="Book Antiqua" pitchFamily="18" charset="0"/>
            </a:endParaRPr>
          </a:p>
        </p:txBody>
      </p:sp>
      <p:sp>
        <p:nvSpPr>
          <p:cNvPr id="53" name="Oval 52"/>
          <p:cNvSpPr>
            <a:spLocks noChangeArrowheads="1"/>
          </p:cNvSpPr>
          <p:nvPr/>
        </p:nvSpPr>
        <p:spPr bwMode="auto">
          <a:xfrm>
            <a:off x="6078445" y="6175411"/>
            <a:ext cx="338328" cy="338328"/>
          </a:xfrm>
          <a:prstGeom prst="ellipse">
            <a:avLst/>
          </a:prstGeom>
          <a:gradFill>
            <a:gsLst>
              <a:gs pos="21082">
                <a:srgbClr val="0000CC"/>
              </a:gs>
              <a:gs pos="16400">
                <a:srgbClr val="0000AB"/>
              </a:gs>
              <a:gs pos="5830">
                <a:srgbClr val="0000C0"/>
              </a:gs>
              <a:gs pos="10300">
                <a:srgbClr val="0000B7"/>
              </a:gs>
              <a:gs pos="0">
                <a:srgbClr val="0000CC"/>
              </a:gs>
              <a:gs pos="0">
                <a:srgbClr val="002060">
                  <a:alpha val="25000"/>
                </a:srgbClr>
              </a:gs>
              <a:gs pos="100000">
                <a:srgbClr val="000000"/>
              </a:gs>
            </a:gsLst>
            <a:path path="shape">
              <a:fillToRect l="50000" t="50000" r="50000" b="50000"/>
            </a:path>
          </a:gradFill>
          <a:ln w="19050">
            <a:solidFill>
              <a:schemeClr val="bg1"/>
            </a:solidFill>
            <a:round/>
            <a:headEnd/>
            <a:tailEnd/>
          </a:ln>
        </p:spPr>
        <p:txBody>
          <a:bodyPr wrap="none" anchor="ctr"/>
          <a:lstStyle/>
          <a:p>
            <a:pPr algn="ctr"/>
            <a:r>
              <a:rPr lang="en-US" sz="1600" b="1" dirty="0" smtClean="0">
                <a:solidFill>
                  <a:schemeClr val="bg1"/>
                </a:solidFill>
                <a:latin typeface="Book Antiqua" pitchFamily="18" charset="0"/>
              </a:rPr>
              <a:t>41</a:t>
            </a:r>
            <a:endParaRPr lang="en-US" sz="1600" b="1" dirty="0">
              <a:solidFill>
                <a:schemeClr val="bg1"/>
              </a:solidFill>
              <a:latin typeface="Book Antiqua" pitchFamily="18" charset="0"/>
            </a:endParaRPr>
          </a:p>
        </p:txBody>
      </p:sp>
      <p:grpSp>
        <p:nvGrpSpPr>
          <p:cNvPr id="36" name="Group 16"/>
          <p:cNvGrpSpPr>
            <a:grpSpLocks/>
          </p:cNvGrpSpPr>
          <p:nvPr/>
        </p:nvGrpSpPr>
        <p:grpSpPr bwMode="auto">
          <a:xfrm>
            <a:off x="6456484" y="1041533"/>
            <a:ext cx="1883064" cy="762296"/>
            <a:chOff x="2621" y="1787"/>
            <a:chExt cx="1686" cy="782"/>
          </a:xfrm>
        </p:grpSpPr>
        <p:sp>
          <p:nvSpPr>
            <p:cNvPr id="37" name="AutoShape 9"/>
            <p:cNvSpPr>
              <a:spLocks noChangeArrowheads="1"/>
            </p:cNvSpPr>
            <p:nvPr/>
          </p:nvSpPr>
          <p:spPr bwMode="auto">
            <a:xfrm>
              <a:off x="2621" y="1787"/>
              <a:ext cx="1686" cy="782"/>
            </a:xfrm>
            <a:prstGeom prst="wedgeEllipseCallout">
              <a:avLst>
                <a:gd name="adj1" fmla="val -22415"/>
                <a:gd name="adj2" fmla="val 152827"/>
              </a:avLst>
            </a:prstGeom>
            <a:solidFill>
              <a:srgbClr val="FF0000"/>
            </a:solidFill>
            <a:ln w="9525">
              <a:noFill/>
              <a:miter lim="800000"/>
              <a:headEnd/>
              <a:tailEnd/>
            </a:ln>
            <a:effectLst>
              <a:outerShdw dist="107763" dir="2700000" algn="ctr" rotWithShape="0">
                <a:schemeClr val="bg2">
                  <a:alpha val="50000"/>
                </a:schemeClr>
              </a:outerShdw>
            </a:effectLst>
          </p:spPr>
          <p:txBody>
            <a:bodyPr lIns="82479" tIns="41239" rIns="82479" bIns="41239"/>
            <a:lstStyle/>
            <a:p>
              <a:pPr algn="ctr" defTabSz="825500"/>
              <a:endParaRPr kumimoji="1" lang="en-US" sz="1600">
                <a:ea typeface="ＭＳ Ｐゴシック" pitchFamily="34" charset="-128"/>
              </a:endParaRPr>
            </a:p>
          </p:txBody>
        </p:sp>
        <p:sp>
          <p:nvSpPr>
            <p:cNvPr id="48" name="Text Box 10"/>
            <p:cNvSpPr txBox="1">
              <a:spLocks noChangeArrowheads="1"/>
            </p:cNvSpPr>
            <p:nvPr/>
          </p:nvSpPr>
          <p:spPr bwMode="auto">
            <a:xfrm>
              <a:off x="2714" y="1986"/>
              <a:ext cx="1546" cy="370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lIns="82479" tIns="41239" rIns="82479" bIns="41239">
              <a:spAutoFit/>
            </a:bodyPr>
            <a:lstStyle/>
            <a:p>
              <a:pPr algn="ctr" defTabSz="825500">
                <a:spcBef>
                  <a:spcPct val="50000"/>
                </a:spcBef>
              </a:pPr>
              <a:r>
                <a:rPr kumimoji="1" lang="en-US" altLang="ja-JP" dirty="0" smtClean="0">
                  <a:solidFill>
                    <a:schemeClr val="bg1"/>
                  </a:solidFill>
                  <a:latin typeface="Book Antiqua" pitchFamily="18" charset="0"/>
                </a:rPr>
                <a:t>Delete 45</a:t>
              </a:r>
              <a:endParaRPr kumimoji="1" lang="en-US" altLang="ja-JP" dirty="0">
                <a:solidFill>
                  <a:schemeClr val="bg1"/>
                </a:solidFill>
                <a:latin typeface="Book Antiqua" pitchFamily="18" charset="0"/>
              </a:endParaRPr>
            </a:p>
          </p:txBody>
        </p:sp>
      </p:grpSp>
      <p:sp>
        <p:nvSpPr>
          <p:cNvPr id="49" name="TextBox 48"/>
          <p:cNvSpPr txBox="1"/>
          <p:nvPr/>
        </p:nvSpPr>
        <p:spPr>
          <a:xfrm>
            <a:off x="594831" y="5325607"/>
            <a:ext cx="3709464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b="1" dirty="0" smtClean="0">
                <a:latin typeface="Book Antiqua" pitchFamily="18" charset="0"/>
              </a:rPr>
              <a:t>Replace with the rightmost (largest) element in the left subtree</a:t>
            </a:r>
            <a:endParaRPr lang="en-US" sz="2000" dirty="0">
              <a:latin typeface="Georgia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77648251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7" dur="5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46" name="Straight Connector 45"/>
          <p:cNvCxnSpPr/>
          <p:nvPr/>
        </p:nvCxnSpPr>
        <p:spPr>
          <a:xfrm flipV="1">
            <a:off x="7307894" y="3681028"/>
            <a:ext cx="684486" cy="813799"/>
          </a:xfrm>
          <a:prstGeom prst="line">
            <a:avLst/>
          </a:prstGeom>
          <a:ln w="34925">
            <a:solidFill>
              <a:schemeClr val="tx1">
                <a:lumMod val="65000"/>
                <a:lumOff val="3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5" name="Straight Connector 34"/>
          <p:cNvCxnSpPr>
            <a:stCxn id="45" idx="1"/>
          </p:cNvCxnSpPr>
          <p:nvPr/>
        </p:nvCxnSpPr>
        <p:spPr>
          <a:xfrm flipH="1" flipV="1">
            <a:off x="6408204" y="4617132"/>
            <a:ext cx="487476" cy="708475"/>
          </a:xfrm>
          <a:prstGeom prst="line">
            <a:avLst/>
          </a:prstGeom>
          <a:ln w="34925">
            <a:solidFill>
              <a:schemeClr val="tx1">
                <a:lumMod val="65000"/>
                <a:lumOff val="3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4" name="Straight Connector 33"/>
          <p:cNvCxnSpPr>
            <a:stCxn id="32" idx="1"/>
          </p:cNvCxnSpPr>
          <p:nvPr/>
        </p:nvCxnSpPr>
        <p:spPr>
          <a:xfrm flipH="1" flipV="1">
            <a:off x="5760133" y="3767328"/>
            <a:ext cx="487476" cy="708475"/>
          </a:xfrm>
          <a:prstGeom prst="line">
            <a:avLst/>
          </a:prstGeom>
          <a:ln w="34925">
            <a:solidFill>
              <a:schemeClr val="tx1">
                <a:lumMod val="65000"/>
                <a:lumOff val="3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8" name="Straight Connector 37"/>
          <p:cNvCxnSpPr/>
          <p:nvPr/>
        </p:nvCxnSpPr>
        <p:spPr>
          <a:xfrm flipV="1">
            <a:off x="3131430" y="3598165"/>
            <a:ext cx="684486" cy="813799"/>
          </a:xfrm>
          <a:prstGeom prst="line">
            <a:avLst/>
          </a:prstGeom>
          <a:ln w="34925">
            <a:solidFill>
              <a:schemeClr val="tx1">
                <a:lumMod val="65000"/>
                <a:lumOff val="3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3" name="Straight Connector 32"/>
          <p:cNvCxnSpPr/>
          <p:nvPr/>
        </p:nvCxnSpPr>
        <p:spPr>
          <a:xfrm flipH="1" flipV="1">
            <a:off x="4687422" y="1725956"/>
            <a:ext cx="2210536" cy="1008862"/>
          </a:xfrm>
          <a:prstGeom prst="line">
            <a:avLst/>
          </a:prstGeom>
          <a:ln w="34925">
            <a:solidFill>
              <a:schemeClr val="tx1">
                <a:lumMod val="65000"/>
                <a:lumOff val="3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7" name="Straight Connector 26"/>
          <p:cNvCxnSpPr/>
          <p:nvPr/>
        </p:nvCxnSpPr>
        <p:spPr>
          <a:xfrm flipV="1">
            <a:off x="2840362" y="1725956"/>
            <a:ext cx="1829272" cy="932669"/>
          </a:xfrm>
          <a:prstGeom prst="line">
            <a:avLst/>
          </a:prstGeom>
          <a:ln w="34925">
            <a:solidFill>
              <a:schemeClr val="tx1">
                <a:lumMod val="65000"/>
                <a:lumOff val="3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6" name="Straight Connector 25"/>
          <p:cNvCxnSpPr>
            <a:stCxn id="19" idx="1"/>
          </p:cNvCxnSpPr>
          <p:nvPr/>
        </p:nvCxnSpPr>
        <p:spPr>
          <a:xfrm flipH="1" flipV="1">
            <a:off x="2766078" y="2734818"/>
            <a:ext cx="937631" cy="722017"/>
          </a:xfrm>
          <a:prstGeom prst="line">
            <a:avLst/>
          </a:prstGeom>
          <a:ln w="34925">
            <a:solidFill>
              <a:schemeClr val="tx1">
                <a:lumMod val="65000"/>
                <a:lumOff val="3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" name="Straight Connector 24"/>
          <p:cNvCxnSpPr/>
          <p:nvPr/>
        </p:nvCxnSpPr>
        <p:spPr>
          <a:xfrm flipV="1">
            <a:off x="1652230" y="2636912"/>
            <a:ext cx="1069264" cy="900100"/>
          </a:xfrm>
          <a:prstGeom prst="line">
            <a:avLst/>
          </a:prstGeom>
          <a:ln w="34925">
            <a:solidFill>
              <a:schemeClr val="tx1">
                <a:lumMod val="65000"/>
                <a:lumOff val="3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" name="Straight Connector 21"/>
          <p:cNvCxnSpPr>
            <a:stCxn id="18" idx="1"/>
          </p:cNvCxnSpPr>
          <p:nvPr/>
        </p:nvCxnSpPr>
        <p:spPr>
          <a:xfrm flipH="1" flipV="1">
            <a:off x="1577196" y="3598165"/>
            <a:ext cx="614345" cy="708474"/>
          </a:xfrm>
          <a:prstGeom prst="line">
            <a:avLst/>
          </a:prstGeom>
          <a:ln w="34925">
            <a:solidFill>
              <a:schemeClr val="tx1">
                <a:lumMod val="65000"/>
                <a:lumOff val="3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" name="Straight Connector 2"/>
          <p:cNvCxnSpPr/>
          <p:nvPr/>
        </p:nvCxnSpPr>
        <p:spPr>
          <a:xfrm flipV="1">
            <a:off x="892710" y="3598165"/>
            <a:ext cx="684486" cy="813799"/>
          </a:xfrm>
          <a:prstGeom prst="line">
            <a:avLst/>
          </a:prstGeom>
          <a:ln w="34925">
            <a:solidFill>
              <a:schemeClr val="tx1">
                <a:lumMod val="65000"/>
                <a:lumOff val="3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Rectangle 3"/>
          <p:cNvSpPr txBox="1">
            <a:spLocks noChangeArrowheads="1"/>
          </p:cNvSpPr>
          <p:nvPr/>
        </p:nvSpPr>
        <p:spPr>
          <a:xfrm>
            <a:off x="257571" y="8620"/>
            <a:ext cx="7770813" cy="609600"/>
          </a:xfrm>
          <a:prstGeom prst="rect">
            <a:avLst/>
          </a:prstGeom>
          <a:effectLst>
            <a:outerShdw dist="35921" dir="2700000" algn="ctr" rotWithShape="0">
              <a:schemeClr val="bg2"/>
            </a:outerShdw>
          </a:effectLst>
        </p:spPr>
        <p:txBody>
          <a:bodyPr>
            <a:normAutofit fontScale="97500" lnSpcReduction="10000"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r>
              <a:rPr lang="en-US" altLang="ja-JP" sz="3600" b="1" dirty="0" smtClean="0">
                <a:solidFill>
                  <a:srgbClr val="A50021"/>
                </a:solidFill>
                <a:latin typeface="Verdana" pitchFamily="34" charset="0"/>
                <a:ea typeface="ＭＳ Ｐゴシック" pitchFamily="34" charset="-128"/>
              </a:rPr>
              <a:t>BST: Deletion</a:t>
            </a:r>
            <a:endParaRPr lang="en-US" altLang="ja-JP" sz="3600" b="1" dirty="0">
              <a:solidFill>
                <a:srgbClr val="A50021"/>
              </a:solidFill>
              <a:latin typeface="Verdana" pitchFamily="34" charset="0"/>
              <a:ea typeface="ＭＳ Ｐゴシック" pitchFamily="34" charset="-128"/>
            </a:endParaRPr>
          </a:p>
        </p:txBody>
      </p:sp>
      <p:sp>
        <p:nvSpPr>
          <p:cNvPr id="5" name="Line 5"/>
          <p:cNvSpPr>
            <a:spLocks noChangeShapeType="1"/>
          </p:cNvSpPr>
          <p:nvPr/>
        </p:nvSpPr>
        <p:spPr bwMode="auto">
          <a:xfrm>
            <a:off x="302060" y="620688"/>
            <a:ext cx="8382000" cy="0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/>
          </a:ln>
          <a:effectLst>
            <a:outerShdw dist="35921" dir="2700000" algn="ctr" rotWithShape="0">
              <a:schemeClr val="bg2"/>
            </a:outerShdw>
          </a:effectLst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0" name="Oval 9"/>
          <p:cNvSpPr>
            <a:spLocks noChangeArrowheads="1"/>
          </p:cNvSpPr>
          <p:nvPr/>
        </p:nvSpPr>
        <p:spPr bwMode="auto">
          <a:xfrm>
            <a:off x="4518258" y="1556792"/>
            <a:ext cx="338328" cy="338328"/>
          </a:xfrm>
          <a:prstGeom prst="ellipse">
            <a:avLst/>
          </a:prstGeom>
          <a:gradFill>
            <a:gsLst>
              <a:gs pos="21082">
                <a:srgbClr val="0000CC"/>
              </a:gs>
              <a:gs pos="16400">
                <a:srgbClr val="0000AB"/>
              </a:gs>
              <a:gs pos="5830">
                <a:srgbClr val="0000C0"/>
              </a:gs>
              <a:gs pos="10300">
                <a:srgbClr val="0000B7"/>
              </a:gs>
              <a:gs pos="0">
                <a:srgbClr val="0000CC"/>
              </a:gs>
              <a:gs pos="0">
                <a:srgbClr val="002060">
                  <a:alpha val="25000"/>
                </a:srgbClr>
              </a:gs>
              <a:gs pos="100000">
                <a:srgbClr val="000000"/>
              </a:gs>
            </a:gsLst>
            <a:path path="shape">
              <a:fillToRect l="50000" t="50000" r="50000" b="50000"/>
            </a:path>
          </a:gradFill>
          <a:ln w="19050">
            <a:solidFill>
              <a:schemeClr val="bg1"/>
            </a:solidFill>
            <a:round/>
            <a:headEnd/>
            <a:tailEnd/>
          </a:ln>
        </p:spPr>
        <p:txBody>
          <a:bodyPr wrap="none" anchor="ctr"/>
          <a:lstStyle/>
          <a:p>
            <a:pPr algn="ctr"/>
            <a:r>
              <a:rPr lang="en-US" sz="1600" b="1" dirty="0" smtClean="0">
                <a:solidFill>
                  <a:schemeClr val="bg1"/>
                </a:solidFill>
                <a:latin typeface="Book Antiqua" pitchFamily="18" charset="0"/>
              </a:rPr>
              <a:t>27</a:t>
            </a:r>
            <a:endParaRPr lang="en-US" sz="1600" b="1" dirty="0">
              <a:solidFill>
                <a:schemeClr val="bg1"/>
              </a:solidFill>
              <a:latin typeface="Book Antiqua" pitchFamily="18" charset="0"/>
            </a:endParaRPr>
          </a:p>
        </p:txBody>
      </p:sp>
      <p:sp>
        <p:nvSpPr>
          <p:cNvPr id="14" name="Oval 13"/>
          <p:cNvSpPr>
            <a:spLocks noChangeArrowheads="1"/>
          </p:cNvSpPr>
          <p:nvPr/>
        </p:nvSpPr>
        <p:spPr bwMode="auto">
          <a:xfrm>
            <a:off x="2552330" y="2528900"/>
            <a:ext cx="338328" cy="338328"/>
          </a:xfrm>
          <a:prstGeom prst="ellipse">
            <a:avLst/>
          </a:prstGeom>
          <a:gradFill>
            <a:gsLst>
              <a:gs pos="21082">
                <a:srgbClr val="0000CC"/>
              </a:gs>
              <a:gs pos="16400">
                <a:srgbClr val="0000AB"/>
              </a:gs>
              <a:gs pos="5830">
                <a:srgbClr val="0000C0"/>
              </a:gs>
              <a:gs pos="10300">
                <a:srgbClr val="0000B7"/>
              </a:gs>
              <a:gs pos="0">
                <a:srgbClr val="0000CC"/>
              </a:gs>
              <a:gs pos="0">
                <a:srgbClr val="002060">
                  <a:alpha val="25000"/>
                </a:srgbClr>
              </a:gs>
              <a:gs pos="100000">
                <a:srgbClr val="000000"/>
              </a:gs>
            </a:gsLst>
            <a:path path="shape">
              <a:fillToRect l="50000" t="50000" r="50000" b="50000"/>
            </a:path>
          </a:gradFill>
          <a:ln w="19050">
            <a:solidFill>
              <a:schemeClr val="bg1"/>
            </a:solidFill>
            <a:round/>
            <a:headEnd/>
            <a:tailEnd/>
          </a:ln>
        </p:spPr>
        <p:txBody>
          <a:bodyPr wrap="none" anchor="ctr"/>
          <a:lstStyle/>
          <a:p>
            <a:pPr algn="ctr"/>
            <a:r>
              <a:rPr lang="en-US" sz="1600" b="1" dirty="0" smtClean="0">
                <a:solidFill>
                  <a:schemeClr val="bg1"/>
                </a:solidFill>
                <a:latin typeface="Book Antiqua" pitchFamily="18" charset="0"/>
              </a:rPr>
              <a:t>15</a:t>
            </a:r>
            <a:endParaRPr lang="en-US" sz="1600" b="1" dirty="0">
              <a:solidFill>
                <a:schemeClr val="bg1"/>
              </a:solidFill>
              <a:latin typeface="Book Antiqua" pitchFamily="18" charset="0"/>
            </a:endParaRPr>
          </a:p>
        </p:txBody>
      </p:sp>
      <p:sp>
        <p:nvSpPr>
          <p:cNvPr id="16" name="Oval 15"/>
          <p:cNvSpPr>
            <a:spLocks noChangeArrowheads="1"/>
          </p:cNvSpPr>
          <p:nvPr/>
        </p:nvSpPr>
        <p:spPr bwMode="auto">
          <a:xfrm>
            <a:off x="1408032" y="3429000"/>
            <a:ext cx="338328" cy="338328"/>
          </a:xfrm>
          <a:prstGeom prst="ellipse">
            <a:avLst/>
          </a:prstGeom>
          <a:gradFill>
            <a:gsLst>
              <a:gs pos="21082">
                <a:srgbClr val="0000CC"/>
              </a:gs>
              <a:gs pos="16400">
                <a:srgbClr val="0000AB"/>
              </a:gs>
              <a:gs pos="5830">
                <a:srgbClr val="0000C0"/>
              </a:gs>
              <a:gs pos="10300">
                <a:srgbClr val="0000B7"/>
              </a:gs>
              <a:gs pos="0">
                <a:srgbClr val="0000CC"/>
              </a:gs>
              <a:gs pos="0">
                <a:srgbClr val="002060">
                  <a:alpha val="25000"/>
                </a:srgbClr>
              </a:gs>
              <a:gs pos="100000">
                <a:srgbClr val="000000"/>
              </a:gs>
            </a:gsLst>
            <a:path path="shape">
              <a:fillToRect l="50000" t="50000" r="50000" b="50000"/>
            </a:path>
          </a:gradFill>
          <a:ln w="19050">
            <a:solidFill>
              <a:schemeClr val="bg1"/>
            </a:solidFill>
            <a:round/>
            <a:headEnd/>
            <a:tailEnd/>
          </a:ln>
        </p:spPr>
        <p:txBody>
          <a:bodyPr wrap="none" anchor="ctr"/>
          <a:lstStyle/>
          <a:p>
            <a:pPr algn="ctr"/>
            <a:r>
              <a:rPr lang="en-US" sz="1600" b="1" dirty="0">
                <a:solidFill>
                  <a:schemeClr val="bg1"/>
                </a:solidFill>
                <a:latin typeface="Book Antiqua" pitchFamily="18" charset="0"/>
              </a:rPr>
              <a:t>7</a:t>
            </a:r>
          </a:p>
        </p:txBody>
      </p:sp>
      <p:sp>
        <p:nvSpPr>
          <p:cNvPr id="17" name="Oval 16"/>
          <p:cNvSpPr>
            <a:spLocks noChangeArrowheads="1"/>
          </p:cNvSpPr>
          <p:nvPr/>
        </p:nvSpPr>
        <p:spPr bwMode="auto">
          <a:xfrm>
            <a:off x="723546" y="4242800"/>
            <a:ext cx="338328" cy="338328"/>
          </a:xfrm>
          <a:prstGeom prst="ellipse">
            <a:avLst/>
          </a:prstGeom>
          <a:gradFill>
            <a:gsLst>
              <a:gs pos="21082">
                <a:srgbClr val="0000CC"/>
              </a:gs>
              <a:gs pos="16400">
                <a:srgbClr val="0000AB"/>
              </a:gs>
              <a:gs pos="5830">
                <a:srgbClr val="0000C0"/>
              </a:gs>
              <a:gs pos="10300">
                <a:srgbClr val="0000B7"/>
              </a:gs>
              <a:gs pos="0">
                <a:srgbClr val="0000CC"/>
              </a:gs>
              <a:gs pos="0">
                <a:srgbClr val="002060">
                  <a:alpha val="25000"/>
                </a:srgbClr>
              </a:gs>
              <a:gs pos="100000">
                <a:srgbClr val="000000"/>
              </a:gs>
            </a:gsLst>
            <a:path path="shape">
              <a:fillToRect l="50000" t="50000" r="50000" b="50000"/>
            </a:path>
          </a:gradFill>
          <a:ln w="19050">
            <a:solidFill>
              <a:schemeClr val="bg1"/>
            </a:solidFill>
            <a:round/>
            <a:headEnd/>
            <a:tailEnd/>
          </a:ln>
        </p:spPr>
        <p:txBody>
          <a:bodyPr wrap="none" anchor="ctr"/>
          <a:lstStyle/>
          <a:p>
            <a:pPr algn="ctr"/>
            <a:r>
              <a:rPr lang="en-US" sz="1600" b="1" dirty="0">
                <a:solidFill>
                  <a:schemeClr val="bg1"/>
                </a:solidFill>
                <a:latin typeface="Book Antiqua" pitchFamily="18" charset="0"/>
              </a:rPr>
              <a:t>2</a:t>
            </a:r>
          </a:p>
        </p:txBody>
      </p:sp>
      <p:sp>
        <p:nvSpPr>
          <p:cNvPr id="18" name="Oval 17"/>
          <p:cNvSpPr>
            <a:spLocks noChangeArrowheads="1"/>
          </p:cNvSpPr>
          <p:nvPr/>
        </p:nvSpPr>
        <p:spPr bwMode="auto">
          <a:xfrm>
            <a:off x="2141994" y="4257092"/>
            <a:ext cx="338328" cy="338328"/>
          </a:xfrm>
          <a:prstGeom prst="ellipse">
            <a:avLst/>
          </a:prstGeom>
          <a:gradFill>
            <a:gsLst>
              <a:gs pos="21082">
                <a:srgbClr val="0000CC"/>
              </a:gs>
              <a:gs pos="16400">
                <a:srgbClr val="0000AB"/>
              </a:gs>
              <a:gs pos="5830">
                <a:srgbClr val="0000C0"/>
              </a:gs>
              <a:gs pos="10300">
                <a:srgbClr val="0000B7"/>
              </a:gs>
              <a:gs pos="0">
                <a:srgbClr val="0000CC"/>
              </a:gs>
              <a:gs pos="0">
                <a:srgbClr val="002060">
                  <a:alpha val="25000"/>
                </a:srgbClr>
              </a:gs>
              <a:gs pos="100000">
                <a:srgbClr val="000000"/>
              </a:gs>
            </a:gsLst>
            <a:path path="shape">
              <a:fillToRect l="50000" t="50000" r="50000" b="50000"/>
            </a:path>
          </a:gradFill>
          <a:ln w="19050">
            <a:solidFill>
              <a:schemeClr val="bg1"/>
            </a:solidFill>
            <a:round/>
            <a:headEnd/>
            <a:tailEnd/>
          </a:ln>
        </p:spPr>
        <p:txBody>
          <a:bodyPr wrap="none" anchor="ctr"/>
          <a:lstStyle/>
          <a:p>
            <a:pPr algn="ctr"/>
            <a:r>
              <a:rPr lang="en-US" sz="1600" b="1" dirty="0" smtClean="0">
                <a:solidFill>
                  <a:schemeClr val="bg1"/>
                </a:solidFill>
                <a:latin typeface="Book Antiqua" pitchFamily="18" charset="0"/>
              </a:rPr>
              <a:t>14</a:t>
            </a:r>
            <a:endParaRPr lang="en-US" sz="1600" b="1" dirty="0">
              <a:solidFill>
                <a:schemeClr val="bg1"/>
              </a:solidFill>
              <a:latin typeface="Book Antiqua" pitchFamily="18" charset="0"/>
            </a:endParaRPr>
          </a:p>
        </p:txBody>
      </p:sp>
      <p:sp>
        <p:nvSpPr>
          <p:cNvPr id="19" name="Oval 18"/>
          <p:cNvSpPr>
            <a:spLocks noChangeArrowheads="1"/>
          </p:cNvSpPr>
          <p:nvPr/>
        </p:nvSpPr>
        <p:spPr bwMode="auto">
          <a:xfrm>
            <a:off x="3654162" y="3407288"/>
            <a:ext cx="338328" cy="338328"/>
          </a:xfrm>
          <a:prstGeom prst="ellipse">
            <a:avLst/>
          </a:prstGeom>
          <a:gradFill>
            <a:gsLst>
              <a:gs pos="21082">
                <a:srgbClr val="0000CC"/>
              </a:gs>
              <a:gs pos="16400">
                <a:srgbClr val="0000AB"/>
              </a:gs>
              <a:gs pos="5830">
                <a:srgbClr val="0000C0"/>
              </a:gs>
              <a:gs pos="10300">
                <a:srgbClr val="0000B7"/>
              </a:gs>
              <a:gs pos="0">
                <a:srgbClr val="0000CC"/>
              </a:gs>
              <a:gs pos="0">
                <a:srgbClr val="002060">
                  <a:alpha val="25000"/>
                </a:srgbClr>
              </a:gs>
              <a:gs pos="100000">
                <a:srgbClr val="000000"/>
              </a:gs>
            </a:gsLst>
            <a:path path="shape">
              <a:fillToRect l="50000" t="50000" r="50000" b="50000"/>
            </a:path>
          </a:gradFill>
          <a:ln w="19050">
            <a:solidFill>
              <a:schemeClr val="bg1"/>
            </a:solidFill>
            <a:round/>
            <a:headEnd/>
            <a:tailEnd/>
          </a:ln>
        </p:spPr>
        <p:txBody>
          <a:bodyPr wrap="none" anchor="ctr"/>
          <a:lstStyle/>
          <a:p>
            <a:pPr algn="ctr"/>
            <a:r>
              <a:rPr lang="en-US" sz="1600" b="1" dirty="0" smtClean="0">
                <a:solidFill>
                  <a:schemeClr val="bg1"/>
                </a:solidFill>
                <a:latin typeface="Book Antiqua" pitchFamily="18" charset="0"/>
              </a:rPr>
              <a:t>20</a:t>
            </a:r>
            <a:endParaRPr lang="en-US" sz="1600" b="1" dirty="0">
              <a:solidFill>
                <a:schemeClr val="bg1"/>
              </a:solidFill>
              <a:latin typeface="Book Antiqua" pitchFamily="18" charset="0"/>
            </a:endParaRPr>
          </a:p>
        </p:txBody>
      </p:sp>
      <p:cxnSp>
        <p:nvCxnSpPr>
          <p:cNvPr id="40" name="Straight Connector 39"/>
          <p:cNvCxnSpPr>
            <a:stCxn id="44" idx="1"/>
          </p:cNvCxnSpPr>
          <p:nvPr/>
        </p:nvCxnSpPr>
        <p:spPr>
          <a:xfrm flipH="1" flipV="1">
            <a:off x="6942542" y="2821118"/>
            <a:ext cx="937631" cy="722017"/>
          </a:xfrm>
          <a:prstGeom prst="line">
            <a:avLst/>
          </a:prstGeom>
          <a:ln w="34925">
            <a:solidFill>
              <a:schemeClr val="tx1">
                <a:lumMod val="65000"/>
                <a:lumOff val="3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1" name="Straight Connector 40"/>
          <p:cNvCxnSpPr/>
          <p:nvPr/>
        </p:nvCxnSpPr>
        <p:spPr>
          <a:xfrm flipV="1">
            <a:off x="5828694" y="2723212"/>
            <a:ext cx="1069264" cy="900100"/>
          </a:xfrm>
          <a:prstGeom prst="line">
            <a:avLst/>
          </a:prstGeom>
          <a:ln w="34925">
            <a:solidFill>
              <a:schemeClr val="tx1">
                <a:lumMod val="65000"/>
                <a:lumOff val="3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2" name="Oval 41"/>
          <p:cNvSpPr>
            <a:spLocks noChangeArrowheads="1"/>
          </p:cNvSpPr>
          <p:nvPr/>
        </p:nvSpPr>
        <p:spPr bwMode="auto">
          <a:xfrm>
            <a:off x="6728794" y="2615200"/>
            <a:ext cx="338328" cy="338328"/>
          </a:xfrm>
          <a:prstGeom prst="ellipse">
            <a:avLst/>
          </a:prstGeom>
          <a:gradFill>
            <a:gsLst>
              <a:gs pos="21082">
                <a:srgbClr val="0000CC"/>
              </a:gs>
              <a:gs pos="16400">
                <a:srgbClr val="0000AB"/>
              </a:gs>
              <a:gs pos="5830">
                <a:srgbClr val="0000C0"/>
              </a:gs>
              <a:gs pos="10300">
                <a:srgbClr val="0000B7"/>
              </a:gs>
              <a:gs pos="0">
                <a:srgbClr val="0000CC"/>
              </a:gs>
              <a:gs pos="0">
                <a:srgbClr val="002060">
                  <a:alpha val="25000"/>
                </a:srgbClr>
              </a:gs>
              <a:gs pos="100000">
                <a:srgbClr val="000000"/>
              </a:gs>
            </a:gsLst>
            <a:path path="shape">
              <a:fillToRect l="50000" t="50000" r="50000" b="50000"/>
            </a:path>
          </a:gradFill>
          <a:ln w="19050">
            <a:solidFill>
              <a:schemeClr val="bg1"/>
            </a:solidFill>
            <a:round/>
            <a:headEnd/>
            <a:tailEnd/>
          </a:ln>
        </p:spPr>
        <p:txBody>
          <a:bodyPr wrap="none" anchor="ctr"/>
          <a:lstStyle/>
          <a:p>
            <a:pPr algn="ctr"/>
            <a:r>
              <a:rPr lang="en-US" sz="1600" b="1" dirty="0" smtClean="0">
                <a:solidFill>
                  <a:schemeClr val="bg1"/>
                </a:solidFill>
                <a:latin typeface="Book Antiqua" pitchFamily="18" charset="0"/>
              </a:rPr>
              <a:t>42</a:t>
            </a:r>
            <a:endParaRPr lang="en-US" sz="1600" b="1" dirty="0">
              <a:solidFill>
                <a:schemeClr val="bg1"/>
              </a:solidFill>
              <a:latin typeface="Book Antiqua" pitchFamily="18" charset="0"/>
            </a:endParaRPr>
          </a:p>
        </p:txBody>
      </p:sp>
      <p:sp>
        <p:nvSpPr>
          <p:cNvPr id="43" name="Oval 42"/>
          <p:cNvSpPr>
            <a:spLocks noChangeArrowheads="1"/>
          </p:cNvSpPr>
          <p:nvPr/>
        </p:nvSpPr>
        <p:spPr bwMode="auto">
          <a:xfrm>
            <a:off x="5584496" y="3515300"/>
            <a:ext cx="338328" cy="338328"/>
          </a:xfrm>
          <a:prstGeom prst="ellipse">
            <a:avLst/>
          </a:prstGeom>
          <a:gradFill>
            <a:gsLst>
              <a:gs pos="21082">
                <a:srgbClr val="0000CC"/>
              </a:gs>
              <a:gs pos="16400">
                <a:srgbClr val="0000AB"/>
              </a:gs>
              <a:gs pos="5830">
                <a:srgbClr val="0000C0"/>
              </a:gs>
              <a:gs pos="10300">
                <a:srgbClr val="0000B7"/>
              </a:gs>
              <a:gs pos="0">
                <a:srgbClr val="0000CC"/>
              </a:gs>
              <a:gs pos="0">
                <a:srgbClr val="002060">
                  <a:alpha val="25000"/>
                </a:srgbClr>
              </a:gs>
              <a:gs pos="100000">
                <a:srgbClr val="000000"/>
              </a:gs>
            </a:gsLst>
            <a:path path="shape">
              <a:fillToRect l="50000" t="50000" r="50000" b="50000"/>
            </a:path>
          </a:gradFill>
          <a:ln w="19050">
            <a:solidFill>
              <a:schemeClr val="bg1"/>
            </a:solidFill>
            <a:round/>
            <a:headEnd/>
            <a:tailEnd/>
          </a:ln>
        </p:spPr>
        <p:txBody>
          <a:bodyPr wrap="none" anchor="ctr"/>
          <a:lstStyle/>
          <a:p>
            <a:pPr algn="ctr"/>
            <a:r>
              <a:rPr lang="en-US" sz="1600" b="1" dirty="0" smtClean="0">
                <a:solidFill>
                  <a:schemeClr val="bg1"/>
                </a:solidFill>
                <a:latin typeface="Book Antiqua" pitchFamily="18" charset="0"/>
              </a:rPr>
              <a:t>3</a:t>
            </a:r>
            <a:r>
              <a:rPr lang="en-US" sz="1600" b="1" dirty="0">
                <a:solidFill>
                  <a:schemeClr val="bg1"/>
                </a:solidFill>
                <a:latin typeface="Book Antiqua" pitchFamily="18" charset="0"/>
              </a:rPr>
              <a:t>7</a:t>
            </a:r>
          </a:p>
        </p:txBody>
      </p:sp>
      <p:sp>
        <p:nvSpPr>
          <p:cNvPr id="44" name="Oval 43"/>
          <p:cNvSpPr>
            <a:spLocks noChangeArrowheads="1"/>
          </p:cNvSpPr>
          <p:nvPr/>
        </p:nvSpPr>
        <p:spPr bwMode="auto">
          <a:xfrm>
            <a:off x="7830626" y="3493588"/>
            <a:ext cx="338328" cy="338328"/>
          </a:xfrm>
          <a:prstGeom prst="ellipse">
            <a:avLst/>
          </a:prstGeom>
          <a:gradFill>
            <a:gsLst>
              <a:gs pos="21082">
                <a:srgbClr val="0000CC"/>
              </a:gs>
              <a:gs pos="16400">
                <a:srgbClr val="0000AB"/>
              </a:gs>
              <a:gs pos="5830">
                <a:srgbClr val="0000C0"/>
              </a:gs>
              <a:gs pos="10300">
                <a:srgbClr val="0000B7"/>
              </a:gs>
              <a:gs pos="0">
                <a:srgbClr val="0000CC"/>
              </a:gs>
              <a:gs pos="0">
                <a:srgbClr val="002060">
                  <a:alpha val="25000"/>
                </a:srgbClr>
              </a:gs>
              <a:gs pos="100000">
                <a:srgbClr val="000000"/>
              </a:gs>
            </a:gsLst>
            <a:path path="shape">
              <a:fillToRect l="50000" t="50000" r="50000" b="50000"/>
            </a:path>
          </a:gradFill>
          <a:ln w="19050">
            <a:solidFill>
              <a:schemeClr val="bg1"/>
            </a:solidFill>
            <a:round/>
            <a:headEnd/>
            <a:tailEnd/>
          </a:ln>
        </p:spPr>
        <p:txBody>
          <a:bodyPr wrap="none" anchor="ctr"/>
          <a:lstStyle/>
          <a:p>
            <a:pPr algn="ctr"/>
            <a:r>
              <a:rPr lang="en-US" sz="1600" b="1" dirty="0">
                <a:solidFill>
                  <a:schemeClr val="bg1"/>
                </a:solidFill>
                <a:latin typeface="Book Antiqua" pitchFamily="18" charset="0"/>
              </a:rPr>
              <a:t>5</a:t>
            </a:r>
            <a:r>
              <a:rPr lang="en-US" sz="1600" b="1" dirty="0" smtClean="0">
                <a:solidFill>
                  <a:schemeClr val="bg1"/>
                </a:solidFill>
                <a:latin typeface="Book Antiqua" pitchFamily="18" charset="0"/>
              </a:rPr>
              <a:t>5</a:t>
            </a:r>
            <a:endParaRPr lang="en-US" sz="1600" b="1" dirty="0">
              <a:solidFill>
                <a:schemeClr val="bg1"/>
              </a:solidFill>
              <a:latin typeface="Book Antiqua" pitchFamily="18" charset="0"/>
            </a:endParaRPr>
          </a:p>
        </p:txBody>
      </p:sp>
      <p:sp>
        <p:nvSpPr>
          <p:cNvPr id="39" name="Oval 38"/>
          <p:cNvSpPr>
            <a:spLocks noChangeArrowheads="1"/>
          </p:cNvSpPr>
          <p:nvPr/>
        </p:nvSpPr>
        <p:spPr bwMode="auto">
          <a:xfrm>
            <a:off x="2962266" y="4242800"/>
            <a:ext cx="338328" cy="338328"/>
          </a:xfrm>
          <a:prstGeom prst="ellipse">
            <a:avLst/>
          </a:prstGeom>
          <a:gradFill>
            <a:gsLst>
              <a:gs pos="21082">
                <a:srgbClr val="0000CC"/>
              </a:gs>
              <a:gs pos="16400">
                <a:srgbClr val="0000AB"/>
              </a:gs>
              <a:gs pos="5830">
                <a:srgbClr val="0000C0"/>
              </a:gs>
              <a:gs pos="10300">
                <a:srgbClr val="0000B7"/>
              </a:gs>
              <a:gs pos="0">
                <a:srgbClr val="0000CC"/>
              </a:gs>
              <a:gs pos="0">
                <a:srgbClr val="002060">
                  <a:alpha val="25000"/>
                </a:srgbClr>
              </a:gs>
              <a:gs pos="100000">
                <a:srgbClr val="000000"/>
              </a:gs>
            </a:gsLst>
            <a:path path="shape">
              <a:fillToRect l="50000" t="50000" r="50000" b="50000"/>
            </a:path>
          </a:gradFill>
          <a:ln w="19050">
            <a:solidFill>
              <a:schemeClr val="bg1"/>
            </a:solidFill>
            <a:round/>
            <a:headEnd/>
            <a:tailEnd/>
          </a:ln>
        </p:spPr>
        <p:txBody>
          <a:bodyPr wrap="none" anchor="ctr"/>
          <a:lstStyle/>
          <a:p>
            <a:pPr algn="ctr"/>
            <a:r>
              <a:rPr lang="en-US" sz="1600" b="1" dirty="0" smtClean="0">
                <a:solidFill>
                  <a:schemeClr val="bg1"/>
                </a:solidFill>
                <a:latin typeface="Book Antiqua" pitchFamily="18" charset="0"/>
              </a:rPr>
              <a:t>19</a:t>
            </a:r>
            <a:endParaRPr lang="en-US" sz="1600" b="1" dirty="0">
              <a:solidFill>
                <a:schemeClr val="bg1"/>
              </a:solidFill>
              <a:latin typeface="Book Antiqua" pitchFamily="18" charset="0"/>
            </a:endParaRPr>
          </a:p>
        </p:txBody>
      </p:sp>
      <p:cxnSp>
        <p:nvCxnSpPr>
          <p:cNvPr id="30" name="Straight Connector 29"/>
          <p:cNvCxnSpPr/>
          <p:nvPr/>
        </p:nvCxnSpPr>
        <p:spPr>
          <a:xfrm flipV="1">
            <a:off x="4918492" y="3767328"/>
            <a:ext cx="684486" cy="813799"/>
          </a:xfrm>
          <a:prstGeom prst="line">
            <a:avLst/>
          </a:prstGeom>
          <a:ln w="34925">
            <a:solidFill>
              <a:schemeClr val="tx1">
                <a:lumMod val="65000"/>
                <a:lumOff val="3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1" name="Oval 30"/>
          <p:cNvSpPr>
            <a:spLocks noChangeArrowheads="1"/>
          </p:cNvSpPr>
          <p:nvPr/>
        </p:nvSpPr>
        <p:spPr bwMode="auto">
          <a:xfrm>
            <a:off x="4749328" y="4411963"/>
            <a:ext cx="338328" cy="338328"/>
          </a:xfrm>
          <a:prstGeom prst="ellipse">
            <a:avLst/>
          </a:prstGeom>
          <a:gradFill>
            <a:gsLst>
              <a:gs pos="21082">
                <a:srgbClr val="0000CC"/>
              </a:gs>
              <a:gs pos="16400">
                <a:srgbClr val="0000AB"/>
              </a:gs>
              <a:gs pos="5830">
                <a:srgbClr val="0000C0"/>
              </a:gs>
              <a:gs pos="10300">
                <a:srgbClr val="0000B7"/>
              </a:gs>
              <a:gs pos="0">
                <a:srgbClr val="0000CC"/>
              </a:gs>
              <a:gs pos="0">
                <a:srgbClr val="002060">
                  <a:alpha val="25000"/>
                </a:srgbClr>
              </a:gs>
              <a:gs pos="100000">
                <a:srgbClr val="000000"/>
              </a:gs>
            </a:gsLst>
            <a:path path="shape">
              <a:fillToRect l="50000" t="50000" r="50000" b="50000"/>
            </a:path>
          </a:gradFill>
          <a:ln w="19050">
            <a:solidFill>
              <a:schemeClr val="bg1"/>
            </a:solidFill>
            <a:round/>
            <a:headEnd/>
            <a:tailEnd/>
          </a:ln>
        </p:spPr>
        <p:txBody>
          <a:bodyPr wrap="none" anchor="ctr"/>
          <a:lstStyle/>
          <a:p>
            <a:pPr algn="ctr"/>
            <a:r>
              <a:rPr lang="en-US" sz="1600" b="1" dirty="0" smtClean="0">
                <a:solidFill>
                  <a:schemeClr val="bg1"/>
                </a:solidFill>
                <a:latin typeface="Book Antiqua" pitchFamily="18" charset="0"/>
              </a:rPr>
              <a:t>32</a:t>
            </a:r>
            <a:endParaRPr lang="en-US" sz="1600" b="1" dirty="0">
              <a:solidFill>
                <a:schemeClr val="bg1"/>
              </a:solidFill>
              <a:latin typeface="Book Antiqua" pitchFamily="18" charset="0"/>
            </a:endParaRPr>
          </a:p>
        </p:txBody>
      </p:sp>
      <p:sp>
        <p:nvSpPr>
          <p:cNvPr id="32" name="Oval 31"/>
          <p:cNvSpPr>
            <a:spLocks noChangeArrowheads="1"/>
          </p:cNvSpPr>
          <p:nvPr/>
        </p:nvSpPr>
        <p:spPr bwMode="auto">
          <a:xfrm>
            <a:off x="6198062" y="4426256"/>
            <a:ext cx="338328" cy="338328"/>
          </a:xfrm>
          <a:prstGeom prst="ellipse">
            <a:avLst/>
          </a:prstGeom>
          <a:gradFill>
            <a:gsLst>
              <a:gs pos="21082">
                <a:srgbClr val="0000CC"/>
              </a:gs>
              <a:gs pos="16400">
                <a:srgbClr val="0000AB"/>
              </a:gs>
              <a:gs pos="5830">
                <a:srgbClr val="0000C0"/>
              </a:gs>
              <a:gs pos="10300">
                <a:srgbClr val="0000B7"/>
              </a:gs>
              <a:gs pos="0">
                <a:srgbClr val="0000CC"/>
              </a:gs>
              <a:gs pos="0">
                <a:srgbClr val="002060">
                  <a:alpha val="25000"/>
                </a:srgbClr>
              </a:gs>
              <a:gs pos="100000">
                <a:srgbClr val="000000"/>
              </a:gs>
            </a:gsLst>
            <a:path path="shape">
              <a:fillToRect l="50000" t="50000" r="50000" b="50000"/>
            </a:path>
          </a:gradFill>
          <a:ln w="19050">
            <a:solidFill>
              <a:schemeClr val="bg1"/>
            </a:solidFill>
            <a:round/>
            <a:headEnd/>
            <a:tailEnd/>
          </a:ln>
        </p:spPr>
        <p:txBody>
          <a:bodyPr wrap="none" anchor="ctr"/>
          <a:lstStyle/>
          <a:p>
            <a:pPr algn="ctr"/>
            <a:r>
              <a:rPr lang="en-US" sz="1600" b="1" dirty="0" smtClean="0">
                <a:solidFill>
                  <a:schemeClr val="bg1"/>
                </a:solidFill>
                <a:latin typeface="Book Antiqua" pitchFamily="18" charset="0"/>
              </a:rPr>
              <a:t>39</a:t>
            </a:r>
            <a:endParaRPr lang="en-US" sz="1600" b="1" dirty="0">
              <a:solidFill>
                <a:schemeClr val="bg1"/>
              </a:solidFill>
              <a:latin typeface="Book Antiqua" pitchFamily="18" charset="0"/>
            </a:endParaRPr>
          </a:p>
        </p:txBody>
      </p:sp>
      <p:sp>
        <p:nvSpPr>
          <p:cNvPr id="45" name="Oval 44"/>
          <p:cNvSpPr>
            <a:spLocks noChangeArrowheads="1"/>
          </p:cNvSpPr>
          <p:nvPr/>
        </p:nvSpPr>
        <p:spPr bwMode="auto">
          <a:xfrm>
            <a:off x="6846133" y="5276060"/>
            <a:ext cx="338328" cy="338328"/>
          </a:xfrm>
          <a:prstGeom prst="ellipse">
            <a:avLst/>
          </a:prstGeom>
          <a:gradFill>
            <a:gsLst>
              <a:gs pos="21082">
                <a:srgbClr val="0000CC"/>
              </a:gs>
              <a:gs pos="16400">
                <a:srgbClr val="0000AB"/>
              </a:gs>
              <a:gs pos="5830">
                <a:srgbClr val="0000C0"/>
              </a:gs>
              <a:gs pos="10300">
                <a:srgbClr val="0000B7"/>
              </a:gs>
              <a:gs pos="0">
                <a:srgbClr val="0000CC"/>
              </a:gs>
              <a:gs pos="0">
                <a:srgbClr val="002060">
                  <a:alpha val="25000"/>
                </a:srgbClr>
              </a:gs>
              <a:gs pos="100000">
                <a:srgbClr val="000000"/>
              </a:gs>
            </a:gsLst>
            <a:path path="shape">
              <a:fillToRect l="50000" t="50000" r="50000" b="50000"/>
            </a:path>
          </a:gradFill>
          <a:ln w="19050">
            <a:solidFill>
              <a:schemeClr val="bg1"/>
            </a:solidFill>
            <a:round/>
            <a:headEnd/>
            <a:tailEnd/>
          </a:ln>
        </p:spPr>
        <p:txBody>
          <a:bodyPr wrap="none" anchor="ctr"/>
          <a:lstStyle/>
          <a:p>
            <a:pPr algn="ctr"/>
            <a:r>
              <a:rPr lang="en-US" sz="1600" b="1" dirty="0" smtClean="0">
                <a:solidFill>
                  <a:schemeClr val="bg1"/>
                </a:solidFill>
                <a:latin typeface="Book Antiqua" pitchFamily="18" charset="0"/>
              </a:rPr>
              <a:t>41</a:t>
            </a:r>
            <a:endParaRPr lang="en-US" sz="1600" b="1" dirty="0">
              <a:solidFill>
                <a:schemeClr val="bg1"/>
              </a:solidFill>
              <a:latin typeface="Book Antiqua" pitchFamily="18" charset="0"/>
            </a:endParaRPr>
          </a:p>
        </p:txBody>
      </p:sp>
      <p:sp>
        <p:nvSpPr>
          <p:cNvPr id="47" name="Oval 46"/>
          <p:cNvSpPr>
            <a:spLocks noChangeArrowheads="1"/>
          </p:cNvSpPr>
          <p:nvPr/>
        </p:nvSpPr>
        <p:spPr bwMode="auto">
          <a:xfrm>
            <a:off x="7138730" y="4325663"/>
            <a:ext cx="338328" cy="338328"/>
          </a:xfrm>
          <a:prstGeom prst="ellipse">
            <a:avLst/>
          </a:prstGeom>
          <a:gradFill>
            <a:gsLst>
              <a:gs pos="21082">
                <a:srgbClr val="0000CC"/>
              </a:gs>
              <a:gs pos="16400">
                <a:srgbClr val="0000AB"/>
              </a:gs>
              <a:gs pos="5830">
                <a:srgbClr val="0000C0"/>
              </a:gs>
              <a:gs pos="10300">
                <a:srgbClr val="0000B7"/>
              </a:gs>
              <a:gs pos="0">
                <a:srgbClr val="0000CC"/>
              </a:gs>
              <a:gs pos="0">
                <a:srgbClr val="002060">
                  <a:alpha val="25000"/>
                </a:srgbClr>
              </a:gs>
              <a:gs pos="100000">
                <a:srgbClr val="000000"/>
              </a:gs>
            </a:gsLst>
            <a:path path="shape">
              <a:fillToRect l="50000" t="50000" r="50000" b="50000"/>
            </a:path>
          </a:gradFill>
          <a:ln w="19050">
            <a:solidFill>
              <a:schemeClr val="bg1"/>
            </a:solidFill>
            <a:round/>
            <a:headEnd/>
            <a:tailEnd/>
          </a:ln>
        </p:spPr>
        <p:txBody>
          <a:bodyPr wrap="none" anchor="ctr"/>
          <a:lstStyle/>
          <a:p>
            <a:pPr algn="ctr"/>
            <a:r>
              <a:rPr lang="en-US" sz="1600" b="1" dirty="0">
                <a:solidFill>
                  <a:schemeClr val="bg1"/>
                </a:solidFill>
                <a:latin typeface="Book Antiqua" pitchFamily="18" charset="0"/>
              </a:rPr>
              <a:t>5</a:t>
            </a:r>
            <a:r>
              <a:rPr lang="en-US" sz="1600" b="1" dirty="0" smtClean="0">
                <a:solidFill>
                  <a:schemeClr val="bg1"/>
                </a:solidFill>
                <a:latin typeface="Book Antiqua" pitchFamily="18" charset="0"/>
              </a:rPr>
              <a:t>2</a:t>
            </a:r>
            <a:endParaRPr lang="en-US" sz="1600" b="1" dirty="0">
              <a:solidFill>
                <a:schemeClr val="bg1"/>
              </a:solidFill>
              <a:latin typeface="Book Antiqua" pitchFamily="18" charset="0"/>
            </a:endParaRPr>
          </a:p>
        </p:txBody>
      </p:sp>
      <p:sp>
        <p:nvSpPr>
          <p:cNvPr id="49" name="TextBox 48"/>
          <p:cNvSpPr txBox="1"/>
          <p:nvPr/>
        </p:nvSpPr>
        <p:spPr>
          <a:xfrm>
            <a:off x="594831" y="5325607"/>
            <a:ext cx="3709464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b="1" dirty="0" smtClean="0">
                <a:latin typeface="Book Antiqua" pitchFamily="18" charset="0"/>
              </a:rPr>
              <a:t>Replace with the rightmost (largest) element in the left subtree</a:t>
            </a:r>
            <a:endParaRPr lang="en-US" sz="2000" dirty="0">
              <a:latin typeface="Georgia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30887044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52" name="Straight Connector 51"/>
          <p:cNvCxnSpPr/>
          <p:nvPr/>
        </p:nvCxnSpPr>
        <p:spPr>
          <a:xfrm flipV="1">
            <a:off x="6247609" y="5530776"/>
            <a:ext cx="684486" cy="813799"/>
          </a:xfrm>
          <a:prstGeom prst="line">
            <a:avLst/>
          </a:prstGeom>
          <a:ln w="34925">
            <a:solidFill>
              <a:schemeClr val="tx1">
                <a:lumMod val="65000"/>
                <a:lumOff val="3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6" name="Straight Connector 45"/>
          <p:cNvCxnSpPr/>
          <p:nvPr/>
        </p:nvCxnSpPr>
        <p:spPr>
          <a:xfrm flipV="1">
            <a:off x="7307894" y="3681028"/>
            <a:ext cx="684486" cy="813799"/>
          </a:xfrm>
          <a:prstGeom prst="line">
            <a:avLst/>
          </a:prstGeom>
          <a:ln w="34925">
            <a:solidFill>
              <a:schemeClr val="tx1">
                <a:lumMod val="65000"/>
                <a:lumOff val="3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5" name="Straight Connector 34"/>
          <p:cNvCxnSpPr>
            <a:stCxn id="45" idx="1"/>
          </p:cNvCxnSpPr>
          <p:nvPr/>
        </p:nvCxnSpPr>
        <p:spPr>
          <a:xfrm flipH="1" flipV="1">
            <a:off x="6408204" y="4617132"/>
            <a:ext cx="487476" cy="708475"/>
          </a:xfrm>
          <a:prstGeom prst="line">
            <a:avLst/>
          </a:prstGeom>
          <a:ln w="34925">
            <a:solidFill>
              <a:schemeClr val="tx1">
                <a:lumMod val="65000"/>
                <a:lumOff val="3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4" name="Straight Connector 33"/>
          <p:cNvCxnSpPr>
            <a:stCxn id="32" idx="1"/>
          </p:cNvCxnSpPr>
          <p:nvPr/>
        </p:nvCxnSpPr>
        <p:spPr>
          <a:xfrm flipH="1" flipV="1">
            <a:off x="5760133" y="3767328"/>
            <a:ext cx="487476" cy="708475"/>
          </a:xfrm>
          <a:prstGeom prst="line">
            <a:avLst/>
          </a:prstGeom>
          <a:ln w="34925">
            <a:solidFill>
              <a:schemeClr val="tx1">
                <a:lumMod val="65000"/>
                <a:lumOff val="3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8" name="Straight Connector 37"/>
          <p:cNvCxnSpPr/>
          <p:nvPr/>
        </p:nvCxnSpPr>
        <p:spPr>
          <a:xfrm flipV="1">
            <a:off x="3131430" y="3598165"/>
            <a:ext cx="684486" cy="813799"/>
          </a:xfrm>
          <a:prstGeom prst="line">
            <a:avLst/>
          </a:prstGeom>
          <a:ln w="34925">
            <a:solidFill>
              <a:schemeClr val="tx1">
                <a:lumMod val="65000"/>
                <a:lumOff val="3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3" name="Straight Connector 32"/>
          <p:cNvCxnSpPr/>
          <p:nvPr/>
        </p:nvCxnSpPr>
        <p:spPr>
          <a:xfrm flipH="1" flipV="1">
            <a:off x="4687422" y="1725956"/>
            <a:ext cx="2210536" cy="1008862"/>
          </a:xfrm>
          <a:prstGeom prst="line">
            <a:avLst/>
          </a:prstGeom>
          <a:ln w="34925">
            <a:solidFill>
              <a:schemeClr val="tx1">
                <a:lumMod val="65000"/>
                <a:lumOff val="3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7" name="Straight Connector 26"/>
          <p:cNvCxnSpPr/>
          <p:nvPr/>
        </p:nvCxnSpPr>
        <p:spPr>
          <a:xfrm flipV="1">
            <a:off x="2840362" y="1725956"/>
            <a:ext cx="1829272" cy="932669"/>
          </a:xfrm>
          <a:prstGeom prst="line">
            <a:avLst/>
          </a:prstGeom>
          <a:ln w="34925">
            <a:solidFill>
              <a:schemeClr val="tx1">
                <a:lumMod val="65000"/>
                <a:lumOff val="3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6" name="Straight Connector 25"/>
          <p:cNvCxnSpPr>
            <a:stCxn id="19" idx="1"/>
          </p:cNvCxnSpPr>
          <p:nvPr/>
        </p:nvCxnSpPr>
        <p:spPr>
          <a:xfrm flipH="1" flipV="1">
            <a:off x="2766078" y="2734818"/>
            <a:ext cx="937631" cy="722017"/>
          </a:xfrm>
          <a:prstGeom prst="line">
            <a:avLst/>
          </a:prstGeom>
          <a:ln w="34925">
            <a:solidFill>
              <a:schemeClr val="tx1">
                <a:lumMod val="65000"/>
                <a:lumOff val="3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" name="Straight Connector 24"/>
          <p:cNvCxnSpPr/>
          <p:nvPr/>
        </p:nvCxnSpPr>
        <p:spPr>
          <a:xfrm flipV="1">
            <a:off x="1652230" y="2636912"/>
            <a:ext cx="1069264" cy="900100"/>
          </a:xfrm>
          <a:prstGeom prst="line">
            <a:avLst/>
          </a:prstGeom>
          <a:ln w="34925">
            <a:solidFill>
              <a:schemeClr val="tx1">
                <a:lumMod val="65000"/>
                <a:lumOff val="3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" name="Straight Connector 21"/>
          <p:cNvCxnSpPr>
            <a:stCxn id="18" idx="1"/>
          </p:cNvCxnSpPr>
          <p:nvPr/>
        </p:nvCxnSpPr>
        <p:spPr>
          <a:xfrm flipH="1" flipV="1">
            <a:off x="1577196" y="3598165"/>
            <a:ext cx="614345" cy="708474"/>
          </a:xfrm>
          <a:prstGeom prst="line">
            <a:avLst/>
          </a:prstGeom>
          <a:ln w="34925">
            <a:solidFill>
              <a:schemeClr val="tx1">
                <a:lumMod val="65000"/>
                <a:lumOff val="3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" name="Straight Connector 2"/>
          <p:cNvCxnSpPr/>
          <p:nvPr/>
        </p:nvCxnSpPr>
        <p:spPr>
          <a:xfrm flipV="1">
            <a:off x="892710" y="3598165"/>
            <a:ext cx="684486" cy="813799"/>
          </a:xfrm>
          <a:prstGeom prst="line">
            <a:avLst/>
          </a:prstGeom>
          <a:ln w="34925">
            <a:solidFill>
              <a:schemeClr val="tx1">
                <a:lumMod val="65000"/>
                <a:lumOff val="3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Rectangle 3"/>
          <p:cNvSpPr txBox="1">
            <a:spLocks noChangeArrowheads="1"/>
          </p:cNvSpPr>
          <p:nvPr/>
        </p:nvSpPr>
        <p:spPr>
          <a:xfrm>
            <a:off x="257571" y="8620"/>
            <a:ext cx="7770813" cy="609600"/>
          </a:xfrm>
          <a:prstGeom prst="rect">
            <a:avLst/>
          </a:prstGeom>
          <a:effectLst>
            <a:outerShdw dist="35921" dir="2700000" algn="ctr" rotWithShape="0">
              <a:schemeClr val="bg2"/>
            </a:outerShdw>
          </a:effectLst>
        </p:spPr>
        <p:txBody>
          <a:bodyPr>
            <a:normAutofit fontScale="97500" lnSpcReduction="10000"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r>
              <a:rPr lang="en-US" altLang="ja-JP" sz="3600" b="1" dirty="0" smtClean="0">
                <a:solidFill>
                  <a:srgbClr val="A50021"/>
                </a:solidFill>
                <a:latin typeface="Verdana" pitchFamily="34" charset="0"/>
                <a:ea typeface="ＭＳ Ｐゴシック" pitchFamily="34" charset="-128"/>
              </a:rPr>
              <a:t>BST: Deletion</a:t>
            </a:r>
            <a:endParaRPr lang="en-US" altLang="ja-JP" sz="3600" b="1" dirty="0">
              <a:solidFill>
                <a:srgbClr val="A50021"/>
              </a:solidFill>
              <a:latin typeface="Verdana" pitchFamily="34" charset="0"/>
              <a:ea typeface="ＭＳ Ｐゴシック" pitchFamily="34" charset="-128"/>
            </a:endParaRPr>
          </a:p>
        </p:txBody>
      </p:sp>
      <p:sp>
        <p:nvSpPr>
          <p:cNvPr id="5" name="Line 5"/>
          <p:cNvSpPr>
            <a:spLocks noChangeShapeType="1"/>
          </p:cNvSpPr>
          <p:nvPr/>
        </p:nvSpPr>
        <p:spPr bwMode="auto">
          <a:xfrm>
            <a:off x="302060" y="620688"/>
            <a:ext cx="8382000" cy="0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/>
          </a:ln>
          <a:effectLst>
            <a:outerShdw dist="35921" dir="2700000" algn="ctr" rotWithShape="0">
              <a:schemeClr val="bg2"/>
            </a:outerShdw>
          </a:effectLst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0" name="Oval 9"/>
          <p:cNvSpPr>
            <a:spLocks noChangeArrowheads="1"/>
          </p:cNvSpPr>
          <p:nvPr/>
        </p:nvSpPr>
        <p:spPr bwMode="auto">
          <a:xfrm>
            <a:off x="4518258" y="1556792"/>
            <a:ext cx="338328" cy="338328"/>
          </a:xfrm>
          <a:prstGeom prst="ellipse">
            <a:avLst/>
          </a:prstGeom>
          <a:gradFill>
            <a:gsLst>
              <a:gs pos="21082">
                <a:srgbClr val="0000CC"/>
              </a:gs>
              <a:gs pos="16400">
                <a:srgbClr val="0000AB"/>
              </a:gs>
              <a:gs pos="5830">
                <a:srgbClr val="0000C0"/>
              </a:gs>
              <a:gs pos="10300">
                <a:srgbClr val="0000B7"/>
              </a:gs>
              <a:gs pos="0">
                <a:srgbClr val="0000CC"/>
              </a:gs>
              <a:gs pos="0">
                <a:srgbClr val="002060">
                  <a:alpha val="25000"/>
                </a:srgbClr>
              </a:gs>
              <a:gs pos="100000">
                <a:srgbClr val="000000"/>
              </a:gs>
            </a:gsLst>
            <a:path path="shape">
              <a:fillToRect l="50000" t="50000" r="50000" b="50000"/>
            </a:path>
          </a:gradFill>
          <a:ln w="19050">
            <a:solidFill>
              <a:schemeClr val="bg1"/>
            </a:solidFill>
            <a:round/>
            <a:headEnd/>
            <a:tailEnd/>
          </a:ln>
        </p:spPr>
        <p:txBody>
          <a:bodyPr wrap="none" anchor="ctr"/>
          <a:lstStyle/>
          <a:p>
            <a:pPr algn="ctr"/>
            <a:r>
              <a:rPr lang="en-US" sz="1600" b="1" dirty="0" smtClean="0">
                <a:solidFill>
                  <a:schemeClr val="bg1"/>
                </a:solidFill>
                <a:latin typeface="Book Antiqua" pitchFamily="18" charset="0"/>
              </a:rPr>
              <a:t>27</a:t>
            </a:r>
            <a:endParaRPr lang="en-US" sz="1600" b="1" dirty="0">
              <a:solidFill>
                <a:schemeClr val="bg1"/>
              </a:solidFill>
              <a:latin typeface="Book Antiqua" pitchFamily="18" charset="0"/>
            </a:endParaRPr>
          </a:p>
        </p:txBody>
      </p:sp>
      <p:sp>
        <p:nvSpPr>
          <p:cNvPr id="14" name="Oval 13"/>
          <p:cNvSpPr>
            <a:spLocks noChangeArrowheads="1"/>
          </p:cNvSpPr>
          <p:nvPr/>
        </p:nvSpPr>
        <p:spPr bwMode="auto">
          <a:xfrm>
            <a:off x="2552330" y="2528900"/>
            <a:ext cx="338328" cy="338328"/>
          </a:xfrm>
          <a:prstGeom prst="ellipse">
            <a:avLst/>
          </a:prstGeom>
          <a:gradFill>
            <a:gsLst>
              <a:gs pos="21082">
                <a:srgbClr val="0000CC"/>
              </a:gs>
              <a:gs pos="16400">
                <a:srgbClr val="0000AB"/>
              </a:gs>
              <a:gs pos="5830">
                <a:srgbClr val="0000C0"/>
              </a:gs>
              <a:gs pos="10300">
                <a:srgbClr val="0000B7"/>
              </a:gs>
              <a:gs pos="0">
                <a:srgbClr val="0000CC"/>
              </a:gs>
              <a:gs pos="0">
                <a:srgbClr val="002060">
                  <a:alpha val="25000"/>
                </a:srgbClr>
              </a:gs>
              <a:gs pos="100000">
                <a:srgbClr val="000000"/>
              </a:gs>
            </a:gsLst>
            <a:path path="shape">
              <a:fillToRect l="50000" t="50000" r="50000" b="50000"/>
            </a:path>
          </a:gradFill>
          <a:ln w="19050">
            <a:solidFill>
              <a:schemeClr val="bg1"/>
            </a:solidFill>
            <a:round/>
            <a:headEnd/>
            <a:tailEnd/>
          </a:ln>
        </p:spPr>
        <p:txBody>
          <a:bodyPr wrap="none" anchor="ctr"/>
          <a:lstStyle/>
          <a:p>
            <a:pPr algn="ctr"/>
            <a:r>
              <a:rPr lang="en-US" sz="1600" b="1" dirty="0" smtClean="0">
                <a:solidFill>
                  <a:schemeClr val="bg1"/>
                </a:solidFill>
                <a:latin typeface="Book Antiqua" pitchFamily="18" charset="0"/>
              </a:rPr>
              <a:t>15</a:t>
            </a:r>
            <a:endParaRPr lang="en-US" sz="1600" b="1" dirty="0">
              <a:solidFill>
                <a:schemeClr val="bg1"/>
              </a:solidFill>
              <a:latin typeface="Book Antiqua" pitchFamily="18" charset="0"/>
            </a:endParaRPr>
          </a:p>
        </p:txBody>
      </p:sp>
      <p:sp>
        <p:nvSpPr>
          <p:cNvPr id="16" name="Oval 15"/>
          <p:cNvSpPr>
            <a:spLocks noChangeArrowheads="1"/>
          </p:cNvSpPr>
          <p:nvPr/>
        </p:nvSpPr>
        <p:spPr bwMode="auto">
          <a:xfrm>
            <a:off x="1408032" y="3429000"/>
            <a:ext cx="338328" cy="338328"/>
          </a:xfrm>
          <a:prstGeom prst="ellipse">
            <a:avLst/>
          </a:prstGeom>
          <a:gradFill>
            <a:gsLst>
              <a:gs pos="21082">
                <a:srgbClr val="0000CC"/>
              </a:gs>
              <a:gs pos="16400">
                <a:srgbClr val="0000AB"/>
              </a:gs>
              <a:gs pos="5830">
                <a:srgbClr val="0000C0"/>
              </a:gs>
              <a:gs pos="10300">
                <a:srgbClr val="0000B7"/>
              </a:gs>
              <a:gs pos="0">
                <a:srgbClr val="0000CC"/>
              </a:gs>
              <a:gs pos="0">
                <a:srgbClr val="002060">
                  <a:alpha val="25000"/>
                </a:srgbClr>
              </a:gs>
              <a:gs pos="100000">
                <a:srgbClr val="000000"/>
              </a:gs>
            </a:gsLst>
            <a:path path="shape">
              <a:fillToRect l="50000" t="50000" r="50000" b="50000"/>
            </a:path>
          </a:gradFill>
          <a:ln w="19050">
            <a:solidFill>
              <a:schemeClr val="bg1"/>
            </a:solidFill>
            <a:round/>
            <a:headEnd/>
            <a:tailEnd/>
          </a:ln>
        </p:spPr>
        <p:txBody>
          <a:bodyPr wrap="none" anchor="ctr"/>
          <a:lstStyle/>
          <a:p>
            <a:pPr algn="ctr"/>
            <a:r>
              <a:rPr lang="en-US" sz="1600" b="1" dirty="0">
                <a:solidFill>
                  <a:schemeClr val="bg1"/>
                </a:solidFill>
                <a:latin typeface="Book Antiqua" pitchFamily="18" charset="0"/>
              </a:rPr>
              <a:t>7</a:t>
            </a:r>
          </a:p>
        </p:txBody>
      </p:sp>
      <p:sp>
        <p:nvSpPr>
          <p:cNvPr id="17" name="Oval 16"/>
          <p:cNvSpPr>
            <a:spLocks noChangeArrowheads="1"/>
          </p:cNvSpPr>
          <p:nvPr/>
        </p:nvSpPr>
        <p:spPr bwMode="auto">
          <a:xfrm>
            <a:off x="723546" y="4242800"/>
            <a:ext cx="338328" cy="338328"/>
          </a:xfrm>
          <a:prstGeom prst="ellipse">
            <a:avLst/>
          </a:prstGeom>
          <a:gradFill>
            <a:gsLst>
              <a:gs pos="21082">
                <a:srgbClr val="0000CC"/>
              </a:gs>
              <a:gs pos="16400">
                <a:srgbClr val="0000AB"/>
              </a:gs>
              <a:gs pos="5830">
                <a:srgbClr val="0000C0"/>
              </a:gs>
              <a:gs pos="10300">
                <a:srgbClr val="0000B7"/>
              </a:gs>
              <a:gs pos="0">
                <a:srgbClr val="0000CC"/>
              </a:gs>
              <a:gs pos="0">
                <a:srgbClr val="002060">
                  <a:alpha val="25000"/>
                </a:srgbClr>
              </a:gs>
              <a:gs pos="100000">
                <a:srgbClr val="000000"/>
              </a:gs>
            </a:gsLst>
            <a:path path="shape">
              <a:fillToRect l="50000" t="50000" r="50000" b="50000"/>
            </a:path>
          </a:gradFill>
          <a:ln w="19050">
            <a:solidFill>
              <a:schemeClr val="bg1"/>
            </a:solidFill>
            <a:round/>
            <a:headEnd/>
            <a:tailEnd/>
          </a:ln>
        </p:spPr>
        <p:txBody>
          <a:bodyPr wrap="none" anchor="ctr"/>
          <a:lstStyle/>
          <a:p>
            <a:pPr algn="ctr"/>
            <a:r>
              <a:rPr lang="en-US" sz="1600" b="1" dirty="0">
                <a:solidFill>
                  <a:schemeClr val="bg1"/>
                </a:solidFill>
                <a:latin typeface="Book Antiqua" pitchFamily="18" charset="0"/>
              </a:rPr>
              <a:t>2</a:t>
            </a:r>
          </a:p>
        </p:txBody>
      </p:sp>
      <p:sp>
        <p:nvSpPr>
          <p:cNvPr id="18" name="Oval 17"/>
          <p:cNvSpPr>
            <a:spLocks noChangeArrowheads="1"/>
          </p:cNvSpPr>
          <p:nvPr/>
        </p:nvSpPr>
        <p:spPr bwMode="auto">
          <a:xfrm>
            <a:off x="2141994" y="4257092"/>
            <a:ext cx="338328" cy="338328"/>
          </a:xfrm>
          <a:prstGeom prst="ellipse">
            <a:avLst/>
          </a:prstGeom>
          <a:gradFill>
            <a:gsLst>
              <a:gs pos="21082">
                <a:srgbClr val="0000CC"/>
              </a:gs>
              <a:gs pos="16400">
                <a:srgbClr val="0000AB"/>
              </a:gs>
              <a:gs pos="5830">
                <a:srgbClr val="0000C0"/>
              </a:gs>
              <a:gs pos="10300">
                <a:srgbClr val="0000B7"/>
              </a:gs>
              <a:gs pos="0">
                <a:srgbClr val="0000CC"/>
              </a:gs>
              <a:gs pos="0">
                <a:srgbClr val="002060">
                  <a:alpha val="25000"/>
                </a:srgbClr>
              </a:gs>
              <a:gs pos="100000">
                <a:srgbClr val="000000"/>
              </a:gs>
            </a:gsLst>
            <a:path path="shape">
              <a:fillToRect l="50000" t="50000" r="50000" b="50000"/>
            </a:path>
          </a:gradFill>
          <a:ln w="19050">
            <a:solidFill>
              <a:schemeClr val="bg1"/>
            </a:solidFill>
            <a:round/>
            <a:headEnd/>
            <a:tailEnd/>
          </a:ln>
        </p:spPr>
        <p:txBody>
          <a:bodyPr wrap="none" anchor="ctr"/>
          <a:lstStyle/>
          <a:p>
            <a:pPr algn="ctr"/>
            <a:r>
              <a:rPr lang="en-US" sz="1600" b="1" dirty="0" smtClean="0">
                <a:solidFill>
                  <a:schemeClr val="bg1"/>
                </a:solidFill>
                <a:latin typeface="Book Antiqua" pitchFamily="18" charset="0"/>
              </a:rPr>
              <a:t>14</a:t>
            </a:r>
            <a:endParaRPr lang="en-US" sz="1600" b="1" dirty="0">
              <a:solidFill>
                <a:schemeClr val="bg1"/>
              </a:solidFill>
              <a:latin typeface="Book Antiqua" pitchFamily="18" charset="0"/>
            </a:endParaRPr>
          </a:p>
        </p:txBody>
      </p:sp>
      <p:sp>
        <p:nvSpPr>
          <p:cNvPr id="19" name="Oval 18"/>
          <p:cNvSpPr>
            <a:spLocks noChangeArrowheads="1"/>
          </p:cNvSpPr>
          <p:nvPr/>
        </p:nvSpPr>
        <p:spPr bwMode="auto">
          <a:xfrm>
            <a:off x="3654162" y="3407288"/>
            <a:ext cx="338328" cy="338328"/>
          </a:xfrm>
          <a:prstGeom prst="ellipse">
            <a:avLst/>
          </a:prstGeom>
          <a:gradFill>
            <a:gsLst>
              <a:gs pos="21082">
                <a:srgbClr val="0000CC"/>
              </a:gs>
              <a:gs pos="16400">
                <a:srgbClr val="0000AB"/>
              </a:gs>
              <a:gs pos="5830">
                <a:srgbClr val="0000C0"/>
              </a:gs>
              <a:gs pos="10300">
                <a:srgbClr val="0000B7"/>
              </a:gs>
              <a:gs pos="0">
                <a:srgbClr val="0000CC"/>
              </a:gs>
              <a:gs pos="0">
                <a:srgbClr val="002060">
                  <a:alpha val="25000"/>
                </a:srgbClr>
              </a:gs>
              <a:gs pos="100000">
                <a:srgbClr val="000000"/>
              </a:gs>
            </a:gsLst>
            <a:path path="shape">
              <a:fillToRect l="50000" t="50000" r="50000" b="50000"/>
            </a:path>
          </a:gradFill>
          <a:ln w="19050">
            <a:solidFill>
              <a:schemeClr val="bg1"/>
            </a:solidFill>
            <a:round/>
            <a:headEnd/>
            <a:tailEnd/>
          </a:ln>
        </p:spPr>
        <p:txBody>
          <a:bodyPr wrap="none" anchor="ctr"/>
          <a:lstStyle/>
          <a:p>
            <a:pPr algn="ctr"/>
            <a:r>
              <a:rPr lang="en-US" sz="1600" b="1" dirty="0" smtClean="0">
                <a:solidFill>
                  <a:schemeClr val="bg1"/>
                </a:solidFill>
                <a:latin typeface="Book Antiqua" pitchFamily="18" charset="0"/>
              </a:rPr>
              <a:t>20</a:t>
            </a:r>
            <a:endParaRPr lang="en-US" sz="1600" b="1" dirty="0">
              <a:solidFill>
                <a:schemeClr val="bg1"/>
              </a:solidFill>
              <a:latin typeface="Book Antiqua" pitchFamily="18" charset="0"/>
            </a:endParaRPr>
          </a:p>
        </p:txBody>
      </p:sp>
      <p:cxnSp>
        <p:nvCxnSpPr>
          <p:cNvPr id="40" name="Straight Connector 39"/>
          <p:cNvCxnSpPr>
            <a:stCxn id="44" idx="1"/>
          </p:cNvCxnSpPr>
          <p:nvPr/>
        </p:nvCxnSpPr>
        <p:spPr>
          <a:xfrm flipH="1" flipV="1">
            <a:off x="6942542" y="2821118"/>
            <a:ext cx="937631" cy="722017"/>
          </a:xfrm>
          <a:prstGeom prst="line">
            <a:avLst/>
          </a:prstGeom>
          <a:ln w="34925">
            <a:solidFill>
              <a:schemeClr val="tx1">
                <a:lumMod val="65000"/>
                <a:lumOff val="3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1" name="Straight Connector 40"/>
          <p:cNvCxnSpPr/>
          <p:nvPr/>
        </p:nvCxnSpPr>
        <p:spPr>
          <a:xfrm flipV="1">
            <a:off x="5828694" y="2723212"/>
            <a:ext cx="1069264" cy="900100"/>
          </a:xfrm>
          <a:prstGeom prst="line">
            <a:avLst/>
          </a:prstGeom>
          <a:ln w="34925">
            <a:solidFill>
              <a:schemeClr val="tx1">
                <a:lumMod val="65000"/>
                <a:lumOff val="3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2" name="Oval 41"/>
          <p:cNvSpPr>
            <a:spLocks noChangeArrowheads="1"/>
          </p:cNvSpPr>
          <p:nvPr/>
        </p:nvSpPr>
        <p:spPr bwMode="auto">
          <a:xfrm>
            <a:off x="6728794" y="2615200"/>
            <a:ext cx="338328" cy="338328"/>
          </a:xfrm>
          <a:prstGeom prst="ellipse">
            <a:avLst/>
          </a:prstGeom>
          <a:gradFill>
            <a:gsLst>
              <a:gs pos="21082">
                <a:srgbClr val="0000CC"/>
              </a:gs>
              <a:gs pos="16400">
                <a:srgbClr val="0000AB"/>
              </a:gs>
              <a:gs pos="5830">
                <a:srgbClr val="0000C0"/>
              </a:gs>
              <a:gs pos="10300">
                <a:srgbClr val="0000B7"/>
              </a:gs>
              <a:gs pos="0">
                <a:srgbClr val="0000CC"/>
              </a:gs>
              <a:gs pos="0">
                <a:srgbClr val="002060">
                  <a:alpha val="25000"/>
                </a:srgbClr>
              </a:gs>
              <a:gs pos="100000">
                <a:srgbClr val="000000"/>
              </a:gs>
            </a:gsLst>
            <a:path path="shape">
              <a:fillToRect l="50000" t="50000" r="50000" b="50000"/>
            </a:path>
          </a:gradFill>
          <a:ln w="19050">
            <a:solidFill>
              <a:schemeClr val="bg1"/>
            </a:solidFill>
            <a:round/>
            <a:headEnd/>
            <a:tailEnd/>
          </a:ln>
        </p:spPr>
        <p:txBody>
          <a:bodyPr wrap="none" anchor="ctr"/>
          <a:lstStyle/>
          <a:p>
            <a:pPr algn="ctr"/>
            <a:r>
              <a:rPr lang="en-US" sz="1600" b="1" dirty="0" smtClean="0">
                <a:solidFill>
                  <a:schemeClr val="bg1"/>
                </a:solidFill>
                <a:latin typeface="Book Antiqua" pitchFamily="18" charset="0"/>
              </a:rPr>
              <a:t>45</a:t>
            </a:r>
            <a:endParaRPr lang="en-US" sz="1600" b="1" dirty="0">
              <a:solidFill>
                <a:schemeClr val="bg1"/>
              </a:solidFill>
              <a:latin typeface="Book Antiqua" pitchFamily="18" charset="0"/>
            </a:endParaRPr>
          </a:p>
        </p:txBody>
      </p:sp>
      <p:sp>
        <p:nvSpPr>
          <p:cNvPr id="43" name="Oval 42"/>
          <p:cNvSpPr>
            <a:spLocks noChangeArrowheads="1"/>
          </p:cNvSpPr>
          <p:nvPr/>
        </p:nvSpPr>
        <p:spPr bwMode="auto">
          <a:xfrm>
            <a:off x="5584496" y="3515300"/>
            <a:ext cx="338328" cy="338328"/>
          </a:xfrm>
          <a:prstGeom prst="ellipse">
            <a:avLst/>
          </a:prstGeom>
          <a:gradFill>
            <a:gsLst>
              <a:gs pos="21082">
                <a:srgbClr val="0000CC"/>
              </a:gs>
              <a:gs pos="16400">
                <a:srgbClr val="0000AB"/>
              </a:gs>
              <a:gs pos="5830">
                <a:srgbClr val="0000C0"/>
              </a:gs>
              <a:gs pos="10300">
                <a:srgbClr val="0000B7"/>
              </a:gs>
              <a:gs pos="0">
                <a:srgbClr val="0000CC"/>
              </a:gs>
              <a:gs pos="0">
                <a:srgbClr val="002060">
                  <a:alpha val="25000"/>
                </a:srgbClr>
              </a:gs>
              <a:gs pos="100000">
                <a:srgbClr val="000000"/>
              </a:gs>
            </a:gsLst>
            <a:path path="shape">
              <a:fillToRect l="50000" t="50000" r="50000" b="50000"/>
            </a:path>
          </a:gradFill>
          <a:ln w="19050">
            <a:solidFill>
              <a:schemeClr val="bg1"/>
            </a:solidFill>
            <a:round/>
            <a:headEnd/>
            <a:tailEnd/>
          </a:ln>
        </p:spPr>
        <p:txBody>
          <a:bodyPr wrap="none" anchor="ctr"/>
          <a:lstStyle/>
          <a:p>
            <a:pPr algn="ctr"/>
            <a:r>
              <a:rPr lang="en-US" sz="1600" b="1" dirty="0" smtClean="0">
                <a:solidFill>
                  <a:schemeClr val="bg1"/>
                </a:solidFill>
                <a:latin typeface="Book Antiqua" pitchFamily="18" charset="0"/>
              </a:rPr>
              <a:t>3</a:t>
            </a:r>
            <a:r>
              <a:rPr lang="en-US" sz="1600" b="1" dirty="0">
                <a:solidFill>
                  <a:schemeClr val="bg1"/>
                </a:solidFill>
                <a:latin typeface="Book Antiqua" pitchFamily="18" charset="0"/>
              </a:rPr>
              <a:t>7</a:t>
            </a:r>
          </a:p>
        </p:txBody>
      </p:sp>
      <p:sp>
        <p:nvSpPr>
          <p:cNvPr id="44" name="Oval 43"/>
          <p:cNvSpPr>
            <a:spLocks noChangeArrowheads="1"/>
          </p:cNvSpPr>
          <p:nvPr/>
        </p:nvSpPr>
        <p:spPr bwMode="auto">
          <a:xfrm>
            <a:off x="7830626" y="3493588"/>
            <a:ext cx="338328" cy="338328"/>
          </a:xfrm>
          <a:prstGeom prst="ellipse">
            <a:avLst/>
          </a:prstGeom>
          <a:gradFill>
            <a:gsLst>
              <a:gs pos="21082">
                <a:srgbClr val="0000CC"/>
              </a:gs>
              <a:gs pos="16400">
                <a:srgbClr val="0000AB"/>
              </a:gs>
              <a:gs pos="5830">
                <a:srgbClr val="0000C0"/>
              </a:gs>
              <a:gs pos="10300">
                <a:srgbClr val="0000B7"/>
              </a:gs>
              <a:gs pos="0">
                <a:srgbClr val="0000CC"/>
              </a:gs>
              <a:gs pos="0">
                <a:srgbClr val="002060">
                  <a:alpha val="25000"/>
                </a:srgbClr>
              </a:gs>
              <a:gs pos="100000">
                <a:srgbClr val="000000"/>
              </a:gs>
            </a:gsLst>
            <a:path path="shape">
              <a:fillToRect l="50000" t="50000" r="50000" b="50000"/>
            </a:path>
          </a:gradFill>
          <a:ln w="19050">
            <a:solidFill>
              <a:schemeClr val="bg1"/>
            </a:solidFill>
            <a:round/>
            <a:headEnd/>
            <a:tailEnd/>
          </a:ln>
        </p:spPr>
        <p:txBody>
          <a:bodyPr wrap="none" anchor="ctr"/>
          <a:lstStyle/>
          <a:p>
            <a:pPr algn="ctr"/>
            <a:r>
              <a:rPr lang="en-US" sz="1600" b="1" dirty="0">
                <a:solidFill>
                  <a:schemeClr val="bg1"/>
                </a:solidFill>
                <a:latin typeface="Book Antiqua" pitchFamily="18" charset="0"/>
              </a:rPr>
              <a:t>5</a:t>
            </a:r>
            <a:r>
              <a:rPr lang="en-US" sz="1600" b="1" dirty="0" smtClean="0">
                <a:solidFill>
                  <a:schemeClr val="bg1"/>
                </a:solidFill>
                <a:latin typeface="Book Antiqua" pitchFamily="18" charset="0"/>
              </a:rPr>
              <a:t>5</a:t>
            </a:r>
            <a:endParaRPr lang="en-US" sz="1600" b="1" dirty="0">
              <a:solidFill>
                <a:schemeClr val="bg1"/>
              </a:solidFill>
              <a:latin typeface="Book Antiqua" pitchFamily="18" charset="0"/>
            </a:endParaRPr>
          </a:p>
        </p:txBody>
      </p:sp>
      <p:sp>
        <p:nvSpPr>
          <p:cNvPr id="39" name="Oval 38"/>
          <p:cNvSpPr>
            <a:spLocks noChangeArrowheads="1"/>
          </p:cNvSpPr>
          <p:nvPr/>
        </p:nvSpPr>
        <p:spPr bwMode="auto">
          <a:xfrm>
            <a:off x="2962266" y="4242800"/>
            <a:ext cx="338328" cy="338328"/>
          </a:xfrm>
          <a:prstGeom prst="ellipse">
            <a:avLst/>
          </a:prstGeom>
          <a:gradFill>
            <a:gsLst>
              <a:gs pos="21082">
                <a:srgbClr val="0000CC"/>
              </a:gs>
              <a:gs pos="16400">
                <a:srgbClr val="0000AB"/>
              </a:gs>
              <a:gs pos="5830">
                <a:srgbClr val="0000C0"/>
              </a:gs>
              <a:gs pos="10300">
                <a:srgbClr val="0000B7"/>
              </a:gs>
              <a:gs pos="0">
                <a:srgbClr val="0000CC"/>
              </a:gs>
              <a:gs pos="0">
                <a:srgbClr val="002060">
                  <a:alpha val="25000"/>
                </a:srgbClr>
              </a:gs>
              <a:gs pos="100000">
                <a:srgbClr val="000000"/>
              </a:gs>
            </a:gsLst>
            <a:path path="shape">
              <a:fillToRect l="50000" t="50000" r="50000" b="50000"/>
            </a:path>
          </a:gradFill>
          <a:ln w="19050">
            <a:solidFill>
              <a:schemeClr val="bg1"/>
            </a:solidFill>
            <a:round/>
            <a:headEnd/>
            <a:tailEnd/>
          </a:ln>
        </p:spPr>
        <p:txBody>
          <a:bodyPr wrap="none" anchor="ctr"/>
          <a:lstStyle/>
          <a:p>
            <a:pPr algn="ctr"/>
            <a:r>
              <a:rPr lang="en-US" sz="1600" b="1" dirty="0" smtClean="0">
                <a:solidFill>
                  <a:schemeClr val="bg1"/>
                </a:solidFill>
                <a:latin typeface="Book Antiqua" pitchFamily="18" charset="0"/>
              </a:rPr>
              <a:t>19</a:t>
            </a:r>
            <a:endParaRPr lang="en-US" sz="1600" b="1" dirty="0">
              <a:solidFill>
                <a:schemeClr val="bg1"/>
              </a:solidFill>
              <a:latin typeface="Book Antiqua" pitchFamily="18" charset="0"/>
            </a:endParaRPr>
          </a:p>
        </p:txBody>
      </p:sp>
      <p:cxnSp>
        <p:nvCxnSpPr>
          <p:cNvPr id="30" name="Straight Connector 29"/>
          <p:cNvCxnSpPr/>
          <p:nvPr/>
        </p:nvCxnSpPr>
        <p:spPr>
          <a:xfrm flipV="1">
            <a:off x="4918492" y="3767328"/>
            <a:ext cx="684486" cy="813799"/>
          </a:xfrm>
          <a:prstGeom prst="line">
            <a:avLst/>
          </a:prstGeom>
          <a:ln w="34925">
            <a:solidFill>
              <a:schemeClr val="tx1">
                <a:lumMod val="65000"/>
                <a:lumOff val="3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1" name="Oval 30"/>
          <p:cNvSpPr>
            <a:spLocks noChangeArrowheads="1"/>
          </p:cNvSpPr>
          <p:nvPr/>
        </p:nvSpPr>
        <p:spPr bwMode="auto">
          <a:xfrm>
            <a:off x="4749328" y="4411963"/>
            <a:ext cx="338328" cy="338328"/>
          </a:xfrm>
          <a:prstGeom prst="ellipse">
            <a:avLst/>
          </a:prstGeom>
          <a:gradFill>
            <a:gsLst>
              <a:gs pos="21082">
                <a:srgbClr val="0000CC"/>
              </a:gs>
              <a:gs pos="16400">
                <a:srgbClr val="0000AB"/>
              </a:gs>
              <a:gs pos="5830">
                <a:srgbClr val="0000C0"/>
              </a:gs>
              <a:gs pos="10300">
                <a:srgbClr val="0000B7"/>
              </a:gs>
              <a:gs pos="0">
                <a:srgbClr val="0000CC"/>
              </a:gs>
              <a:gs pos="0">
                <a:srgbClr val="002060">
                  <a:alpha val="25000"/>
                </a:srgbClr>
              </a:gs>
              <a:gs pos="100000">
                <a:srgbClr val="000000"/>
              </a:gs>
            </a:gsLst>
            <a:path path="shape">
              <a:fillToRect l="50000" t="50000" r="50000" b="50000"/>
            </a:path>
          </a:gradFill>
          <a:ln w="19050">
            <a:solidFill>
              <a:schemeClr val="bg1"/>
            </a:solidFill>
            <a:round/>
            <a:headEnd/>
            <a:tailEnd/>
          </a:ln>
        </p:spPr>
        <p:txBody>
          <a:bodyPr wrap="none" anchor="ctr"/>
          <a:lstStyle/>
          <a:p>
            <a:pPr algn="ctr"/>
            <a:r>
              <a:rPr lang="en-US" sz="1600" b="1" dirty="0" smtClean="0">
                <a:solidFill>
                  <a:schemeClr val="bg1"/>
                </a:solidFill>
                <a:latin typeface="Book Antiqua" pitchFamily="18" charset="0"/>
              </a:rPr>
              <a:t>32</a:t>
            </a:r>
            <a:endParaRPr lang="en-US" sz="1600" b="1" dirty="0">
              <a:solidFill>
                <a:schemeClr val="bg1"/>
              </a:solidFill>
              <a:latin typeface="Book Antiqua" pitchFamily="18" charset="0"/>
            </a:endParaRPr>
          </a:p>
        </p:txBody>
      </p:sp>
      <p:sp>
        <p:nvSpPr>
          <p:cNvPr id="32" name="Oval 31"/>
          <p:cNvSpPr>
            <a:spLocks noChangeArrowheads="1"/>
          </p:cNvSpPr>
          <p:nvPr/>
        </p:nvSpPr>
        <p:spPr bwMode="auto">
          <a:xfrm>
            <a:off x="6198062" y="4426256"/>
            <a:ext cx="338328" cy="338328"/>
          </a:xfrm>
          <a:prstGeom prst="ellipse">
            <a:avLst/>
          </a:prstGeom>
          <a:gradFill>
            <a:gsLst>
              <a:gs pos="21082">
                <a:srgbClr val="0000CC"/>
              </a:gs>
              <a:gs pos="16400">
                <a:srgbClr val="0000AB"/>
              </a:gs>
              <a:gs pos="5830">
                <a:srgbClr val="0000C0"/>
              </a:gs>
              <a:gs pos="10300">
                <a:srgbClr val="0000B7"/>
              </a:gs>
              <a:gs pos="0">
                <a:srgbClr val="0000CC"/>
              </a:gs>
              <a:gs pos="0">
                <a:srgbClr val="002060">
                  <a:alpha val="25000"/>
                </a:srgbClr>
              </a:gs>
              <a:gs pos="100000">
                <a:srgbClr val="000000"/>
              </a:gs>
            </a:gsLst>
            <a:path path="shape">
              <a:fillToRect l="50000" t="50000" r="50000" b="50000"/>
            </a:path>
          </a:gradFill>
          <a:ln w="19050">
            <a:solidFill>
              <a:schemeClr val="bg1"/>
            </a:solidFill>
            <a:round/>
            <a:headEnd/>
            <a:tailEnd/>
          </a:ln>
        </p:spPr>
        <p:txBody>
          <a:bodyPr wrap="none" anchor="ctr"/>
          <a:lstStyle/>
          <a:p>
            <a:pPr algn="ctr"/>
            <a:r>
              <a:rPr lang="en-US" sz="1600" b="1" dirty="0" smtClean="0">
                <a:solidFill>
                  <a:schemeClr val="bg1"/>
                </a:solidFill>
                <a:latin typeface="Book Antiqua" pitchFamily="18" charset="0"/>
              </a:rPr>
              <a:t>39</a:t>
            </a:r>
            <a:endParaRPr lang="en-US" sz="1600" b="1" dirty="0">
              <a:solidFill>
                <a:schemeClr val="bg1"/>
              </a:solidFill>
              <a:latin typeface="Book Antiqua" pitchFamily="18" charset="0"/>
            </a:endParaRPr>
          </a:p>
        </p:txBody>
      </p:sp>
      <p:sp>
        <p:nvSpPr>
          <p:cNvPr id="45" name="Oval 44"/>
          <p:cNvSpPr>
            <a:spLocks noChangeArrowheads="1"/>
          </p:cNvSpPr>
          <p:nvPr/>
        </p:nvSpPr>
        <p:spPr bwMode="auto">
          <a:xfrm>
            <a:off x="6846133" y="5276060"/>
            <a:ext cx="338328" cy="338328"/>
          </a:xfrm>
          <a:prstGeom prst="ellipse">
            <a:avLst/>
          </a:prstGeom>
          <a:gradFill>
            <a:gsLst>
              <a:gs pos="21082">
                <a:srgbClr val="0000CC"/>
              </a:gs>
              <a:gs pos="16400">
                <a:srgbClr val="0000AB"/>
              </a:gs>
              <a:gs pos="5830">
                <a:srgbClr val="0000C0"/>
              </a:gs>
              <a:gs pos="10300">
                <a:srgbClr val="0000B7"/>
              </a:gs>
              <a:gs pos="0">
                <a:srgbClr val="0000CC"/>
              </a:gs>
              <a:gs pos="0">
                <a:srgbClr val="002060">
                  <a:alpha val="25000"/>
                </a:srgbClr>
              </a:gs>
              <a:gs pos="100000">
                <a:srgbClr val="000000"/>
              </a:gs>
            </a:gsLst>
            <a:path path="shape">
              <a:fillToRect l="50000" t="50000" r="50000" b="50000"/>
            </a:path>
          </a:gradFill>
          <a:ln w="19050">
            <a:solidFill>
              <a:schemeClr val="bg1"/>
            </a:solidFill>
            <a:round/>
            <a:headEnd/>
            <a:tailEnd/>
          </a:ln>
        </p:spPr>
        <p:txBody>
          <a:bodyPr wrap="none" anchor="ctr"/>
          <a:lstStyle/>
          <a:p>
            <a:pPr algn="ctr"/>
            <a:r>
              <a:rPr lang="en-US" sz="1600" b="1" dirty="0" smtClean="0">
                <a:solidFill>
                  <a:schemeClr val="bg1"/>
                </a:solidFill>
                <a:latin typeface="Book Antiqua" pitchFamily="18" charset="0"/>
              </a:rPr>
              <a:t>42</a:t>
            </a:r>
            <a:endParaRPr lang="en-US" sz="1600" b="1" dirty="0">
              <a:solidFill>
                <a:schemeClr val="bg1"/>
              </a:solidFill>
              <a:latin typeface="Book Antiqua" pitchFamily="18" charset="0"/>
            </a:endParaRPr>
          </a:p>
        </p:txBody>
      </p:sp>
      <p:sp>
        <p:nvSpPr>
          <p:cNvPr id="47" name="Oval 46"/>
          <p:cNvSpPr>
            <a:spLocks noChangeArrowheads="1"/>
          </p:cNvSpPr>
          <p:nvPr/>
        </p:nvSpPr>
        <p:spPr bwMode="auto">
          <a:xfrm>
            <a:off x="7138730" y="4325663"/>
            <a:ext cx="338328" cy="338328"/>
          </a:xfrm>
          <a:prstGeom prst="ellipse">
            <a:avLst/>
          </a:prstGeom>
          <a:gradFill>
            <a:gsLst>
              <a:gs pos="21082">
                <a:srgbClr val="0000CC"/>
              </a:gs>
              <a:gs pos="16400">
                <a:srgbClr val="0000AB"/>
              </a:gs>
              <a:gs pos="5830">
                <a:srgbClr val="0000C0"/>
              </a:gs>
              <a:gs pos="10300">
                <a:srgbClr val="0000B7"/>
              </a:gs>
              <a:gs pos="0">
                <a:srgbClr val="0000CC"/>
              </a:gs>
              <a:gs pos="0">
                <a:srgbClr val="002060">
                  <a:alpha val="25000"/>
                </a:srgbClr>
              </a:gs>
              <a:gs pos="100000">
                <a:srgbClr val="000000"/>
              </a:gs>
            </a:gsLst>
            <a:path path="shape">
              <a:fillToRect l="50000" t="50000" r="50000" b="50000"/>
            </a:path>
          </a:gradFill>
          <a:ln w="19050">
            <a:solidFill>
              <a:schemeClr val="bg1"/>
            </a:solidFill>
            <a:round/>
            <a:headEnd/>
            <a:tailEnd/>
          </a:ln>
        </p:spPr>
        <p:txBody>
          <a:bodyPr wrap="none" anchor="ctr"/>
          <a:lstStyle/>
          <a:p>
            <a:pPr algn="ctr"/>
            <a:r>
              <a:rPr lang="en-US" sz="1600" b="1" dirty="0">
                <a:solidFill>
                  <a:schemeClr val="bg1"/>
                </a:solidFill>
                <a:latin typeface="Book Antiqua" pitchFamily="18" charset="0"/>
              </a:rPr>
              <a:t>5</a:t>
            </a:r>
            <a:r>
              <a:rPr lang="en-US" sz="1600" b="1" dirty="0" smtClean="0">
                <a:solidFill>
                  <a:schemeClr val="bg1"/>
                </a:solidFill>
                <a:latin typeface="Book Antiqua" pitchFamily="18" charset="0"/>
              </a:rPr>
              <a:t>2</a:t>
            </a:r>
            <a:endParaRPr lang="en-US" sz="1600" b="1" dirty="0">
              <a:solidFill>
                <a:schemeClr val="bg1"/>
              </a:solidFill>
              <a:latin typeface="Book Antiqua" pitchFamily="18" charset="0"/>
            </a:endParaRPr>
          </a:p>
        </p:txBody>
      </p:sp>
      <p:sp>
        <p:nvSpPr>
          <p:cNvPr id="53" name="Oval 52"/>
          <p:cNvSpPr>
            <a:spLocks noChangeArrowheads="1"/>
          </p:cNvSpPr>
          <p:nvPr/>
        </p:nvSpPr>
        <p:spPr bwMode="auto">
          <a:xfrm>
            <a:off x="6078445" y="6175411"/>
            <a:ext cx="338328" cy="338328"/>
          </a:xfrm>
          <a:prstGeom prst="ellipse">
            <a:avLst/>
          </a:prstGeom>
          <a:gradFill>
            <a:gsLst>
              <a:gs pos="21082">
                <a:srgbClr val="0000CC"/>
              </a:gs>
              <a:gs pos="16400">
                <a:srgbClr val="0000AB"/>
              </a:gs>
              <a:gs pos="5830">
                <a:srgbClr val="0000C0"/>
              </a:gs>
              <a:gs pos="10300">
                <a:srgbClr val="0000B7"/>
              </a:gs>
              <a:gs pos="0">
                <a:srgbClr val="0000CC"/>
              </a:gs>
              <a:gs pos="0">
                <a:srgbClr val="002060">
                  <a:alpha val="25000"/>
                </a:srgbClr>
              </a:gs>
              <a:gs pos="100000">
                <a:srgbClr val="000000"/>
              </a:gs>
            </a:gsLst>
            <a:path path="shape">
              <a:fillToRect l="50000" t="50000" r="50000" b="50000"/>
            </a:path>
          </a:gradFill>
          <a:ln w="19050">
            <a:solidFill>
              <a:schemeClr val="bg1"/>
            </a:solidFill>
            <a:round/>
            <a:headEnd/>
            <a:tailEnd/>
          </a:ln>
        </p:spPr>
        <p:txBody>
          <a:bodyPr wrap="none" anchor="ctr"/>
          <a:lstStyle/>
          <a:p>
            <a:pPr algn="ctr"/>
            <a:r>
              <a:rPr lang="en-US" sz="1600" b="1" dirty="0" smtClean="0">
                <a:solidFill>
                  <a:schemeClr val="bg1"/>
                </a:solidFill>
                <a:latin typeface="Book Antiqua" pitchFamily="18" charset="0"/>
              </a:rPr>
              <a:t>41</a:t>
            </a:r>
            <a:endParaRPr lang="en-US" sz="1600" b="1" dirty="0">
              <a:solidFill>
                <a:schemeClr val="bg1"/>
              </a:solidFill>
              <a:latin typeface="Book Antiqua" pitchFamily="18" charset="0"/>
            </a:endParaRPr>
          </a:p>
        </p:txBody>
      </p:sp>
      <p:grpSp>
        <p:nvGrpSpPr>
          <p:cNvPr id="36" name="Group 16"/>
          <p:cNvGrpSpPr>
            <a:grpSpLocks/>
          </p:cNvGrpSpPr>
          <p:nvPr/>
        </p:nvGrpSpPr>
        <p:grpSpPr bwMode="auto">
          <a:xfrm>
            <a:off x="6456484" y="1041533"/>
            <a:ext cx="1883064" cy="762296"/>
            <a:chOff x="2621" y="1787"/>
            <a:chExt cx="1686" cy="782"/>
          </a:xfrm>
        </p:grpSpPr>
        <p:sp>
          <p:nvSpPr>
            <p:cNvPr id="37" name="AutoShape 9"/>
            <p:cNvSpPr>
              <a:spLocks noChangeArrowheads="1"/>
            </p:cNvSpPr>
            <p:nvPr/>
          </p:nvSpPr>
          <p:spPr bwMode="auto">
            <a:xfrm>
              <a:off x="2621" y="1787"/>
              <a:ext cx="1686" cy="782"/>
            </a:xfrm>
            <a:prstGeom prst="wedgeEllipseCallout">
              <a:avLst>
                <a:gd name="adj1" fmla="val -22415"/>
                <a:gd name="adj2" fmla="val 152827"/>
              </a:avLst>
            </a:prstGeom>
            <a:solidFill>
              <a:srgbClr val="FF0000"/>
            </a:solidFill>
            <a:ln w="9525">
              <a:noFill/>
              <a:miter lim="800000"/>
              <a:headEnd/>
              <a:tailEnd/>
            </a:ln>
            <a:effectLst>
              <a:outerShdw dist="107763" dir="2700000" algn="ctr" rotWithShape="0">
                <a:schemeClr val="bg2">
                  <a:alpha val="50000"/>
                </a:schemeClr>
              </a:outerShdw>
            </a:effectLst>
          </p:spPr>
          <p:txBody>
            <a:bodyPr lIns="82479" tIns="41239" rIns="82479" bIns="41239"/>
            <a:lstStyle/>
            <a:p>
              <a:pPr algn="ctr" defTabSz="825500"/>
              <a:endParaRPr kumimoji="1" lang="en-US" sz="1600">
                <a:ea typeface="ＭＳ Ｐゴシック" pitchFamily="34" charset="-128"/>
              </a:endParaRPr>
            </a:p>
          </p:txBody>
        </p:sp>
        <p:sp>
          <p:nvSpPr>
            <p:cNvPr id="48" name="Text Box 10"/>
            <p:cNvSpPr txBox="1">
              <a:spLocks noChangeArrowheads="1"/>
            </p:cNvSpPr>
            <p:nvPr/>
          </p:nvSpPr>
          <p:spPr bwMode="auto">
            <a:xfrm>
              <a:off x="2714" y="1986"/>
              <a:ext cx="1546" cy="370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lIns="82479" tIns="41239" rIns="82479" bIns="41239">
              <a:spAutoFit/>
            </a:bodyPr>
            <a:lstStyle/>
            <a:p>
              <a:pPr algn="ctr" defTabSz="825500">
                <a:spcBef>
                  <a:spcPct val="50000"/>
                </a:spcBef>
              </a:pPr>
              <a:r>
                <a:rPr kumimoji="1" lang="en-US" altLang="ja-JP" dirty="0" smtClean="0">
                  <a:solidFill>
                    <a:schemeClr val="bg1"/>
                  </a:solidFill>
                  <a:latin typeface="Book Antiqua" pitchFamily="18" charset="0"/>
                </a:rPr>
                <a:t>Delete 45</a:t>
              </a:r>
              <a:endParaRPr kumimoji="1" lang="en-US" altLang="ja-JP" dirty="0">
                <a:solidFill>
                  <a:schemeClr val="bg1"/>
                </a:solidFill>
                <a:latin typeface="Book Antiqua" pitchFamily="18" charset="0"/>
              </a:endParaRPr>
            </a:p>
          </p:txBody>
        </p:sp>
      </p:grpSp>
      <p:sp>
        <p:nvSpPr>
          <p:cNvPr id="49" name="TextBox 48"/>
          <p:cNvSpPr txBox="1"/>
          <p:nvPr/>
        </p:nvSpPr>
        <p:spPr>
          <a:xfrm>
            <a:off x="594831" y="5325607"/>
            <a:ext cx="3709464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b="1" dirty="0" smtClean="0">
                <a:latin typeface="Book Antiqua" pitchFamily="18" charset="0"/>
              </a:rPr>
              <a:t>Replace with the leftmost (smallest) element in the right subtree</a:t>
            </a:r>
            <a:endParaRPr lang="en-US" sz="2000" dirty="0">
              <a:latin typeface="Georgia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36691955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52" name="Straight Connector 51"/>
          <p:cNvCxnSpPr/>
          <p:nvPr/>
        </p:nvCxnSpPr>
        <p:spPr>
          <a:xfrm flipV="1">
            <a:off x="6247609" y="5530776"/>
            <a:ext cx="684486" cy="813799"/>
          </a:xfrm>
          <a:prstGeom prst="line">
            <a:avLst/>
          </a:prstGeom>
          <a:ln w="34925">
            <a:solidFill>
              <a:schemeClr val="tx1">
                <a:lumMod val="65000"/>
                <a:lumOff val="3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5" name="Straight Connector 34"/>
          <p:cNvCxnSpPr>
            <a:stCxn id="45" idx="1"/>
          </p:cNvCxnSpPr>
          <p:nvPr/>
        </p:nvCxnSpPr>
        <p:spPr>
          <a:xfrm flipH="1" flipV="1">
            <a:off x="6408204" y="4617132"/>
            <a:ext cx="487476" cy="708475"/>
          </a:xfrm>
          <a:prstGeom prst="line">
            <a:avLst/>
          </a:prstGeom>
          <a:ln w="34925">
            <a:solidFill>
              <a:schemeClr val="tx1">
                <a:lumMod val="65000"/>
                <a:lumOff val="3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4" name="Straight Connector 33"/>
          <p:cNvCxnSpPr>
            <a:stCxn id="32" idx="1"/>
          </p:cNvCxnSpPr>
          <p:nvPr/>
        </p:nvCxnSpPr>
        <p:spPr>
          <a:xfrm flipH="1" flipV="1">
            <a:off x="5760133" y="3767328"/>
            <a:ext cx="487476" cy="708475"/>
          </a:xfrm>
          <a:prstGeom prst="line">
            <a:avLst/>
          </a:prstGeom>
          <a:ln w="34925">
            <a:solidFill>
              <a:schemeClr val="tx1">
                <a:lumMod val="65000"/>
                <a:lumOff val="3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8" name="Straight Connector 37"/>
          <p:cNvCxnSpPr/>
          <p:nvPr/>
        </p:nvCxnSpPr>
        <p:spPr>
          <a:xfrm flipV="1">
            <a:off x="3131430" y="3598165"/>
            <a:ext cx="684486" cy="813799"/>
          </a:xfrm>
          <a:prstGeom prst="line">
            <a:avLst/>
          </a:prstGeom>
          <a:ln w="34925">
            <a:solidFill>
              <a:schemeClr val="tx1">
                <a:lumMod val="65000"/>
                <a:lumOff val="3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3" name="Straight Connector 32"/>
          <p:cNvCxnSpPr/>
          <p:nvPr/>
        </p:nvCxnSpPr>
        <p:spPr>
          <a:xfrm flipH="1" flipV="1">
            <a:off x="4687422" y="1725956"/>
            <a:ext cx="2210536" cy="1008862"/>
          </a:xfrm>
          <a:prstGeom prst="line">
            <a:avLst/>
          </a:prstGeom>
          <a:ln w="34925">
            <a:solidFill>
              <a:schemeClr val="tx1">
                <a:lumMod val="65000"/>
                <a:lumOff val="3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7" name="Straight Connector 26"/>
          <p:cNvCxnSpPr/>
          <p:nvPr/>
        </p:nvCxnSpPr>
        <p:spPr>
          <a:xfrm flipV="1">
            <a:off x="2840362" y="1725956"/>
            <a:ext cx="1829272" cy="932669"/>
          </a:xfrm>
          <a:prstGeom prst="line">
            <a:avLst/>
          </a:prstGeom>
          <a:ln w="34925">
            <a:solidFill>
              <a:schemeClr val="tx1">
                <a:lumMod val="65000"/>
                <a:lumOff val="3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6" name="Straight Connector 25"/>
          <p:cNvCxnSpPr>
            <a:stCxn id="19" idx="1"/>
          </p:cNvCxnSpPr>
          <p:nvPr/>
        </p:nvCxnSpPr>
        <p:spPr>
          <a:xfrm flipH="1" flipV="1">
            <a:off x="2766078" y="2734818"/>
            <a:ext cx="937631" cy="722017"/>
          </a:xfrm>
          <a:prstGeom prst="line">
            <a:avLst/>
          </a:prstGeom>
          <a:ln w="34925">
            <a:solidFill>
              <a:schemeClr val="tx1">
                <a:lumMod val="65000"/>
                <a:lumOff val="3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" name="Straight Connector 24"/>
          <p:cNvCxnSpPr/>
          <p:nvPr/>
        </p:nvCxnSpPr>
        <p:spPr>
          <a:xfrm flipV="1">
            <a:off x="1652230" y="2636912"/>
            <a:ext cx="1069264" cy="900100"/>
          </a:xfrm>
          <a:prstGeom prst="line">
            <a:avLst/>
          </a:prstGeom>
          <a:ln w="34925">
            <a:solidFill>
              <a:schemeClr val="tx1">
                <a:lumMod val="65000"/>
                <a:lumOff val="3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" name="Straight Connector 21"/>
          <p:cNvCxnSpPr>
            <a:stCxn id="18" idx="1"/>
          </p:cNvCxnSpPr>
          <p:nvPr/>
        </p:nvCxnSpPr>
        <p:spPr>
          <a:xfrm flipH="1" flipV="1">
            <a:off x="1577196" y="3598165"/>
            <a:ext cx="614345" cy="708474"/>
          </a:xfrm>
          <a:prstGeom prst="line">
            <a:avLst/>
          </a:prstGeom>
          <a:ln w="34925">
            <a:solidFill>
              <a:schemeClr val="tx1">
                <a:lumMod val="65000"/>
                <a:lumOff val="3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" name="Straight Connector 2"/>
          <p:cNvCxnSpPr/>
          <p:nvPr/>
        </p:nvCxnSpPr>
        <p:spPr>
          <a:xfrm flipV="1">
            <a:off x="892710" y="3598165"/>
            <a:ext cx="684486" cy="813799"/>
          </a:xfrm>
          <a:prstGeom prst="line">
            <a:avLst/>
          </a:prstGeom>
          <a:ln w="34925">
            <a:solidFill>
              <a:schemeClr val="tx1">
                <a:lumMod val="65000"/>
                <a:lumOff val="3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Rectangle 3"/>
          <p:cNvSpPr txBox="1">
            <a:spLocks noChangeArrowheads="1"/>
          </p:cNvSpPr>
          <p:nvPr/>
        </p:nvSpPr>
        <p:spPr>
          <a:xfrm>
            <a:off x="257571" y="8620"/>
            <a:ext cx="7770813" cy="609600"/>
          </a:xfrm>
          <a:prstGeom prst="rect">
            <a:avLst/>
          </a:prstGeom>
          <a:effectLst>
            <a:outerShdw dist="35921" dir="2700000" algn="ctr" rotWithShape="0">
              <a:schemeClr val="bg2"/>
            </a:outerShdw>
          </a:effectLst>
        </p:spPr>
        <p:txBody>
          <a:bodyPr>
            <a:normAutofit fontScale="97500" lnSpcReduction="10000"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r>
              <a:rPr lang="en-US" altLang="ja-JP" sz="3600" b="1" dirty="0" smtClean="0">
                <a:solidFill>
                  <a:srgbClr val="A50021"/>
                </a:solidFill>
                <a:latin typeface="Verdana" pitchFamily="34" charset="0"/>
                <a:ea typeface="ＭＳ Ｐゴシック" pitchFamily="34" charset="-128"/>
              </a:rPr>
              <a:t>BST: Deletion</a:t>
            </a:r>
            <a:endParaRPr lang="en-US" altLang="ja-JP" sz="3600" b="1" dirty="0">
              <a:solidFill>
                <a:srgbClr val="A50021"/>
              </a:solidFill>
              <a:latin typeface="Verdana" pitchFamily="34" charset="0"/>
              <a:ea typeface="ＭＳ Ｐゴシック" pitchFamily="34" charset="-128"/>
            </a:endParaRPr>
          </a:p>
        </p:txBody>
      </p:sp>
      <p:sp>
        <p:nvSpPr>
          <p:cNvPr id="5" name="Line 5"/>
          <p:cNvSpPr>
            <a:spLocks noChangeShapeType="1"/>
          </p:cNvSpPr>
          <p:nvPr/>
        </p:nvSpPr>
        <p:spPr bwMode="auto">
          <a:xfrm>
            <a:off x="302060" y="620688"/>
            <a:ext cx="8382000" cy="0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/>
          </a:ln>
          <a:effectLst>
            <a:outerShdw dist="35921" dir="2700000" algn="ctr" rotWithShape="0">
              <a:schemeClr val="bg2"/>
            </a:outerShdw>
          </a:effectLst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0" name="Oval 9"/>
          <p:cNvSpPr>
            <a:spLocks noChangeArrowheads="1"/>
          </p:cNvSpPr>
          <p:nvPr/>
        </p:nvSpPr>
        <p:spPr bwMode="auto">
          <a:xfrm>
            <a:off x="4518258" y="1556792"/>
            <a:ext cx="338328" cy="338328"/>
          </a:xfrm>
          <a:prstGeom prst="ellipse">
            <a:avLst/>
          </a:prstGeom>
          <a:gradFill>
            <a:gsLst>
              <a:gs pos="21082">
                <a:srgbClr val="0000CC"/>
              </a:gs>
              <a:gs pos="16400">
                <a:srgbClr val="0000AB"/>
              </a:gs>
              <a:gs pos="5830">
                <a:srgbClr val="0000C0"/>
              </a:gs>
              <a:gs pos="10300">
                <a:srgbClr val="0000B7"/>
              </a:gs>
              <a:gs pos="0">
                <a:srgbClr val="0000CC"/>
              </a:gs>
              <a:gs pos="0">
                <a:srgbClr val="002060">
                  <a:alpha val="25000"/>
                </a:srgbClr>
              </a:gs>
              <a:gs pos="100000">
                <a:srgbClr val="000000"/>
              </a:gs>
            </a:gsLst>
            <a:path path="shape">
              <a:fillToRect l="50000" t="50000" r="50000" b="50000"/>
            </a:path>
          </a:gradFill>
          <a:ln w="19050">
            <a:solidFill>
              <a:schemeClr val="bg1"/>
            </a:solidFill>
            <a:round/>
            <a:headEnd/>
            <a:tailEnd/>
          </a:ln>
        </p:spPr>
        <p:txBody>
          <a:bodyPr wrap="none" anchor="ctr"/>
          <a:lstStyle/>
          <a:p>
            <a:pPr algn="ctr"/>
            <a:r>
              <a:rPr lang="en-US" sz="1600" b="1" dirty="0" smtClean="0">
                <a:solidFill>
                  <a:schemeClr val="bg1"/>
                </a:solidFill>
                <a:latin typeface="Book Antiqua" pitchFamily="18" charset="0"/>
              </a:rPr>
              <a:t>27</a:t>
            </a:r>
            <a:endParaRPr lang="en-US" sz="1600" b="1" dirty="0">
              <a:solidFill>
                <a:schemeClr val="bg1"/>
              </a:solidFill>
              <a:latin typeface="Book Antiqua" pitchFamily="18" charset="0"/>
            </a:endParaRPr>
          </a:p>
        </p:txBody>
      </p:sp>
      <p:sp>
        <p:nvSpPr>
          <p:cNvPr id="14" name="Oval 13"/>
          <p:cNvSpPr>
            <a:spLocks noChangeArrowheads="1"/>
          </p:cNvSpPr>
          <p:nvPr/>
        </p:nvSpPr>
        <p:spPr bwMode="auto">
          <a:xfrm>
            <a:off x="2552330" y="2528900"/>
            <a:ext cx="338328" cy="338328"/>
          </a:xfrm>
          <a:prstGeom prst="ellipse">
            <a:avLst/>
          </a:prstGeom>
          <a:gradFill>
            <a:gsLst>
              <a:gs pos="21082">
                <a:srgbClr val="0000CC"/>
              </a:gs>
              <a:gs pos="16400">
                <a:srgbClr val="0000AB"/>
              </a:gs>
              <a:gs pos="5830">
                <a:srgbClr val="0000C0"/>
              </a:gs>
              <a:gs pos="10300">
                <a:srgbClr val="0000B7"/>
              </a:gs>
              <a:gs pos="0">
                <a:srgbClr val="0000CC"/>
              </a:gs>
              <a:gs pos="0">
                <a:srgbClr val="002060">
                  <a:alpha val="25000"/>
                </a:srgbClr>
              </a:gs>
              <a:gs pos="100000">
                <a:srgbClr val="000000"/>
              </a:gs>
            </a:gsLst>
            <a:path path="shape">
              <a:fillToRect l="50000" t="50000" r="50000" b="50000"/>
            </a:path>
          </a:gradFill>
          <a:ln w="19050">
            <a:solidFill>
              <a:schemeClr val="bg1"/>
            </a:solidFill>
            <a:round/>
            <a:headEnd/>
            <a:tailEnd/>
          </a:ln>
        </p:spPr>
        <p:txBody>
          <a:bodyPr wrap="none" anchor="ctr"/>
          <a:lstStyle/>
          <a:p>
            <a:pPr algn="ctr"/>
            <a:r>
              <a:rPr lang="en-US" sz="1600" b="1" dirty="0" smtClean="0">
                <a:solidFill>
                  <a:schemeClr val="bg1"/>
                </a:solidFill>
                <a:latin typeface="Book Antiqua" pitchFamily="18" charset="0"/>
              </a:rPr>
              <a:t>15</a:t>
            </a:r>
            <a:endParaRPr lang="en-US" sz="1600" b="1" dirty="0">
              <a:solidFill>
                <a:schemeClr val="bg1"/>
              </a:solidFill>
              <a:latin typeface="Book Antiqua" pitchFamily="18" charset="0"/>
            </a:endParaRPr>
          </a:p>
        </p:txBody>
      </p:sp>
      <p:sp>
        <p:nvSpPr>
          <p:cNvPr id="16" name="Oval 15"/>
          <p:cNvSpPr>
            <a:spLocks noChangeArrowheads="1"/>
          </p:cNvSpPr>
          <p:nvPr/>
        </p:nvSpPr>
        <p:spPr bwMode="auto">
          <a:xfrm>
            <a:off x="1408032" y="3429000"/>
            <a:ext cx="338328" cy="338328"/>
          </a:xfrm>
          <a:prstGeom prst="ellipse">
            <a:avLst/>
          </a:prstGeom>
          <a:gradFill>
            <a:gsLst>
              <a:gs pos="21082">
                <a:srgbClr val="0000CC"/>
              </a:gs>
              <a:gs pos="16400">
                <a:srgbClr val="0000AB"/>
              </a:gs>
              <a:gs pos="5830">
                <a:srgbClr val="0000C0"/>
              </a:gs>
              <a:gs pos="10300">
                <a:srgbClr val="0000B7"/>
              </a:gs>
              <a:gs pos="0">
                <a:srgbClr val="0000CC"/>
              </a:gs>
              <a:gs pos="0">
                <a:srgbClr val="002060">
                  <a:alpha val="25000"/>
                </a:srgbClr>
              </a:gs>
              <a:gs pos="100000">
                <a:srgbClr val="000000"/>
              </a:gs>
            </a:gsLst>
            <a:path path="shape">
              <a:fillToRect l="50000" t="50000" r="50000" b="50000"/>
            </a:path>
          </a:gradFill>
          <a:ln w="19050">
            <a:solidFill>
              <a:schemeClr val="bg1"/>
            </a:solidFill>
            <a:round/>
            <a:headEnd/>
            <a:tailEnd/>
          </a:ln>
        </p:spPr>
        <p:txBody>
          <a:bodyPr wrap="none" anchor="ctr"/>
          <a:lstStyle/>
          <a:p>
            <a:pPr algn="ctr"/>
            <a:r>
              <a:rPr lang="en-US" sz="1600" b="1" dirty="0">
                <a:solidFill>
                  <a:schemeClr val="bg1"/>
                </a:solidFill>
                <a:latin typeface="Book Antiqua" pitchFamily="18" charset="0"/>
              </a:rPr>
              <a:t>7</a:t>
            </a:r>
          </a:p>
        </p:txBody>
      </p:sp>
      <p:sp>
        <p:nvSpPr>
          <p:cNvPr id="17" name="Oval 16"/>
          <p:cNvSpPr>
            <a:spLocks noChangeArrowheads="1"/>
          </p:cNvSpPr>
          <p:nvPr/>
        </p:nvSpPr>
        <p:spPr bwMode="auto">
          <a:xfrm>
            <a:off x="723546" y="4242800"/>
            <a:ext cx="338328" cy="338328"/>
          </a:xfrm>
          <a:prstGeom prst="ellipse">
            <a:avLst/>
          </a:prstGeom>
          <a:gradFill>
            <a:gsLst>
              <a:gs pos="21082">
                <a:srgbClr val="0000CC"/>
              </a:gs>
              <a:gs pos="16400">
                <a:srgbClr val="0000AB"/>
              </a:gs>
              <a:gs pos="5830">
                <a:srgbClr val="0000C0"/>
              </a:gs>
              <a:gs pos="10300">
                <a:srgbClr val="0000B7"/>
              </a:gs>
              <a:gs pos="0">
                <a:srgbClr val="0000CC"/>
              </a:gs>
              <a:gs pos="0">
                <a:srgbClr val="002060">
                  <a:alpha val="25000"/>
                </a:srgbClr>
              </a:gs>
              <a:gs pos="100000">
                <a:srgbClr val="000000"/>
              </a:gs>
            </a:gsLst>
            <a:path path="shape">
              <a:fillToRect l="50000" t="50000" r="50000" b="50000"/>
            </a:path>
          </a:gradFill>
          <a:ln w="19050">
            <a:solidFill>
              <a:schemeClr val="bg1"/>
            </a:solidFill>
            <a:round/>
            <a:headEnd/>
            <a:tailEnd/>
          </a:ln>
        </p:spPr>
        <p:txBody>
          <a:bodyPr wrap="none" anchor="ctr"/>
          <a:lstStyle/>
          <a:p>
            <a:pPr algn="ctr"/>
            <a:r>
              <a:rPr lang="en-US" sz="1600" b="1" dirty="0">
                <a:solidFill>
                  <a:schemeClr val="bg1"/>
                </a:solidFill>
                <a:latin typeface="Book Antiqua" pitchFamily="18" charset="0"/>
              </a:rPr>
              <a:t>2</a:t>
            </a:r>
          </a:p>
        </p:txBody>
      </p:sp>
      <p:sp>
        <p:nvSpPr>
          <p:cNvPr id="18" name="Oval 17"/>
          <p:cNvSpPr>
            <a:spLocks noChangeArrowheads="1"/>
          </p:cNvSpPr>
          <p:nvPr/>
        </p:nvSpPr>
        <p:spPr bwMode="auto">
          <a:xfrm>
            <a:off x="2141994" y="4257092"/>
            <a:ext cx="338328" cy="338328"/>
          </a:xfrm>
          <a:prstGeom prst="ellipse">
            <a:avLst/>
          </a:prstGeom>
          <a:gradFill>
            <a:gsLst>
              <a:gs pos="21082">
                <a:srgbClr val="0000CC"/>
              </a:gs>
              <a:gs pos="16400">
                <a:srgbClr val="0000AB"/>
              </a:gs>
              <a:gs pos="5830">
                <a:srgbClr val="0000C0"/>
              </a:gs>
              <a:gs pos="10300">
                <a:srgbClr val="0000B7"/>
              </a:gs>
              <a:gs pos="0">
                <a:srgbClr val="0000CC"/>
              </a:gs>
              <a:gs pos="0">
                <a:srgbClr val="002060">
                  <a:alpha val="25000"/>
                </a:srgbClr>
              </a:gs>
              <a:gs pos="100000">
                <a:srgbClr val="000000"/>
              </a:gs>
            </a:gsLst>
            <a:path path="shape">
              <a:fillToRect l="50000" t="50000" r="50000" b="50000"/>
            </a:path>
          </a:gradFill>
          <a:ln w="19050">
            <a:solidFill>
              <a:schemeClr val="bg1"/>
            </a:solidFill>
            <a:round/>
            <a:headEnd/>
            <a:tailEnd/>
          </a:ln>
        </p:spPr>
        <p:txBody>
          <a:bodyPr wrap="none" anchor="ctr"/>
          <a:lstStyle/>
          <a:p>
            <a:pPr algn="ctr"/>
            <a:r>
              <a:rPr lang="en-US" sz="1600" b="1" dirty="0" smtClean="0">
                <a:solidFill>
                  <a:schemeClr val="bg1"/>
                </a:solidFill>
                <a:latin typeface="Book Antiqua" pitchFamily="18" charset="0"/>
              </a:rPr>
              <a:t>14</a:t>
            </a:r>
            <a:endParaRPr lang="en-US" sz="1600" b="1" dirty="0">
              <a:solidFill>
                <a:schemeClr val="bg1"/>
              </a:solidFill>
              <a:latin typeface="Book Antiqua" pitchFamily="18" charset="0"/>
            </a:endParaRPr>
          </a:p>
        </p:txBody>
      </p:sp>
      <p:sp>
        <p:nvSpPr>
          <p:cNvPr id="19" name="Oval 18"/>
          <p:cNvSpPr>
            <a:spLocks noChangeArrowheads="1"/>
          </p:cNvSpPr>
          <p:nvPr/>
        </p:nvSpPr>
        <p:spPr bwMode="auto">
          <a:xfrm>
            <a:off x="3654162" y="3407288"/>
            <a:ext cx="338328" cy="338328"/>
          </a:xfrm>
          <a:prstGeom prst="ellipse">
            <a:avLst/>
          </a:prstGeom>
          <a:gradFill>
            <a:gsLst>
              <a:gs pos="21082">
                <a:srgbClr val="0000CC"/>
              </a:gs>
              <a:gs pos="16400">
                <a:srgbClr val="0000AB"/>
              </a:gs>
              <a:gs pos="5830">
                <a:srgbClr val="0000C0"/>
              </a:gs>
              <a:gs pos="10300">
                <a:srgbClr val="0000B7"/>
              </a:gs>
              <a:gs pos="0">
                <a:srgbClr val="0000CC"/>
              </a:gs>
              <a:gs pos="0">
                <a:srgbClr val="002060">
                  <a:alpha val="25000"/>
                </a:srgbClr>
              </a:gs>
              <a:gs pos="100000">
                <a:srgbClr val="000000"/>
              </a:gs>
            </a:gsLst>
            <a:path path="shape">
              <a:fillToRect l="50000" t="50000" r="50000" b="50000"/>
            </a:path>
          </a:gradFill>
          <a:ln w="19050">
            <a:solidFill>
              <a:schemeClr val="bg1"/>
            </a:solidFill>
            <a:round/>
            <a:headEnd/>
            <a:tailEnd/>
          </a:ln>
        </p:spPr>
        <p:txBody>
          <a:bodyPr wrap="none" anchor="ctr"/>
          <a:lstStyle/>
          <a:p>
            <a:pPr algn="ctr"/>
            <a:r>
              <a:rPr lang="en-US" sz="1600" b="1" dirty="0" smtClean="0">
                <a:solidFill>
                  <a:schemeClr val="bg1"/>
                </a:solidFill>
                <a:latin typeface="Book Antiqua" pitchFamily="18" charset="0"/>
              </a:rPr>
              <a:t>20</a:t>
            </a:r>
            <a:endParaRPr lang="en-US" sz="1600" b="1" dirty="0">
              <a:solidFill>
                <a:schemeClr val="bg1"/>
              </a:solidFill>
              <a:latin typeface="Book Antiqua" pitchFamily="18" charset="0"/>
            </a:endParaRPr>
          </a:p>
        </p:txBody>
      </p:sp>
      <p:cxnSp>
        <p:nvCxnSpPr>
          <p:cNvPr id="40" name="Straight Connector 39"/>
          <p:cNvCxnSpPr>
            <a:stCxn id="44" idx="1"/>
          </p:cNvCxnSpPr>
          <p:nvPr/>
        </p:nvCxnSpPr>
        <p:spPr>
          <a:xfrm flipH="1" flipV="1">
            <a:off x="6942542" y="2821118"/>
            <a:ext cx="937631" cy="722017"/>
          </a:xfrm>
          <a:prstGeom prst="line">
            <a:avLst/>
          </a:prstGeom>
          <a:ln w="34925">
            <a:solidFill>
              <a:schemeClr val="tx1">
                <a:lumMod val="65000"/>
                <a:lumOff val="3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1" name="Straight Connector 40"/>
          <p:cNvCxnSpPr/>
          <p:nvPr/>
        </p:nvCxnSpPr>
        <p:spPr>
          <a:xfrm flipV="1">
            <a:off x="5828694" y="2723212"/>
            <a:ext cx="1069264" cy="900100"/>
          </a:xfrm>
          <a:prstGeom prst="line">
            <a:avLst/>
          </a:prstGeom>
          <a:ln w="34925">
            <a:solidFill>
              <a:schemeClr val="tx1">
                <a:lumMod val="65000"/>
                <a:lumOff val="3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2" name="Oval 41"/>
          <p:cNvSpPr>
            <a:spLocks noChangeArrowheads="1"/>
          </p:cNvSpPr>
          <p:nvPr/>
        </p:nvSpPr>
        <p:spPr bwMode="auto">
          <a:xfrm>
            <a:off x="6728794" y="2615200"/>
            <a:ext cx="338328" cy="338328"/>
          </a:xfrm>
          <a:prstGeom prst="ellipse">
            <a:avLst/>
          </a:prstGeom>
          <a:gradFill>
            <a:gsLst>
              <a:gs pos="21082">
                <a:srgbClr val="0000CC"/>
              </a:gs>
              <a:gs pos="16400">
                <a:srgbClr val="0000AB"/>
              </a:gs>
              <a:gs pos="5830">
                <a:srgbClr val="0000C0"/>
              </a:gs>
              <a:gs pos="10300">
                <a:srgbClr val="0000B7"/>
              </a:gs>
              <a:gs pos="0">
                <a:srgbClr val="0000CC"/>
              </a:gs>
              <a:gs pos="0">
                <a:srgbClr val="002060">
                  <a:alpha val="25000"/>
                </a:srgbClr>
              </a:gs>
              <a:gs pos="100000">
                <a:srgbClr val="000000"/>
              </a:gs>
            </a:gsLst>
            <a:path path="shape">
              <a:fillToRect l="50000" t="50000" r="50000" b="50000"/>
            </a:path>
          </a:gradFill>
          <a:ln w="19050">
            <a:solidFill>
              <a:schemeClr val="bg1"/>
            </a:solidFill>
            <a:round/>
            <a:headEnd/>
            <a:tailEnd/>
          </a:ln>
        </p:spPr>
        <p:txBody>
          <a:bodyPr wrap="none" anchor="ctr"/>
          <a:lstStyle/>
          <a:p>
            <a:pPr algn="ctr"/>
            <a:r>
              <a:rPr lang="en-US" sz="1600" b="1" dirty="0" smtClean="0">
                <a:solidFill>
                  <a:schemeClr val="bg1"/>
                </a:solidFill>
                <a:latin typeface="Book Antiqua" pitchFamily="18" charset="0"/>
              </a:rPr>
              <a:t>52</a:t>
            </a:r>
            <a:endParaRPr lang="en-US" sz="1600" b="1" dirty="0">
              <a:solidFill>
                <a:schemeClr val="bg1"/>
              </a:solidFill>
              <a:latin typeface="Book Antiqua" pitchFamily="18" charset="0"/>
            </a:endParaRPr>
          </a:p>
        </p:txBody>
      </p:sp>
      <p:sp>
        <p:nvSpPr>
          <p:cNvPr id="43" name="Oval 42"/>
          <p:cNvSpPr>
            <a:spLocks noChangeArrowheads="1"/>
          </p:cNvSpPr>
          <p:nvPr/>
        </p:nvSpPr>
        <p:spPr bwMode="auto">
          <a:xfrm>
            <a:off x="5584496" y="3515300"/>
            <a:ext cx="338328" cy="338328"/>
          </a:xfrm>
          <a:prstGeom prst="ellipse">
            <a:avLst/>
          </a:prstGeom>
          <a:gradFill>
            <a:gsLst>
              <a:gs pos="21082">
                <a:srgbClr val="0000CC"/>
              </a:gs>
              <a:gs pos="16400">
                <a:srgbClr val="0000AB"/>
              </a:gs>
              <a:gs pos="5830">
                <a:srgbClr val="0000C0"/>
              </a:gs>
              <a:gs pos="10300">
                <a:srgbClr val="0000B7"/>
              </a:gs>
              <a:gs pos="0">
                <a:srgbClr val="0000CC"/>
              </a:gs>
              <a:gs pos="0">
                <a:srgbClr val="002060">
                  <a:alpha val="25000"/>
                </a:srgbClr>
              </a:gs>
              <a:gs pos="100000">
                <a:srgbClr val="000000"/>
              </a:gs>
            </a:gsLst>
            <a:path path="shape">
              <a:fillToRect l="50000" t="50000" r="50000" b="50000"/>
            </a:path>
          </a:gradFill>
          <a:ln w="19050">
            <a:solidFill>
              <a:schemeClr val="bg1"/>
            </a:solidFill>
            <a:round/>
            <a:headEnd/>
            <a:tailEnd/>
          </a:ln>
        </p:spPr>
        <p:txBody>
          <a:bodyPr wrap="none" anchor="ctr"/>
          <a:lstStyle/>
          <a:p>
            <a:pPr algn="ctr"/>
            <a:r>
              <a:rPr lang="en-US" sz="1600" b="1" dirty="0" smtClean="0">
                <a:solidFill>
                  <a:schemeClr val="bg1"/>
                </a:solidFill>
                <a:latin typeface="Book Antiqua" pitchFamily="18" charset="0"/>
              </a:rPr>
              <a:t>3</a:t>
            </a:r>
            <a:r>
              <a:rPr lang="en-US" sz="1600" b="1" dirty="0">
                <a:solidFill>
                  <a:schemeClr val="bg1"/>
                </a:solidFill>
                <a:latin typeface="Book Antiqua" pitchFamily="18" charset="0"/>
              </a:rPr>
              <a:t>7</a:t>
            </a:r>
          </a:p>
        </p:txBody>
      </p:sp>
      <p:sp>
        <p:nvSpPr>
          <p:cNvPr id="44" name="Oval 43"/>
          <p:cNvSpPr>
            <a:spLocks noChangeArrowheads="1"/>
          </p:cNvSpPr>
          <p:nvPr/>
        </p:nvSpPr>
        <p:spPr bwMode="auto">
          <a:xfrm>
            <a:off x="7830626" y="3493588"/>
            <a:ext cx="338328" cy="338328"/>
          </a:xfrm>
          <a:prstGeom prst="ellipse">
            <a:avLst/>
          </a:prstGeom>
          <a:gradFill>
            <a:gsLst>
              <a:gs pos="21082">
                <a:srgbClr val="0000CC"/>
              </a:gs>
              <a:gs pos="16400">
                <a:srgbClr val="0000AB"/>
              </a:gs>
              <a:gs pos="5830">
                <a:srgbClr val="0000C0"/>
              </a:gs>
              <a:gs pos="10300">
                <a:srgbClr val="0000B7"/>
              </a:gs>
              <a:gs pos="0">
                <a:srgbClr val="0000CC"/>
              </a:gs>
              <a:gs pos="0">
                <a:srgbClr val="002060">
                  <a:alpha val="25000"/>
                </a:srgbClr>
              </a:gs>
              <a:gs pos="100000">
                <a:srgbClr val="000000"/>
              </a:gs>
            </a:gsLst>
            <a:path path="shape">
              <a:fillToRect l="50000" t="50000" r="50000" b="50000"/>
            </a:path>
          </a:gradFill>
          <a:ln w="19050">
            <a:solidFill>
              <a:schemeClr val="bg1"/>
            </a:solidFill>
            <a:round/>
            <a:headEnd/>
            <a:tailEnd/>
          </a:ln>
        </p:spPr>
        <p:txBody>
          <a:bodyPr wrap="none" anchor="ctr"/>
          <a:lstStyle/>
          <a:p>
            <a:pPr algn="ctr"/>
            <a:r>
              <a:rPr lang="en-US" sz="1600" b="1" dirty="0">
                <a:solidFill>
                  <a:schemeClr val="bg1"/>
                </a:solidFill>
                <a:latin typeface="Book Antiqua" pitchFamily="18" charset="0"/>
              </a:rPr>
              <a:t>5</a:t>
            </a:r>
            <a:r>
              <a:rPr lang="en-US" sz="1600" b="1" dirty="0" smtClean="0">
                <a:solidFill>
                  <a:schemeClr val="bg1"/>
                </a:solidFill>
                <a:latin typeface="Book Antiqua" pitchFamily="18" charset="0"/>
              </a:rPr>
              <a:t>5</a:t>
            </a:r>
            <a:endParaRPr lang="en-US" sz="1600" b="1" dirty="0">
              <a:solidFill>
                <a:schemeClr val="bg1"/>
              </a:solidFill>
              <a:latin typeface="Book Antiqua" pitchFamily="18" charset="0"/>
            </a:endParaRPr>
          </a:p>
        </p:txBody>
      </p:sp>
      <p:sp>
        <p:nvSpPr>
          <p:cNvPr id="39" name="Oval 38"/>
          <p:cNvSpPr>
            <a:spLocks noChangeArrowheads="1"/>
          </p:cNvSpPr>
          <p:nvPr/>
        </p:nvSpPr>
        <p:spPr bwMode="auto">
          <a:xfrm>
            <a:off x="2962266" y="4242800"/>
            <a:ext cx="338328" cy="338328"/>
          </a:xfrm>
          <a:prstGeom prst="ellipse">
            <a:avLst/>
          </a:prstGeom>
          <a:gradFill>
            <a:gsLst>
              <a:gs pos="21082">
                <a:srgbClr val="0000CC"/>
              </a:gs>
              <a:gs pos="16400">
                <a:srgbClr val="0000AB"/>
              </a:gs>
              <a:gs pos="5830">
                <a:srgbClr val="0000C0"/>
              </a:gs>
              <a:gs pos="10300">
                <a:srgbClr val="0000B7"/>
              </a:gs>
              <a:gs pos="0">
                <a:srgbClr val="0000CC"/>
              </a:gs>
              <a:gs pos="0">
                <a:srgbClr val="002060">
                  <a:alpha val="25000"/>
                </a:srgbClr>
              </a:gs>
              <a:gs pos="100000">
                <a:srgbClr val="000000"/>
              </a:gs>
            </a:gsLst>
            <a:path path="shape">
              <a:fillToRect l="50000" t="50000" r="50000" b="50000"/>
            </a:path>
          </a:gradFill>
          <a:ln w="19050">
            <a:solidFill>
              <a:schemeClr val="bg1"/>
            </a:solidFill>
            <a:round/>
            <a:headEnd/>
            <a:tailEnd/>
          </a:ln>
        </p:spPr>
        <p:txBody>
          <a:bodyPr wrap="none" anchor="ctr"/>
          <a:lstStyle/>
          <a:p>
            <a:pPr algn="ctr"/>
            <a:r>
              <a:rPr lang="en-US" sz="1600" b="1" dirty="0" smtClean="0">
                <a:solidFill>
                  <a:schemeClr val="bg1"/>
                </a:solidFill>
                <a:latin typeface="Book Antiqua" pitchFamily="18" charset="0"/>
              </a:rPr>
              <a:t>19</a:t>
            </a:r>
            <a:endParaRPr lang="en-US" sz="1600" b="1" dirty="0">
              <a:solidFill>
                <a:schemeClr val="bg1"/>
              </a:solidFill>
              <a:latin typeface="Book Antiqua" pitchFamily="18" charset="0"/>
            </a:endParaRPr>
          </a:p>
        </p:txBody>
      </p:sp>
      <p:cxnSp>
        <p:nvCxnSpPr>
          <p:cNvPr id="30" name="Straight Connector 29"/>
          <p:cNvCxnSpPr/>
          <p:nvPr/>
        </p:nvCxnSpPr>
        <p:spPr>
          <a:xfrm flipV="1">
            <a:off x="4918492" y="3767328"/>
            <a:ext cx="684486" cy="813799"/>
          </a:xfrm>
          <a:prstGeom prst="line">
            <a:avLst/>
          </a:prstGeom>
          <a:ln w="34925">
            <a:solidFill>
              <a:schemeClr val="tx1">
                <a:lumMod val="65000"/>
                <a:lumOff val="3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1" name="Oval 30"/>
          <p:cNvSpPr>
            <a:spLocks noChangeArrowheads="1"/>
          </p:cNvSpPr>
          <p:nvPr/>
        </p:nvSpPr>
        <p:spPr bwMode="auto">
          <a:xfrm>
            <a:off x="4749328" y="4411963"/>
            <a:ext cx="338328" cy="338328"/>
          </a:xfrm>
          <a:prstGeom prst="ellipse">
            <a:avLst/>
          </a:prstGeom>
          <a:gradFill>
            <a:gsLst>
              <a:gs pos="21082">
                <a:srgbClr val="0000CC"/>
              </a:gs>
              <a:gs pos="16400">
                <a:srgbClr val="0000AB"/>
              </a:gs>
              <a:gs pos="5830">
                <a:srgbClr val="0000C0"/>
              </a:gs>
              <a:gs pos="10300">
                <a:srgbClr val="0000B7"/>
              </a:gs>
              <a:gs pos="0">
                <a:srgbClr val="0000CC"/>
              </a:gs>
              <a:gs pos="0">
                <a:srgbClr val="002060">
                  <a:alpha val="25000"/>
                </a:srgbClr>
              </a:gs>
              <a:gs pos="100000">
                <a:srgbClr val="000000"/>
              </a:gs>
            </a:gsLst>
            <a:path path="shape">
              <a:fillToRect l="50000" t="50000" r="50000" b="50000"/>
            </a:path>
          </a:gradFill>
          <a:ln w="19050">
            <a:solidFill>
              <a:schemeClr val="bg1"/>
            </a:solidFill>
            <a:round/>
            <a:headEnd/>
            <a:tailEnd/>
          </a:ln>
        </p:spPr>
        <p:txBody>
          <a:bodyPr wrap="none" anchor="ctr"/>
          <a:lstStyle/>
          <a:p>
            <a:pPr algn="ctr"/>
            <a:r>
              <a:rPr lang="en-US" sz="1600" b="1" dirty="0" smtClean="0">
                <a:solidFill>
                  <a:schemeClr val="bg1"/>
                </a:solidFill>
                <a:latin typeface="Book Antiqua" pitchFamily="18" charset="0"/>
              </a:rPr>
              <a:t>32</a:t>
            </a:r>
            <a:endParaRPr lang="en-US" sz="1600" b="1" dirty="0">
              <a:solidFill>
                <a:schemeClr val="bg1"/>
              </a:solidFill>
              <a:latin typeface="Book Antiqua" pitchFamily="18" charset="0"/>
            </a:endParaRPr>
          </a:p>
        </p:txBody>
      </p:sp>
      <p:sp>
        <p:nvSpPr>
          <p:cNvPr id="32" name="Oval 31"/>
          <p:cNvSpPr>
            <a:spLocks noChangeArrowheads="1"/>
          </p:cNvSpPr>
          <p:nvPr/>
        </p:nvSpPr>
        <p:spPr bwMode="auto">
          <a:xfrm>
            <a:off x="6198062" y="4426256"/>
            <a:ext cx="338328" cy="338328"/>
          </a:xfrm>
          <a:prstGeom prst="ellipse">
            <a:avLst/>
          </a:prstGeom>
          <a:gradFill>
            <a:gsLst>
              <a:gs pos="21082">
                <a:srgbClr val="0000CC"/>
              </a:gs>
              <a:gs pos="16400">
                <a:srgbClr val="0000AB"/>
              </a:gs>
              <a:gs pos="5830">
                <a:srgbClr val="0000C0"/>
              </a:gs>
              <a:gs pos="10300">
                <a:srgbClr val="0000B7"/>
              </a:gs>
              <a:gs pos="0">
                <a:srgbClr val="0000CC"/>
              </a:gs>
              <a:gs pos="0">
                <a:srgbClr val="002060">
                  <a:alpha val="25000"/>
                </a:srgbClr>
              </a:gs>
              <a:gs pos="100000">
                <a:srgbClr val="000000"/>
              </a:gs>
            </a:gsLst>
            <a:path path="shape">
              <a:fillToRect l="50000" t="50000" r="50000" b="50000"/>
            </a:path>
          </a:gradFill>
          <a:ln w="19050">
            <a:solidFill>
              <a:schemeClr val="bg1"/>
            </a:solidFill>
            <a:round/>
            <a:headEnd/>
            <a:tailEnd/>
          </a:ln>
        </p:spPr>
        <p:txBody>
          <a:bodyPr wrap="none" anchor="ctr"/>
          <a:lstStyle/>
          <a:p>
            <a:pPr algn="ctr"/>
            <a:r>
              <a:rPr lang="en-US" sz="1600" b="1" dirty="0" smtClean="0">
                <a:solidFill>
                  <a:schemeClr val="bg1"/>
                </a:solidFill>
                <a:latin typeface="Book Antiqua" pitchFamily="18" charset="0"/>
              </a:rPr>
              <a:t>39</a:t>
            </a:r>
            <a:endParaRPr lang="en-US" sz="1600" b="1" dirty="0">
              <a:solidFill>
                <a:schemeClr val="bg1"/>
              </a:solidFill>
              <a:latin typeface="Book Antiqua" pitchFamily="18" charset="0"/>
            </a:endParaRPr>
          </a:p>
        </p:txBody>
      </p:sp>
      <p:sp>
        <p:nvSpPr>
          <p:cNvPr id="45" name="Oval 44"/>
          <p:cNvSpPr>
            <a:spLocks noChangeArrowheads="1"/>
          </p:cNvSpPr>
          <p:nvPr/>
        </p:nvSpPr>
        <p:spPr bwMode="auto">
          <a:xfrm>
            <a:off x="6846133" y="5276060"/>
            <a:ext cx="338328" cy="338328"/>
          </a:xfrm>
          <a:prstGeom prst="ellipse">
            <a:avLst/>
          </a:prstGeom>
          <a:gradFill>
            <a:gsLst>
              <a:gs pos="21082">
                <a:srgbClr val="0000CC"/>
              </a:gs>
              <a:gs pos="16400">
                <a:srgbClr val="0000AB"/>
              </a:gs>
              <a:gs pos="5830">
                <a:srgbClr val="0000C0"/>
              </a:gs>
              <a:gs pos="10300">
                <a:srgbClr val="0000B7"/>
              </a:gs>
              <a:gs pos="0">
                <a:srgbClr val="0000CC"/>
              </a:gs>
              <a:gs pos="0">
                <a:srgbClr val="002060">
                  <a:alpha val="25000"/>
                </a:srgbClr>
              </a:gs>
              <a:gs pos="100000">
                <a:srgbClr val="000000"/>
              </a:gs>
            </a:gsLst>
            <a:path path="shape">
              <a:fillToRect l="50000" t="50000" r="50000" b="50000"/>
            </a:path>
          </a:gradFill>
          <a:ln w="19050">
            <a:solidFill>
              <a:schemeClr val="bg1"/>
            </a:solidFill>
            <a:round/>
            <a:headEnd/>
            <a:tailEnd/>
          </a:ln>
        </p:spPr>
        <p:txBody>
          <a:bodyPr wrap="none" anchor="ctr"/>
          <a:lstStyle/>
          <a:p>
            <a:pPr algn="ctr"/>
            <a:r>
              <a:rPr lang="en-US" sz="1600" b="1" dirty="0" smtClean="0">
                <a:solidFill>
                  <a:schemeClr val="bg1"/>
                </a:solidFill>
                <a:latin typeface="Book Antiqua" pitchFamily="18" charset="0"/>
              </a:rPr>
              <a:t>42</a:t>
            </a:r>
            <a:endParaRPr lang="en-US" sz="1600" b="1" dirty="0">
              <a:solidFill>
                <a:schemeClr val="bg1"/>
              </a:solidFill>
              <a:latin typeface="Book Antiqua" pitchFamily="18" charset="0"/>
            </a:endParaRPr>
          </a:p>
        </p:txBody>
      </p:sp>
      <p:sp>
        <p:nvSpPr>
          <p:cNvPr id="53" name="Oval 52"/>
          <p:cNvSpPr>
            <a:spLocks noChangeArrowheads="1"/>
          </p:cNvSpPr>
          <p:nvPr/>
        </p:nvSpPr>
        <p:spPr bwMode="auto">
          <a:xfrm>
            <a:off x="6078445" y="6175411"/>
            <a:ext cx="338328" cy="338328"/>
          </a:xfrm>
          <a:prstGeom prst="ellipse">
            <a:avLst/>
          </a:prstGeom>
          <a:gradFill>
            <a:gsLst>
              <a:gs pos="21082">
                <a:srgbClr val="0000CC"/>
              </a:gs>
              <a:gs pos="16400">
                <a:srgbClr val="0000AB"/>
              </a:gs>
              <a:gs pos="5830">
                <a:srgbClr val="0000C0"/>
              </a:gs>
              <a:gs pos="10300">
                <a:srgbClr val="0000B7"/>
              </a:gs>
              <a:gs pos="0">
                <a:srgbClr val="0000CC"/>
              </a:gs>
              <a:gs pos="0">
                <a:srgbClr val="002060">
                  <a:alpha val="25000"/>
                </a:srgbClr>
              </a:gs>
              <a:gs pos="100000">
                <a:srgbClr val="000000"/>
              </a:gs>
            </a:gsLst>
            <a:path path="shape">
              <a:fillToRect l="50000" t="50000" r="50000" b="50000"/>
            </a:path>
          </a:gradFill>
          <a:ln w="19050">
            <a:solidFill>
              <a:schemeClr val="bg1"/>
            </a:solidFill>
            <a:round/>
            <a:headEnd/>
            <a:tailEnd/>
          </a:ln>
        </p:spPr>
        <p:txBody>
          <a:bodyPr wrap="none" anchor="ctr"/>
          <a:lstStyle/>
          <a:p>
            <a:pPr algn="ctr"/>
            <a:r>
              <a:rPr lang="en-US" sz="1600" b="1" dirty="0" smtClean="0">
                <a:solidFill>
                  <a:schemeClr val="bg1"/>
                </a:solidFill>
                <a:latin typeface="Book Antiqua" pitchFamily="18" charset="0"/>
              </a:rPr>
              <a:t>41</a:t>
            </a:r>
            <a:endParaRPr lang="en-US" sz="1600" b="1" dirty="0">
              <a:solidFill>
                <a:schemeClr val="bg1"/>
              </a:solidFill>
              <a:latin typeface="Book Antiqua" pitchFamily="18" charset="0"/>
            </a:endParaRPr>
          </a:p>
        </p:txBody>
      </p:sp>
      <p:sp>
        <p:nvSpPr>
          <p:cNvPr id="49" name="TextBox 48"/>
          <p:cNvSpPr txBox="1"/>
          <p:nvPr/>
        </p:nvSpPr>
        <p:spPr>
          <a:xfrm>
            <a:off x="594831" y="5325607"/>
            <a:ext cx="3709464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b="1" dirty="0" smtClean="0">
                <a:latin typeface="Book Antiqua" pitchFamily="18" charset="0"/>
              </a:rPr>
              <a:t>Replace with the leftmost (smallest) element in the right subtree</a:t>
            </a:r>
            <a:endParaRPr lang="en-US" sz="2000" dirty="0">
              <a:latin typeface="Georgia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94646125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33253</TotalTime>
  <Words>279</Words>
  <Application>Microsoft Office PowerPoint</Application>
  <PresentationFormat>On-screen Show (4:3)</PresentationFormat>
  <Paragraphs>165</Paragraphs>
  <Slides>10</Slides>
  <Notes>9</Notes>
  <HiddenSlides>0</HiddenSlides>
  <MMClips>0</MMClips>
  <ScaleCrop>false</ScaleCrop>
  <HeadingPairs>
    <vt:vector size="6" baseType="variant">
      <vt:variant>
        <vt:lpstr>Fonts Used</vt:lpstr>
      </vt:variant>
      <vt:variant>
        <vt:i4>9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20" baseType="lpstr">
      <vt:lpstr>ＭＳ Ｐゴシック</vt:lpstr>
      <vt:lpstr>Arial</vt:lpstr>
      <vt:lpstr>Book Antiqua</vt:lpstr>
      <vt:lpstr>Bookman Old Style</vt:lpstr>
      <vt:lpstr>Calibri</vt:lpstr>
      <vt:lpstr>Georgia</vt:lpstr>
      <vt:lpstr>Trebuchet MS</vt:lpstr>
      <vt:lpstr>Verdana</vt:lpstr>
      <vt:lpstr>Wingdings 2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Hewlett-Packard</Company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Bayzid</dc:creator>
  <cp:lastModifiedBy>bayzid</cp:lastModifiedBy>
  <cp:revision>1703</cp:revision>
  <dcterms:created xsi:type="dcterms:W3CDTF">2010-11-23T03:59:37Z</dcterms:created>
  <dcterms:modified xsi:type="dcterms:W3CDTF">2026-04-18T13:48:48Z</dcterms:modified>
</cp:coreProperties>
</file>