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6858000" cx="12192000"/>
  <p:notesSz cx="6858000" cy="9144000"/>
  <p:embeddedFontLst>
    <p:embeddedFont>
      <p:font typeface="Century Schoolbook"/>
      <p:regular r:id="rId48"/>
      <p:bold r:id="rId49"/>
      <p:italic r:id="rId50"/>
      <p:boldItalic r:id="rId51"/>
    </p:embeddedFont>
    <p:embeddedFont>
      <p:font typeface="Roboto Mono"/>
      <p:regular r:id="rId52"/>
      <p:bold r:id="rId53"/>
      <p:italic r:id="rId54"/>
      <p:boldItalic r:id="rId55"/>
    </p:embeddedFont>
    <p:embeddedFont>
      <p:font typeface="JetBrains Mono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CenturySchoolbook-regular.fntdata"/><Relationship Id="rId47" Type="http://schemas.openxmlformats.org/officeDocument/2006/relationships/slide" Target="slides/slide43.xml"/><Relationship Id="rId49" Type="http://schemas.openxmlformats.org/officeDocument/2006/relationships/font" Target="fonts/CenturySchoolboo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CenturySchoolbook-boldItalic.fntdata"/><Relationship Id="rId50" Type="http://schemas.openxmlformats.org/officeDocument/2006/relationships/font" Target="fonts/CenturySchoolbook-italic.fntdata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55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9.xml"/><Relationship Id="rId57" Type="http://schemas.openxmlformats.org/officeDocument/2006/relationships/font" Target="fonts/JetBrainsMono-bold.fntdata"/><Relationship Id="rId12" Type="http://schemas.openxmlformats.org/officeDocument/2006/relationships/slide" Target="slides/slide8.xml"/><Relationship Id="rId56" Type="http://schemas.openxmlformats.org/officeDocument/2006/relationships/font" Target="fonts/JetBrainsMono-regular.fntdata"/><Relationship Id="rId15" Type="http://schemas.openxmlformats.org/officeDocument/2006/relationships/slide" Target="slides/slide11.xml"/><Relationship Id="rId59" Type="http://schemas.openxmlformats.org/officeDocument/2006/relationships/font" Target="fonts/JetBrainsMono-boldItalic.fntdata"/><Relationship Id="rId14" Type="http://schemas.openxmlformats.org/officeDocument/2006/relationships/slide" Target="slides/slide10.xml"/><Relationship Id="rId58" Type="http://schemas.openxmlformats.org/officeDocument/2006/relationships/font" Target="fonts/JetBrainsMono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1034c2de8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1034c2de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1034c2de8_0_8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1034c2de8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10e7b619a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310e7b619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10e7b619a_0_16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310e7b619a_0_1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310e7b619a_0_7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310e7b619a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310e7b619a_0_16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310e7b619a_0_1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310e7b619a_0_13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310e7b619a_0_1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3200c51a5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3200c51a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3200c51a5c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3200c51a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3200c51a5c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3200c51a5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3200c51a5c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3200c51a5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323101e7d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323101e7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3200c51a5c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3200c51a5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3a1fd4a8d7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3a1fd4a8d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3a1fd4a8d7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3a1fd4a8d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3a1fd4a8d7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3a1fd4a8d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3a1fd4a8d7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3a1fd4a8d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3a1fd4a8d7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3a1fd4a8d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3a1fd4a8d7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3a1fd4a8d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3a1fd4a8d7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3a1fd4a8d7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3a1fd4a8d7_0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3a1fd4a8d7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3a1fd4a8d7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3a1fd4a8d7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3a1fd4a8d7_0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3a1fd4a8d7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3a1fd4a8d7_0_3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3a1fd4a8d7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3a1fd4a8d7_0_4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3a1fd4a8d7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3a1fd4a8d7_0_4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33a1fd4a8d7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33a1fd4a8d7_0_5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33a1fd4a8d7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33a1fd4a8d7_0_5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33a1fd4a8d7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3a1fd4a8d7_0_5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33a1fd4a8d7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33a1fd4a8d7_0_6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33a1fd4a8d7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3a1fd4a8d7_0_6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3a1fd4a8d7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33a1fd4a8d7_0_7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33a1fd4a8d7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33a1fd4a8d7_0_8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33a1fd4a8d7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33a1fd4a8d7_0_8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33a1fd4a8d7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33a1fd4a8d7_0_9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33a1fd4a8d7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33a1fd4a8d7_0_9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33a1fd4a8d7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33a1fd4a8d7_0_10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33a1fd4a8d7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33a1fd4a8d7_0_1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33a1fd4a8d7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33a1fd4a8d7_0_10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33a1fd4a8d7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33a1fd4a8d7_0_10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33a1fd4a8d7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g33a1fd4a8d7_0_10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0" name="Google Shape;1700;g33a1fd4a8d7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33a1fd4a8d7_0_10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33a1fd4a8d7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52814" y="656513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leetcode.com/problems/design-browser-history/description/?envType=problem-list-v2&amp;envId=doubly-linked-list" TargetMode="External"/><Relationship Id="rId4" Type="http://schemas.openxmlformats.org/officeDocument/2006/relationships/hyperlink" Target="https://leetcode.com/problems/design-authentication-manager/description/?envType=problem-list-v2&amp;envId=doubly-linked-li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Dummy Headed Circular DLLs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5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Doubly Linked Lists</a:t>
            </a:r>
            <a:endParaRPr/>
          </a:p>
        </p:txBody>
      </p:sp>
      <p:sp>
        <p:nvSpPr>
          <p:cNvPr id="127" name="Google Shape;127;p14"/>
          <p:cNvSpPr txBox="1"/>
          <p:nvPr>
            <p:ph idx="1" type="body"/>
          </p:nvPr>
        </p:nvSpPr>
        <p:spPr>
          <a:xfrm>
            <a:off x="838200" y="1825625"/>
            <a:ext cx="5024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Each node contains </a:t>
            </a:r>
            <a:r>
              <a:rPr b="1" lang="en-US" sz="2200"/>
              <a:t>three</a:t>
            </a:r>
            <a:r>
              <a:rPr lang="en-US" sz="2200"/>
              <a:t> things: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Data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 reference to the </a:t>
            </a:r>
            <a:r>
              <a:rPr b="1" lang="en-US" sz="2200"/>
              <a:t>next </a:t>
            </a:r>
            <a:r>
              <a:rPr lang="en-US" sz="2200"/>
              <a:t>node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 reference to the </a:t>
            </a:r>
            <a:r>
              <a:rPr b="1" lang="en-US" sz="2200"/>
              <a:t>previous</a:t>
            </a:r>
            <a:r>
              <a:rPr lang="en-US" sz="2200"/>
              <a:t> node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This version is also known as “Doubly Linked Lists (DLL)” as each node contains the reference to both the</a:t>
            </a:r>
            <a:r>
              <a:rPr b="1" lang="en-US" sz="2200">
                <a:solidFill>
                  <a:srgbClr val="FF0000"/>
                </a:solidFill>
              </a:rPr>
              <a:t> next node and the previous node</a:t>
            </a:r>
            <a:r>
              <a:rPr lang="en-US" sz="2200"/>
              <a:t>.</a:t>
            </a:r>
            <a:endParaRPr sz="2200"/>
          </a:p>
        </p:txBody>
      </p: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6350725" y="34291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7798525" y="3429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9246325" y="3429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10694125" y="34291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1002856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4"/>
          <p:cNvCxnSpPr/>
          <p:nvPr/>
        </p:nvCxnSpPr>
        <p:spPr>
          <a:xfrm>
            <a:off x="115326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4"/>
          <p:cNvCxnSpPr/>
          <p:nvPr/>
        </p:nvCxnSpPr>
        <p:spPr>
          <a:xfrm flipH="1" rot="10800000">
            <a:off x="7216256" y="3494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6" name="Google Shape;136;p14"/>
          <p:cNvCxnSpPr/>
          <p:nvPr/>
        </p:nvCxnSpPr>
        <p:spPr>
          <a:xfrm flipH="1" rot="10800000">
            <a:off x="8664056" y="3494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7" name="Google Shape;137;p14"/>
          <p:cNvCxnSpPr/>
          <p:nvPr/>
        </p:nvCxnSpPr>
        <p:spPr>
          <a:xfrm>
            <a:off x="11616613" y="35900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8" name="Google Shape;138;p14"/>
          <p:cNvSpPr txBox="1"/>
          <p:nvPr/>
        </p:nvSpPr>
        <p:spPr>
          <a:xfrm>
            <a:off x="11514725" y="39008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6457874" y="29187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0801274" y="29187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14"/>
          <p:cNvCxnSpPr/>
          <p:nvPr/>
        </p:nvCxnSpPr>
        <p:spPr>
          <a:xfrm flipH="1" rot="10800000">
            <a:off x="10111856" y="3494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2" name="Google Shape;142;p14"/>
          <p:cNvCxnSpPr/>
          <p:nvPr/>
        </p:nvCxnSpPr>
        <p:spPr>
          <a:xfrm>
            <a:off x="109230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4"/>
          <p:cNvSpPr txBox="1"/>
          <p:nvPr/>
        </p:nvSpPr>
        <p:spPr>
          <a:xfrm>
            <a:off x="9555056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4"/>
          <p:cNvCxnSpPr/>
          <p:nvPr/>
        </p:nvCxnSpPr>
        <p:spPr>
          <a:xfrm>
            <a:off x="100848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4"/>
          <p:cNvCxnSpPr/>
          <p:nvPr/>
        </p:nvCxnSpPr>
        <p:spPr>
          <a:xfrm>
            <a:off x="94752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14"/>
          <p:cNvSpPr txBox="1"/>
          <p:nvPr/>
        </p:nvSpPr>
        <p:spPr>
          <a:xfrm>
            <a:off x="8107256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14"/>
          <p:cNvCxnSpPr/>
          <p:nvPr/>
        </p:nvCxnSpPr>
        <p:spPr>
          <a:xfrm>
            <a:off x="86370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4"/>
          <p:cNvCxnSpPr/>
          <p:nvPr/>
        </p:nvCxnSpPr>
        <p:spPr>
          <a:xfrm>
            <a:off x="80274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4"/>
          <p:cNvSpPr txBox="1"/>
          <p:nvPr/>
        </p:nvSpPr>
        <p:spPr>
          <a:xfrm>
            <a:off x="6639473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4"/>
          <p:cNvCxnSpPr/>
          <p:nvPr/>
        </p:nvCxnSpPr>
        <p:spPr>
          <a:xfrm>
            <a:off x="7169242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4"/>
          <p:cNvCxnSpPr/>
          <p:nvPr/>
        </p:nvCxnSpPr>
        <p:spPr>
          <a:xfrm>
            <a:off x="6559642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4"/>
          <p:cNvCxnSpPr/>
          <p:nvPr/>
        </p:nvCxnSpPr>
        <p:spPr>
          <a:xfrm flipH="1">
            <a:off x="10264256" y="3647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3" name="Google Shape;153;p14"/>
          <p:cNvCxnSpPr/>
          <p:nvPr/>
        </p:nvCxnSpPr>
        <p:spPr>
          <a:xfrm flipH="1">
            <a:off x="8816456" y="3647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4" name="Google Shape;154;p14"/>
          <p:cNvCxnSpPr/>
          <p:nvPr/>
        </p:nvCxnSpPr>
        <p:spPr>
          <a:xfrm flipH="1">
            <a:off x="7368656" y="3647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5" name="Google Shape;155;p14"/>
          <p:cNvCxnSpPr/>
          <p:nvPr/>
        </p:nvCxnSpPr>
        <p:spPr>
          <a:xfrm rot="10800000">
            <a:off x="6272588" y="31440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6" name="Google Shape;156;p14"/>
          <p:cNvSpPr txBox="1"/>
          <p:nvPr/>
        </p:nvSpPr>
        <p:spPr>
          <a:xfrm>
            <a:off x="5900100" y="27084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</a:t>
            </a:r>
            <a:r>
              <a:rPr lang="en-US"/>
              <a:t>Element Insertion (At the beginning)</a:t>
            </a:r>
            <a:endParaRPr/>
          </a:p>
        </p:txBody>
      </p:sp>
      <p:sp>
        <p:nvSpPr>
          <p:cNvPr id="162" name="Google Shape;162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62745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77223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91701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0617925" y="5867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109266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15"/>
          <p:cNvCxnSpPr/>
          <p:nvPr/>
        </p:nvCxnSpPr>
        <p:spPr>
          <a:xfrm>
            <a:off x="114564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5"/>
          <p:cNvCxnSpPr/>
          <p:nvPr/>
        </p:nvCxnSpPr>
        <p:spPr>
          <a:xfrm>
            <a:off x="11540413" y="6028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0" name="Google Shape;170;p15"/>
          <p:cNvSpPr txBox="1"/>
          <p:nvPr/>
        </p:nvSpPr>
        <p:spPr>
          <a:xfrm>
            <a:off x="11438525" y="6339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5"/>
          <p:cNvCxnSpPr/>
          <p:nvPr/>
        </p:nvCxnSpPr>
        <p:spPr>
          <a:xfrm>
            <a:off x="10846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15"/>
          <p:cNvSpPr txBox="1"/>
          <p:nvPr/>
        </p:nvSpPr>
        <p:spPr>
          <a:xfrm>
            <a:off x="94788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15"/>
          <p:cNvCxnSpPr/>
          <p:nvPr/>
        </p:nvCxnSpPr>
        <p:spPr>
          <a:xfrm>
            <a:off x="100086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5"/>
          <p:cNvCxnSpPr/>
          <p:nvPr/>
        </p:nvCxnSpPr>
        <p:spPr>
          <a:xfrm>
            <a:off x="93990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5"/>
          <p:cNvSpPr txBox="1"/>
          <p:nvPr/>
        </p:nvSpPr>
        <p:spPr>
          <a:xfrm>
            <a:off x="80310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15"/>
          <p:cNvCxnSpPr/>
          <p:nvPr/>
        </p:nvCxnSpPr>
        <p:spPr>
          <a:xfrm>
            <a:off x="8560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5"/>
          <p:cNvCxnSpPr/>
          <p:nvPr/>
        </p:nvCxnSpPr>
        <p:spPr>
          <a:xfrm>
            <a:off x="79512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5"/>
          <p:cNvSpPr txBox="1"/>
          <p:nvPr/>
        </p:nvSpPr>
        <p:spPr>
          <a:xfrm>
            <a:off x="6563273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15"/>
          <p:cNvCxnSpPr/>
          <p:nvPr/>
        </p:nvCxnSpPr>
        <p:spPr>
          <a:xfrm>
            <a:off x="70930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5"/>
          <p:cNvCxnSpPr/>
          <p:nvPr/>
        </p:nvCxnSpPr>
        <p:spPr>
          <a:xfrm>
            <a:off x="64834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5"/>
          <p:cNvSpPr txBox="1"/>
          <p:nvPr/>
        </p:nvSpPr>
        <p:spPr>
          <a:xfrm>
            <a:off x="49864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15"/>
          <p:cNvCxnSpPr/>
          <p:nvPr/>
        </p:nvCxnSpPr>
        <p:spPr>
          <a:xfrm flipH="1">
            <a:off x="72924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3" name="Google Shape;183;p15"/>
          <p:cNvCxnSpPr/>
          <p:nvPr/>
        </p:nvCxnSpPr>
        <p:spPr>
          <a:xfrm flipH="1" rot="10800000">
            <a:off x="8587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4" name="Google Shape;184;p15"/>
          <p:cNvCxnSpPr/>
          <p:nvPr/>
        </p:nvCxnSpPr>
        <p:spPr>
          <a:xfrm flipH="1">
            <a:off x="87402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5" name="Google Shape;185;p15"/>
          <p:cNvCxnSpPr/>
          <p:nvPr/>
        </p:nvCxnSpPr>
        <p:spPr>
          <a:xfrm flipH="1" rot="10800000">
            <a:off x="100356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6" name="Google Shape;186;p15"/>
          <p:cNvCxnSpPr/>
          <p:nvPr/>
        </p:nvCxnSpPr>
        <p:spPr>
          <a:xfrm flipH="1">
            <a:off x="101880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7" name="Google Shape;187;p15"/>
          <p:cNvSpPr txBox="1"/>
          <p:nvPr/>
        </p:nvSpPr>
        <p:spPr>
          <a:xfrm>
            <a:off x="107776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88" y="3186238"/>
            <a:ext cx="4657725" cy="1685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" name="Google Shape;189;p15"/>
          <p:cNvSpPr txBox="1"/>
          <p:nvPr/>
        </p:nvSpPr>
        <p:spPr>
          <a:xfrm>
            <a:off x="838200" y="1831925"/>
            <a:ext cx="354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Prepend 80 to the list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4826725" y="5867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51354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15"/>
          <p:cNvCxnSpPr/>
          <p:nvPr/>
        </p:nvCxnSpPr>
        <p:spPr>
          <a:xfrm>
            <a:off x="56652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5"/>
          <p:cNvCxnSpPr/>
          <p:nvPr/>
        </p:nvCxnSpPr>
        <p:spPr>
          <a:xfrm>
            <a:off x="50556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5"/>
          <p:cNvCxnSpPr/>
          <p:nvPr/>
        </p:nvCxnSpPr>
        <p:spPr>
          <a:xfrm rot="10800000">
            <a:off x="4748588" y="5582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5" name="Google Shape;195;p15"/>
          <p:cNvSpPr txBox="1"/>
          <p:nvPr/>
        </p:nvSpPr>
        <p:spPr>
          <a:xfrm>
            <a:off x="4376100" y="5146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15"/>
          <p:cNvCxnSpPr/>
          <p:nvPr/>
        </p:nvCxnSpPr>
        <p:spPr>
          <a:xfrm flipH="1" rot="10800000">
            <a:off x="56922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7" name="Google Shape;197;p15"/>
          <p:cNvCxnSpPr/>
          <p:nvPr/>
        </p:nvCxnSpPr>
        <p:spPr>
          <a:xfrm flipH="1" rot="10800000">
            <a:off x="7140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8" name="Google Shape;198;p15"/>
          <p:cNvCxnSpPr/>
          <p:nvPr/>
        </p:nvCxnSpPr>
        <p:spPr>
          <a:xfrm flipH="1">
            <a:off x="58446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99" name="Google Shape;1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0725" y="3841330"/>
            <a:ext cx="835875" cy="5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/>
          <p:nvPr>
            <p:ph type="title"/>
          </p:nvPr>
        </p:nvSpPr>
        <p:spPr>
          <a:xfrm>
            <a:off x="838200" y="-168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</a:t>
            </a:r>
            <a:r>
              <a:rPr lang="en-US"/>
              <a:t>Element Insertion (Middle)</a:t>
            </a:r>
            <a:endParaRPr/>
          </a:p>
        </p:txBody>
      </p:sp>
      <p:sp>
        <p:nvSpPr>
          <p:cNvPr id="205" name="Google Shape;205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64311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78789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93267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10774500" y="27845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110832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6"/>
          <p:cNvCxnSpPr/>
          <p:nvPr/>
        </p:nvCxnSpPr>
        <p:spPr>
          <a:xfrm>
            <a:off x="116130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16"/>
          <p:cNvCxnSpPr/>
          <p:nvPr/>
        </p:nvCxnSpPr>
        <p:spPr>
          <a:xfrm>
            <a:off x="11696988" y="2945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3" name="Google Shape;213;p16"/>
          <p:cNvSpPr txBox="1"/>
          <p:nvPr/>
        </p:nvSpPr>
        <p:spPr>
          <a:xfrm>
            <a:off x="11595100" y="32562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6"/>
          <p:cNvCxnSpPr/>
          <p:nvPr/>
        </p:nvCxnSpPr>
        <p:spPr>
          <a:xfrm>
            <a:off x="11003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16"/>
          <p:cNvSpPr txBox="1"/>
          <p:nvPr/>
        </p:nvSpPr>
        <p:spPr>
          <a:xfrm>
            <a:off x="96354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6"/>
          <p:cNvCxnSpPr/>
          <p:nvPr/>
        </p:nvCxnSpPr>
        <p:spPr>
          <a:xfrm>
            <a:off x="10165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6"/>
          <p:cNvCxnSpPr/>
          <p:nvPr/>
        </p:nvCxnSpPr>
        <p:spPr>
          <a:xfrm>
            <a:off x="95556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16"/>
          <p:cNvSpPr txBox="1"/>
          <p:nvPr/>
        </p:nvSpPr>
        <p:spPr>
          <a:xfrm>
            <a:off x="81876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6"/>
          <p:cNvCxnSpPr/>
          <p:nvPr/>
        </p:nvCxnSpPr>
        <p:spPr>
          <a:xfrm>
            <a:off x="8717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6"/>
          <p:cNvCxnSpPr/>
          <p:nvPr/>
        </p:nvCxnSpPr>
        <p:spPr>
          <a:xfrm>
            <a:off x="8107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16"/>
          <p:cNvSpPr txBox="1"/>
          <p:nvPr/>
        </p:nvSpPr>
        <p:spPr>
          <a:xfrm>
            <a:off x="6719848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6"/>
          <p:cNvCxnSpPr/>
          <p:nvPr/>
        </p:nvCxnSpPr>
        <p:spPr>
          <a:xfrm>
            <a:off x="72496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16"/>
          <p:cNvCxnSpPr/>
          <p:nvPr/>
        </p:nvCxnSpPr>
        <p:spPr>
          <a:xfrm>
            <a:off x="66400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16"/>
          <p:cNvSpPr txBox="1"/>
          <p:nvPr/>
        </p:nvSpPr>
        <p:spPr>
          <a:xfrm>
            <a:off x="51430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16"/>
          <p:cNvCxnSpPr/>
          <p:nvPr/>
        </p:nvCxnSpPr>
        <p:spPr>
          <a:xfrm flipH="1" rot="10800000">
            <a:off x="87444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6" name="Google Shape;226;p16"/>
          <p:cNvCxnSpPr/>
          <p:nvPr/>
        </p:nvCxnSpPr>
        <p:spPr>
          <a:xfrm flipH="1">
            <a:off x="88968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7" name="Google Shape;227;p16"/>
          <p:cNvCxnSpPr/>
          <p:nvPr/>
        </p:nvCxnSpPr>
        <p:spPr>
          <a:xfrm flipH="1" rot="10800000">
            <a:off x="101922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8" name="Google Shape;228;p16"/>
          <p:cNvCxnSpPr/>
          <p:nvPr/>
        </p:nvCxnSpPr>
        <p:spPr>
          <a:xfrm flipH="1">
            <a:off x="103446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9" name="Google Shape;229;p16"/>
          <p:cNvSpPr txBox="1"/>
          <p:nvPr/>
        </p:nvSpPr>
        <p:spPr>
          <a:xfrm>
            <a:off x="109342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838200" y="1831925"/>
            <a:ext cx="354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50 at index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4983300" y="27845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52920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6"/>
          <p:cNvCxnSpPr/>
          <p:nvPr/>
        </p:nvCxnSpPr>
        <p:spPr>
          <a:xfrm>
            <a:off x="5821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16"/>
          <p:cNvCxnSpPr/>
          <p:nvPr/>
        </p:nvCxnSpPr>
        <p:spPr>
          <a:xfrm>
            <a:off x="5212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16"/>
          <p:cNvCxnSpPr/>
          <p:nvPr/>
        </p:nvCxnSpPr>
        <p:spPr>
          <a:xfrm rot="10800000">
            <a:off x="4905163" y="2499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6" name="Google Shape;236;p16"/>
          <p:cNvSpPr txBox="1"/>
          <p:nvPr/>
        </p:nvSpPr>
        <p:spPr>
          <a:xfrm>
            <a:off x="4532675" y="20638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16"/>
          <p:cNvCxnSpPr/>
          <p:nvPr/>
        </p:nvCxnSpPr>
        <p:spPr>
          <a:xfrm flipH="1" rot="10800000">
            <a:off x="58488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8" name="Google Shape;238;p16"/>
          <p:cNvCxnSpPr/>
          <p:nvPr/>
        </p:nvCxnSpPr>
        <p:spPr>
          <a:xfrm flipH="1">
            <a:off x="6001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9" name="Google Shape;239;p16"/>
          <p:cNvSpPr/>
          <p:nvPr/>
        </p:nvSpPr>
        <p:spPr>
          <a:xfrm>
            <a:off x="7646125" y="1524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7954856" y="1450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6"/>
          <p:cNvCxnSpPr/>
          <p:nvPr/>
        </p:nvCxnSpPr>
        <p:spPr>
          <a:xfrm>
            <a:off x="84846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16"/>
          <p:cNvCxnSpPr/>
          <p:nvPr/>
        </p:nvCxnSpPr>
        <p:spPr>
          <a:xfrm>
            <a:off x="78750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16"/>
          <p:cNvSpPr/>
          <p:nvPr/>
        </p:nvSpPr>
        <p:spPr>
          <a:xfrm>
            <a:off x="348050" y="3489275"/>
            <a:ext cx="3931500" cy="36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7932425" y="1749975"/>
            <a:ext cx="618683" cy="1013127"/>
          </a:xfrm>
          <a:custGeom>
            <a:rect b="b" l="l" r="r" t="t"/>
            <a:pathLst>
              <a:path extrusionOk="0" h="40005" w="24384">
                <a:moveTo>
                  <a:pt x="24384" y="0"/>
                </a:moveTo>
                <a:cubicBezTo>
                  <a:pt x="23622" y="1016"/>
                  <a:pt x="22860" y="2381"/>
                  <a:pt x="19812" y="6096"/>
                </a:cubicBezTo>
                <a:cubicBezTo>
                  <a:pt x="16764" y="9811"/>
                  <a:pt x="9398" y="16638"/>
                  <a:pt x="6096" y="22289"/>
                </a:cubicBezTo>
                <a:cubicBezTo>
                  <a:pt x="2794" y="27941"/>
                  <a:pt x="1016" y="37052"/>
                  <a:pt x="0" y="4000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45" name="Google Shape;245;p16"/>
          <p:cNvSpPr/>
          <p:nvPr/>
        </p:nvSpPr>
        <p:spPr>
          <a:xfrm>
            <a:off x="7482850" y="1749975"/>
            <a:ext cx="404800" cy="1055138"/>
          </a:xfrm>
          <a:custGeom>
            <a:rect b="b" l="l" r="r" t="t"/>
            <a:pathLst>
              <a:path extrusionOk="0" h="41148" w="16192">
                <a:moveTo>
                  <a:pt x="13525" y="0"/>
                </a:moveTo>
                <a:cubicBezTo>
                  <a:pt x="13970" y="1302"/>
                  <a:pt x="16192" y="4572"/>
                  <a:pt x="16192" y="7810"/>
                </a:cubicBezTo>
                <a:cubicBezTo>
                  <a:pt x="16192" y="11049"/>
                  <a:pt x="15208" y="15081"/>
                  <a:pt x="13525" y="19431"/>
                </a:cubicBezTo>
                <a:cubicBezTo>
                  <a:pt x="11842" y="23781"/>
                  <a:pt x="8350" y="30290"/>
                  <a:pt x="6096" y="33909"/>
                </a:cubicBezTo>
                <a:cubicBezTo>
                  <a:pt x="3842" y="37529"/>
                  <a:pt x="1016" y="39942"/>
                  <a:pt x="0" y="4114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46" name="Google Shape;246;p16"/>
          <p:cNvSpPr/>
          <p:nvPr/>
        </p:nvSpPr>
        <p:spPr>
          <a:xfrm>
            <a:off x="7253375" y="1767775"/>
            <a:ext cx="353300" cy="1087598"/>
          </a:xfrm>
          <a:custGeom>
            <a:rect b="b" l="l" r="r" t="t"/>
            <a:pathLst>
              <a:path extrusionOk="0" h="42630" w="14132">
                <a:moveTo>
                  <a:pt x="2409" y="42630"/>
                </a:moveTo>
                <a:cubicBezTo>
                  <a:pt x="2009" y="41609"/>
                  <a:pt x="-33" y="39921"/>
                  <a:pt x="11" y="36502"/>
                </a:cubicBezTo>
                <a:cubicBezTo>
                  <a:pt x="55" y="33083"/>
                  <a:pt x="322" y="28198"/>
                  <a:pt x="2675" y="22114"/>
                </a:cubicBezTo>
                <a:cubicBezTo>
                  <a:pt x="5029" y="16030"/>
                  <a:pt x="12223" y="3686"/>
                  <a:pt x="14132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47" name="Google Shape;247;p16"/>
          <p:cNvSpPr/>
          <p:nvPr/>
        </p:nvSpPr>
        <p:spPr>
          <a:xfrm>
            <a:off x="8001000" y="1840225"/>
            <a:ext cx="623900" cy="1055187"/>
          </a:xfrm>
          <a:custGeom>
            <a:rect b="b" l="l" r="r" t="t"/>
            <a:pathLst>
              <a:path extrusionOk="0" h="39624" w="24956">
                <a:moveTo>
                  <a:pt x="0" y="39624"/>
                </a:moveTo>
                <a:cubicBezTo>
                  <a:pt x="3461" y="36830"/>
                  <a:pt x="16606" y="29464"/>
                  <a:pt x="20765" y="22860"/>
                </a:cubicBezTo>
                <a:cubicBezTo>
                  <a:pt x="24924" y="16256"/>
                  <a:pt x="24258" y="3810"/>
                  <a:pt x="24956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48" name="Google Shape;248;p16"/>
          <p:cNvSpPr/>
          <p:nvPr/>
        </p:nvSpPr>
        <p:spPr>
          <a:xfrm>
            <a:off x="4754700" y="4079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7802700" y="4079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9250500" y="4079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10698300" y="40799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11007031" y="4006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16"/>
          <p:cNvCxnSpPr/>
          <p:nvPr/>
        </p:nvCxnSpPr>
        <p:spPr>
          <a:xfrm>
            <a:off x="115368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16"/>
          <p:cNvCxnSpPr/>
          <p:nvPr/>
        </p:nvCxnSpPr>
        <p:spPr>
          <a:xfrm>
            <a:off x="11620788" y="4240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55" name="Google Shape;255;p16"/>
          <p:cNvSpPr txBox="1"/>
          <p:nvPr/>
        </p:nvSpPr>
        <p:spPr>
          <a:xfrm>
            <a:off x="11518900" y="45516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16"/>
          <p:cNvCxnSpPr/>
          <p:nvPr/>
        </p:nvCxnSpPr>
        <p:spPr>
          <a:xfrm>
            <a:off x="109272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6"/>
          <p:cNvSpPr txBox="1"/>
          <p:nvPr/>
        </p:nvSpPr>
        <p:spPr>
          <a:xfrm>
            <a:off x="9559231" y="4006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6"/>
          <p:cNvCxnSpPr/>
          <p:nvPr/>
        </p:nvCxnSpPr>
        <p:spPr>
          <a:xfrm>
            <a:off x="100890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16"/>
          <p:cNvCxnSpPr/>
          <p:nvPr/>
        </p:nvCxnSpPr>
        <p:spPr>
          <a:xfrm>
            <a:off x="94794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16"/>
          <p:cNvSpPr txBox="1"/>
          <p:nvPr/>
        </p:nvSpPr>
        <p:spPr>
          <a:xfrm>
            <a:off x="8111431" y="4006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6"/>
          <p:cNvCxnSpPr/>
          <p:nvPr/>
        </p:nvCxnSpPr>
        <p:spPr>
          <a:xfrm>
            <a:off x="86412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16"/>
          <p:cNvCxnSpPr/>
          <p:nvPr/>
        </p:nvCxnSpPr>
        <p:spPr>
          <a:xfrm>
            <a:off x="80316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6"/>
          <p:cNvSpPr txBox="1"/>
          <p:nvPr/>
        </p:nvSpPr>
        <p:spPr>
          <a:xfrm>
            <a:off x="5043448" y="4006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16"/>
          <p:cNvCxnSpPr/>
          <p:nvPr/>
        </p:nvCxnSpPr>
        <p:spPr>
          <a:xfrm>
            <a:off x="5573217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16"/>
          <p:cNvCxnSpPr/>
          <p:nvPr/>
        </p:nvCxnSpPr>
        <p:spPr>
          <a:xfrm>
            <a:off x="4963617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16"/>
          <p:cNvSpPr txBox="1"/>
          <p:nvPr/>
        </p:nvSpPr>
        <p:spPr>
          <a:xfrm>
            <a:off x="3466646" y="3605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6"/>
          <p:cNvCxnSpPr/>
          <p:nvPr/>
        </p:nvCxnSpPr>
        <p:spPr>
          <a:xfrm flipH="1" rot="10800000">
            <a:off x="8668231" y="4145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68" name="Google Shape;268;p16"/>
          <p:cNvCxnSpPr/>
          <p:nvPr/>
        </p:nvCxnSpPr>
        <p:spPr>
          <a:xfrm flipH="1">
            <a:off x="8820631" y="4298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69" name="Google Shape;269;p16"/>
          <p:cNvCxnSpPr/>
          <p:nvPr/>
        </p:nvCxnSpPr>
        <p:spPr>
          <a:xfrm flipH="1" rot="10800000">
            <a:off x="10116031" y="4145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70" name="Google Shape;270;p16"/>
          <p:cNvCxnSpPr/>
          <p:nvPr/>
        </p:nvCxnSpPr>
        <p:spPr>
          <a:xfrm flipH="1">
            <a:off x="10268431" y="4298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71" name="Google Shape;271;p16"/>
          <p:cNvSpPr txBox="1"/>
          <p:nvPr/>
        </p:nvSpPr>
        <p:spPr>
          <a:xfrm>
            <a:off x="10781846" y="3605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3306900" y="40799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3615631" y="4006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16"/>
          <p:cNvCxnSpPr/>
          <p:nvPr/>
        </p:nvCxnSpPr>
        <p:spPr>
          <a:xfrm>
            <a:off x="41454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16"/>
          <p:cNvCxnSpPr/>
          <p:nvPr/>
        </p:nvCxnSpPr>
        <p:spPr>
          <a:xfrm>
            <a:off x="35358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16"/>
          <p:cNvCxnSpPr/>
          <p:nvPr/>
        </p:nvCxnSpPr>
        <p:spPr>
          <a:xfrm rot="10800000">
            <a:off x="3228763" y="3794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77" name="Google Shape;277;p16"/>
          <p:cNvSpPr txBox="1"/>
          <p:nvPr/>
        </p:nvSpPr>
        <p:spPr>
          <a:xfrm>
            <a:off x="2856275" y="33592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6"/>
          <p:cNvCxnSpPr/>
          <p:nvPr/>
        </p:nvCxnSpPr>
        <p:spPr>
          <a:xfrm flipH="1" rot="10800000">
            <a:off x="4172431" y="4145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79" name="Google Shape;279;p16"/>
          <p:cNvCxnSpPr/>
          <p:nvPr/>
        </p:nvCxnSpPr>
        <p:spPr>
          <a:xfrm flipH="1">
            <a:off x="4324831" y="4298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80" name="Google Shape;280;p16"/>
          <p:cNvSpPr/>
          <p:nvPr/>
        </p:nvSpPr>
        <p:spPr>
          <a:xfrm>
            <a:off x="6299850" y="40772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6608581" y="40036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6"/>
          <p:cNvCxnSpPr/>
          <p:nvPr/>
        </p:nvCxnSpPr>
        <p:spPr>
          <a:xfrm>
            <a:off x="7138350" y="40772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16"/>
          <p:cNvCxnSpPr/>
          <p:nvPr/>
        </p:nvCxnSpPr>
        <p:spPr>
          <a:xfrm>
            <a:off x="6528750" y="40401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4" name="Google Shape;2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02" y="4709625"/>
            <a:ext cx="4503700" cy="192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85" name="Google Shape;285;p16"/>
          <p:cNvCxnSpPr/>
          <p:nvPr/>
        </p:nvCxnSpPr>
        <p:spPr>
          <a:xfrm flipH="1" rot="10800000">
            <a:off x="7220431" y="4145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86" name="Google Shape;286;p16"/>
          <p:cNvCxnSpPr/>
          <p:nvPr/>
        </p:nvCxnSpPr>
        <p:spPr>
          <a:xfrm flipH="1">
            <a:off x="7372831" y="4298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87" name="Google Shape;287;p16"/>
          <p:cNvCxnSpPr/>
          <p:nvPr/>
        </p:nvCxnSpPr>
        <p:spPr>
          <a:xfrm flipH="1" rot="10800000">
            <a:off x="5696431" y="4145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88" name="Google Shape;288;p16"/>
          <p:cNvCxnSpPr/>
          <p:nvPr/>
        </p:nvCxnSpPr>
        <p:spPr>
          <a:xfrm flipH="1">
            <a:off x="5848831" y="4298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89" name="Google Shape;289;p16"/>
          <p:cNvSpPr/>
          <p:nvPr/>
        </p:nvSpPr>
        <p:spPr>
          <a:xfrm>
            <a:off x="8034025" y="3329900"/>
            <a:ext cx="353400" cy="58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6147113" y="2507641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91" name="Google Shape;2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3650" y="5570328"/>
            <a:ext cx="756220" cy="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</a:t>
            </a:r>
            <a:r>
              <a:rPr lang="en-US"/>
              <a:t>Element Insertion (Tail)</a:t>
            </a:r>
            <a:endParaRPr/>
          </a:p>
        </p:txBody>
      </p:sp>
      <p:sp>
        <p:nvSpPr>
          <p:cNvPr id="297" name="Google Shape;297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2087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5135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65835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80313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83400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17"/>
          <p:cNvCxnSpPr/>
          <p:nvPr/>
        </p:nvCxnSpPr>
        <p:spPr>
          <a:xfrm>
            <a:off x="8869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17"/>
          <p:cNvCxnSpPr/>
          <p:nvPr/>
        </p:nvCxnSpPr>
        <p:spPr>
          <a:xfrm>
            <a:off x="8260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17"/>
          <p:cNvSpPr txBox="1"/>
          <p:nvPr/>
        </p:nvSpPr>
        <p:spPr>
          <a:xfrm>
            <a:off x="6892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7"/>
          <p:cNvCxnSpPr/>
          <p:nvPr/>
        </p:nvCxnSpPr>
        <p:spPr>
          <a:xfrm>
            <a:off x="7422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17"/>
          <p:cNvCxnSpPr/>
          <p:nvPr/>
        </p:nvCxnSpPr>
        <p:spPr>
          <a:xfrm>
            <a:off x="6812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17"/>
          <p:cNvSpPr txBox="1"/>
          <p:nvPr/>
        </p:nvSpPr>
        <p:spPr>
          <a:xfrm>
            <a:off x="5444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7"/>
          <p:cNvCxnSpPr/>
          <p:nvPr/>
        </p:nvCxnSpPr>
        <p:spPr>
          <a:xfrm>
            <a:off x="5974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17"/>
          <p:cNvCxnSpPr/>
          <p:nvPr/>
        </p:nvCxnSpPr>
        <p:spPr>
          <a:xfrm>
            <a:off x="5364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17"/>
          <p:cNvSpPr txBox="1"/>
          <p:nvPr/>
        </p:nvSpPr>
        <p:spPr>
          <a:xfrm>
            <a:off x="23764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17"/>
          <p:cNvCxnSpPr/>
          <p:nvPr/>
        </p:nvCxnSpPr>
        <p:spPr>
          <a:xfrm>
            <a:off x="29062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17"/>
          <p:cNvCxnSpPr/>
          <p:nvPr/>
        </p:nvCxnSpPr>
        <p:spPr>
          <a:xfrm>
            <a:off x="22966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17"/>
          <p:cNvSpPr txBox="1"/>
          <p:nvPr/>
        </p:nvSpPr>
        <p:spPr>
          <a:xfrm>
            <a:off x="799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7"/>
          <p:cNvCxnSpPr/>
          <p:nvPr/>
        </p:nvCxnSpPr>
        <p:spPr>
          <a:xfrm flipH="1" rot="10800000">
            <a:off x="6001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16" name="Google Shape;316;p17"/>
          <p:cNvCxnSpPr/>
          <p:nvPr/>
        </p:nvCxnSpPr>
        <p:spPr>
          <a:xfrm flipH="1">
            <a:off x="6153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17" name="Google Shape;317;p17"/>
          <p:cNvCxnSpPr/>
          <p:nvPr/>
        </p:nvCxnSpPr>
        <p:spPr>
          <a:xfrm flipH="1" rot="10800000">
            <a:off x="74490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18" name="Google Shape;318;p17"/>
          <p:cNvCxnSpPr/>
          <p:nvPr/>
        </p:nvCxnSpPr>
        <p:spPr>
          <a:xfrm flipH="1">
            <a:off x="76014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19" name="Google Shape;319;p17"/>
          <p:cNvSpPr/>
          <p:nvPr/>
        </p:nvSpPr>
        <p:spPr>
          <a:xfrm>
            <a:off x="639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948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7"/>
          <p:cNvCxnSpPr/>
          <p:nvPr/>
        </p:nvCxnSpPr>
        <p:spPr>
          <a:xfrm>
            <a:off x="1478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17"/>
          <p:cNvCxnSpPr/>
          <p:nvPr/>
        </p:nvCxnSpPr>
        <p:spPr>
          <a:xfrm>
            <a:off x="868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17"/>
          <p:cNvCxnSpPr/>
          <p:nvPr/>
        </p:nvCxnSpPr>
        <p:spPr>
          <a:xfrm rot="10800000">
            <a:off x="561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24" name="Google Shape;324;p17"/>
          <p:cNvSpPr txBox="1"/>
          <p:nvPr/>
        </p:nvSpPr>
        <p:spPr>
          <a:xfrm>
            <a:off x="189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17"/>
          <p:cNvCxnSpPr/>
          <p:nvPr/>
        </p:nvCxnSpPr>
        <p:spPr>
          <a:xfrm flipH="1" rot="10800000">
            <a:off x="1505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26" name="Google Shape;326;p17"/>
          <p:cNvCxnSpPr/>
          <p:nvPr/>
        </p:nvCxnSpPr>
        <p:spPr>
          <a:xfrm flipH="1">
            <a:off x="1657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27" name="Google Shape;327;p17"/>
          <p:cNvSpPr/>
          <p:nvPr/>
        </p:nvSpPr>
        <p:spPr>
          <a:xfrm>
            <a:off x="36328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 txBox="1"/>
          <p:nvPr/>
        </p:nvSpPr>
        <p:spPr>
          <a:xfrm>
            <a:off x="39415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7"/>
          <p:cNvCxnSpPr/>
          <p:nvPr/>
        </p:nvCxnSpPr>
        <p:spPr>
          <a:xfrm>
            <a:off x="44713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17"/>
          <p:cNvCxnSpPr/>
          <p:nvPr/>
        </p:nvCxnSpPr>
        <p:spPr>
          <a:xfrm>
            <a:off x="38617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17"/>
          <p:cNvCxnSpPr/>
          <p:nvPr/>
        </p:nvCxnSpPr>
        <p:spPr>
          <a:xfrm flipH="1" rot="10800000">
            <a:off x="4553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32" name="Google Shape;332;p17"/>
          <p:cNvCxnSpPr/>
          <p:nvPr/>
        </p:nvCxnSpPr>
        <p:spPr>
          <a:xfrm flipH="1">
            <a:off x="4705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33" name="Google Shape;333;p17"/>
          <p:cNvCxnSpPr/>
          <p:nvPr/>
        </p:nvCxnSpPr>
        <p:spPr>
          <a:xfrm flipH="1" rot="10800000">
            <a:off x="3029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34" name="Google Shape;334;p17"/>
          <p:cNvCxnSpPr/>
          <p:nvPr/>
        </p:nvCxnSpPr>
        <p:spPr>
          <a:xfrm flipH="1">
            <a:off x="3181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335" name="Google Shape;3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5" y="4907500"/>
            <a:ext cx="4739575" cy="17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6" name="Google Shape;336;p17"/>
          <p:cNvSpPr/>
          <p:nvPr/>
        </p:nvSpPr>
        <p:spPr>
          <a:xfrm>
            <a:off x="9627325" y="121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 txBox="1"/>
          <p:nvPr/>
        </p:nvSpPr>
        <p:spPr>
          <a:xfrm>
            <a:off x="9936056" y="114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7"/>
          <p:cNvCxnSpPr/>
          <p:nvPr/>
        </p:nvCxnSpPr>
        <p:spPr>
          <a:xfrm>
            <a:off x="104658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17"/>
          <p:cNvCxnSpPr/>
          <p:nvPr/>
        </p:nvCxnSpPr>
        <p:spPr>
          <a:xfrm>
            <a:off x="10549813" y="1380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0" name="Google Shape;340;p17"/>
          <p:cNvSpPr txBox="1"/>
          <p:nvPr/>
        </p:nvSpPr>
        <p:spPr>
          <a:xfrm>
            <a:off x="10447925" y="169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7"/>
          <p:cNvCxnSpPr/>
          <p:nvPr/>
        </p:nvCxnSpPr>
        <p:spPr>
          <a:xfrm>
            <a:off x="98562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2" name="Google Shape;34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79" y="5584144"/>
            <a:ext cx="2594275" cy="96424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7"/>
          <p:cNvSpPr txBox="1"/>
          <p:nvPr/>
        </p:nvSpPr>
        <p:spPr>
          <a:xfrm>
            <a:off x="9791246" y="786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7729088" y="1868606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5" name="Google Shape;345;p17"/>
          <p:cNvSpPr/>
          <p:nvPr/>
        </p:nvSpPr>
        <p:spPr>
          <a:xfrm>
            <a:off x="9097025" y="1437875"/>
            <a:ext cx="705675" cy="939450"/>
          </a:xfrm>
          <a:custGeom>
            <a:rect b="b" l="l" r="r" t="t"/>
            <a:pathLst>
              <a:path extrusionOk="0" h="37578" w="28227">
                <a:moveTo>
                  <a:pt x="28184" y="0"/>
                </a:moveTo>
                <a:cubicBezTo>
                  <a:pt x="27749" y="1740"/>
                  <a:pt x="29228" y="4872"/>
                  <a:pt x="25574" y="10439"/>
                </a:cubicBezTo>
                <a:cubicBezTo>
                  <a:pt x="21921" y="16006"/>
                  <a:pt x="10525" y="28880"/>
                  <a:pt x="6263" y="33403"/>
                </a:cubicBezTo>
                <a:cubicBezTo>
                  <a:pt x="2001" y="37926"/>
                  <a:pt x="1044" y="36882"/>
                  <a:pt x="0" y="3757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346" name="Google Shape;346;p17"/>
          <p:cNvSpPr/>
          <p:nvPr/>
        </p:nvSpPr>
        <p:spPr>
          <a:xfrm>
            <a:off x="8979600" y="1411800"/>
            <a:ext cx="587150" cy="964263"/>
          </a:xfrm>
          <a:custGeom>
            <a:rect b="b" l="l" r="r" t="t"/>
            <a:pathLst>
              <a:path extrusionOk="0" h="35490" w="23486">
                <a:moveTo>
                  <a:pt x="0" y="35490"/>
                </a:moveTo>
                <a:cubicBezTo>
                  <a:pt x="1131" y="32793"/>
                  <a:pt x="2871" y="25225"/>
                  <a:pt x="6785" y="19310"/>
                </a:cubicBezTo>
                <a:cubicBezTo>
                  <a:pt x="10699" y="13395"/>
                  <a:pt x="20703" y="3218"/>
                  <a:pt x="23486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347" name="Google Shape;347;p17"/>
          <p:cNvSpPr txBox="1"/>
          <p:nvPr/>
        </p:nvSpPr>
        <p:spPr>
          <a:xfrm>
            <a:off x="2240100" y="3388925"/>
            <a:ext cx="7509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optimize tail insertions?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7160" y="5235275"/>
            <a:ext cx="791213" cy="38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7"/>
          <p:cNvSpPr/>
          <p:nvPr/>
        </p:nvSpPr>
        <p:spPr>
          <a:xfrm>
            <a:off x="2479175" y="5285350"/>
            <a:ext cx="2178900" cy="298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0300" y="6097375"/>
            <a:ext cx="791225" cy="52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</a:t>
            </a:r>
            <a:r>
              <a:rPr lang="en-US"/>
              <a:t>Node Removal (Head)</a:t>
            </a:r>
            <a:endParaRPr/>
          </a:p>
        </p:txBody>
      </p:sp>
      <p:sp>
        <p:nvSpPr>
          <p:cNvPr id="356" name="Google Shape;356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3687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67359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8183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96315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 txBox="1"/>
          <p:nvPr/>
        </p:nvSpPr>
        <p:spPr>
          <a:xfrm>
            <a:off x="9940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18"/>
          <p:cNvCxnSpPr/>
          <p:nvPr/>
        </p:nvCxnSpPr>
        <p:spPr>
          <a:xfrm>
            <a:off x="10470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18"/>
          <p:cNvCxnSpPr/>
          <p:nvPr/>
        </p:nvCxnSpPr>
        <p:spPr>
          <a:xfrm>
            <a:off x="105539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64" name="Google Shape;364;p18"/>
          <p:cNvSpPr txBox="1"/>
          <p:nvPr/>
        </p:nvSpPr>
        <p:spPr>
          <a:xfrm>
            <a:off x="104521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18"/>
          <p:cNvCxnSpPr/>
          <p:nvPr/>
        </p:nvCxnSpPr>
        <p:spPr>
          <a:xfrm>
            <a:off x="9860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18"/>
          <p:cNvSpPr txBox="1"/>
          <p:nvPr/>
        </p:nvSpPr>
        <p:spPr>
          <a:xfrm>
            <a:off x="8492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18"/>
          <p:cNvCxnSpPr/>
          <p:nvPr/>
        </p:nvCxnSpPr>
        <p:spPr>
          <a:xfrm>
            <a:off x="9022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18"/>
          <p:cNvCxnSpPr/>
          <p:nvPr/>
        </p:nvCxnSpPr>
        <p:spPr>
          <a:xfrm>
            <a:off x="8412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18"/>
          <p:cNvSpPr txBox="1"/>
          <p:nvPr/>
        </p:nvSpPr>
        <p:spPr>
          <a:xfrm>
            <a:off x="7044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18"/>
          <p:cNvCxnSpPr/>
          <p:nvPr/>
        </p:nvCxnSpPr>
        <p:spPr>
          <a:xfrm>
            <a:off x="7574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18"/>
          <p:cNvCxnSpPr/>
          <p:nvPr/>
        </p:nvCxnSpPr>
        <p:spPr>
          <a:xfrm>
            <a:off x="6964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18"/>
          <p:cNvSpPr txBox="1"/>
          <p:nvPr/>
        </p:nvSpPr>
        <p:spPr>
          <a:xfrm>
            <a:off x="39766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8"/>
          <p:cNvCxnSpPr/>
          <p:nvPr/>
        </p:nvCxnSpPr>
        <p:spPr>
          <a:xfrm>
            <a:off x="45064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18"/>
          <p:cNvCxnSpPr/>
          <p:nvPr/>
        </p:nvCxnSpPr>
        <p:spPr>
          <a:xfrm>
            <a:off x="38968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18"/>
          <p:cNvSpPr txBox="1"/>
          <p:nvPr/>
        </p:nvSpPr>
        <p:spPr>
          <a:xfrm>
            <a:off x="3847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18"/>
          <p:cNvCxnSpPr/>
          <p:nvPr/>
        </p:nvCxnSpPr>
        <p:spPr>
          <a:xfrm flipH="1" rot="10800000">
            <a:off x="7601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77" name="Google Shape;377;p18"/>
          <p:cNvCxnSpPr/>
          <p:nvPr/>
        </p:nvCxnSpPr>
        <p:spPr>
          <a:xfrm flipH="1">
            <a:off x="7753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78" name="Google Shape;378;p18"/>
          <p:cNvCxnSpPr/>
          <p:nvPr/>
        </p:nvCxnSpPr>
        <p:spPr>
          <a:xfrm flipH="1" rot="10800000">
            <a:off x="9049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79" name="Google Shape;379;p18"/>
          <p:cNvCxnSpPr/>
          <p:nvPr/>
        </p:nvCxnSpPr>
        <p:spPr>
          <a:xfrm flipH="1">
            <a:off x="9201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80" name="Google Shape;380;p18"/>
          <p:cNvSpPr txBox="1"/>
          <p:nvPr/>
        </p:nvSpPr>
        <p:spPr>
          <a:xfrm>
            <a:off x="97150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52330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 txBox="1"/>
          <p:nvPr/>
        </p:nvSpPr>
        <p:spPr>
          <a:xfrm>
            <a:off x="55417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18"/>
          <p:cNvCxnSpPr/>
          <p:nvPr/>
        </p:nvCxnSpPr>
        <p:spPr>
          <a:xfrm>
            <a:off x="60715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18"/>
          <p:cNvCxnSpPr/>
          <p:nvPr/>
        </p:nvCxnSpPr>
        <p:spPr>
          <a:xfrm>
            <a:off x="54619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18"/>
          <p:cNvCxnSpPr/>
          <p:nvPr/>
        </p:nvCxnSpPr>
        <p:spPr>
          <a:xfrm flipH="1" rot="10800000">
            <a:off x="6153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86" name="Google Shape;386;p18"/>
          <p:cNvCxnSpPr/>
          <p:nvPr/>
        </p:nvCxnSpPr>
        <p:spPr>
          <a:xfrm flipH="1">
            <a:off x="6306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87" name="Google Shape;387;p18"/>
          <p:cNvCxnSpPr/>
          <p:nvPr/>
        </p:nvCxnSpPr>
        <p:spPr>
          <a:xfrm flipH="1" rot="10800000">
            <a:off x="4629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88" name="Google Shape;388;p18"/>
          <p:cNvCxnSpPr/>
          <p:nvPr/>
        </p:nvCxnSpPr>
        <p:spPr>
          <a:xfrm flipH="1">
            <a:off x="4782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389" name="Google Shape;3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50" y="4033975"/>
            <a:ext cx="3084225" cy="2446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0" name="Google Shape;390;p18"/>
          <p:cNvSpPr/>
          <p:nvPr/>
        </p:nvSpPr>
        <p:spPr>
          <a:xfrm>
            <a:off x="615400" y="6112450"/>
            <a:ext cx="2842200" cy="2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 txBox="1"/>
          <p:nvPr/>
        </p:nvSpPr>
        <p:spPr>
          <a:xfrm>
            <a:off x="3691825" y="4911275"/>
            <a:ext cx="7509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case when list becomes empty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2964500" y="4728575"/>
            <a:ext cx="143400" cy="1004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18"/>
          <p:cNvCxnSpPr/>
          <p:nvPr/>
        </p:nvCxnSpPr>
        <p:spPr>
          <a:xfrm rot="10800000">
            <a:off x="3609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94" name="Google Shape;394;p18"/>
          <p:cNvSpPr txBox="1"/>
          <p:nvPr/>
        </p:nvSpPr>
        <p:spPr>
          <a:xfrm>
            <a:off x="3237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2088" y="5911819"/>
            <a:ext cx="756225" cy="500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</a:t>
            </a:r>
            <a:r>
              <a:rPr lang="en-US"/>
              <a:t>Node Removal (Middle)</a:t>
            </a:r>
            <a:endParaRPr/>
          </a:p>
        </p:txBody>
      </p:sp>
      <p:sp>
        <p:nvSpPr>
          <p:cNvPr id="401" name="Google Shape;401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2" name="Google Shape;4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00" y="5290825"/>
            <a:ext cx="3741175" cy="1065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3" name="Google Shape;403;p19"/>
          <p:cNvSpPr/>
          <p:nvPr/>
        </p:nvSpPr>
        <p:spPr>
          <a:xfrm>
            <a:off x="2849700" y="29369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58977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73455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8793300" y="29369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91020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19"/>
          <p:cNvCxnSpPr/>
          <p:nvPr/>
        </p:nvCxnSpPr>
        <p:spPr>
          <a:xfrm>
            <a:off x="96318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19"/>
          <p:cNvCxnSpPr/>
          <p:nvPr/>
        </p:nvCxnSpPr>
        <p:spPr>
          <a:xfrm>
            <a:off x="9715788" y="3097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10" name="Google Shape;410;p19"/>
          <p:cNvSpPr txBox="1"/>
          <p:nvPr/>
        </p:nvSpPr>
        <p:spPr>
          <a:xfrm>
            <a:off x="9613900" y="34086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19"/>
          <p:cNvCxnSpPr/>
          <p:nvPr/>
        </p:nvCxnSpPr>
        <p:spPr>
          <a:xfrm>
            <a:off x="9022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19"/>
          <p:cNvSpPr txBox="1"/>
          <p:nvPr/>
        </p:nvSpPr>
        <p:spPr>
          <a:xfrm>
            <a:off x="76542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19"/>
          <p:cNvCxnSpPr/>
          <p:nvPr/>
        </p:nvCxnSpPr>
        <p:spPr>
          <a:xfrm>
            <a:off x="81840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19"/>
          <p:cNvCxnSpPr/>
          <p:nvPr/>
        </p:nvCxnSpPr>
        <p:spPr>
          <a:xfrm>
            <a:off x="75744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19"/>
          <p:cNvSpPr txBox="1"/>
          <p:nvPr/>
        </p:nvSpPr>
        <p:spPr>
          <a:xfrm>
            <a:off x="62064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19"/>
          <p:cNvCxnSpPr/>
          <p:nvPr/>
        </p:nvCxnSpPr>
        <p:spPr>
          <a:xfrm>
            <a:off x="6736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19"/>
          <p:cNvCxnSpPr/>
          <p:nvPr/>
        </p:nvCxnSpPr>
        <p:spPr>
          <a:xfrm>
            <a:off x="61266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19"/>
          <p:cNvSpPr txBox="1"/>
          <p:nvPr/>
        </p:nvSpPr>
        <p:spPr>
          <a:xfrm>
            <a:off x="3138448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19"/>
          <p:cNvCxnSpPr/>
          <p:nvPr/>
        </p:nvCxnSpPr>
        <p:spPr>
          <a:xfrm>
            <a:off x="36682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19"/>
          <p:cNvCxnSpPr/>
          <p:nvPr/>
        </p:nvCxnSpPr>
        <p:spPr>
          <a:xfrm>
            <a:off x="30586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19"/>
          <p:cNvSpPr txBox="1"/>
          <p:nvPr/>
        </p:nvSpPr>
        <p:spPr>
          <a:xfrm>
            <a:off x="30094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19"/>
          <p:cNvCxnSpPr/>
          <p:nvPr/>
        </p:nvCxnSpPr>
        <p:spPr>
          <a:xfrm flipH="1" rot="10800000">
            <a:off x="6763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3" name="Google Shape;423;p19"/>
          <p:cNvCxnSpPr/>
          <p:nvPr/>
        </p:nvCxnSpPr>
        <p:spPr>
          <a:xfrm flipH="1" rot="10800000">
            <a:off x="8211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4" name="Google Shape;424;p19"/>
          <p:cNvCxnSpPr/>
          <p:nvPr/>
        </p:nvCxnSpPr>
        <p:spPr>
          <a:xfrm flipH="1">
            <a:off x="83634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25" name="Google Shape;425;p19"/>
          <p:cNvSpPr txBox="1"/>
          <p:nvPr/>
        </p:nvSpPr>
        <p:spPr>
          <a:xfrm>
            <a:off x="88768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4394850" y="29342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 txBox="1"/>
          <p:nvPr/>
        </p:nvSpPr>
        <p:spPr>
          <a:xfrm>
            <a:off x="4703581" y="28606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p19"/>
          <p:cNvCxnSpPr/>
          <p:nvPr/>
        </p:nvCxnSpPr>
        <p:spPr>
          <a:xfrm>
            <a:off x="5233350" y="29342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19"/>
          <p:cNvCxnSpPr/>
          <p:nvPr/>
        </p:nvCxnSpPr>
        <p:spPr>
          <a:xfrm>
            <a:off x="4623750" y="28971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19"/>
          <p:cNvCxnSpPr/>
          <p:nvPr/>
        </p:nvCxnSpPr>
        <p:spPr>
          <a:xfrm flipH="1">
            <a:off x="5467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31" name="Google Shape;431;p19"/>
          <p:cNvCxnSpPr/>
          <p:nvPr/>
        </p:nvCxnSpPr>
        <p:spPr>
          <a:xfrm flipH="1" rot="10800000">
            <a:off x="37914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32" name="Google Shape;432;p19"/>
          <p:cNvCxnSpPr/>
          <p:nvPr/>
        </p:nvCxnSpPr>
        <p:spPr>
          <a:xfrm flipH="1">
            <a:off x="3943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33" name="Google Shape;433;p19"/>
          <p:cNvCxnSpPr/>
          <p:nvPr/>
        </p:nvCxnSpPr>
        <p:spPr>
          <a:xfrm rot="10800000">
            <a:off x="2771563" y="2651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34" name="Google Shape;434;p19"/>
          <p:cNvSpPr txBox="1"/>
          <p:nvPr/>
        </p:nvSpPr>
        <p:spPr>
          <a:xfrm>
            <a:off x="2399075" y="22162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 txBox="1"/>
          <p:nvPr/>
        </p:nvSpPr>
        <p:spPr>
          <a:xfrm>
            <a:off x="4394850" y="1518775"/>
            <a:ext cx="415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the node at index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5656671" y="2708200"/>
            <a:ext cx="1452100" cy="756250"/>
          </a:xfrm>
          <a:custGeom>
            <a:rect b="b" l="l" r="r" t="t"/>
            <a:pathLst>
              <a:path extrusionOk="0" h="30250" w="58084">
                <a:moveTo>
                  <a:pt x="18550" y="1305"/>
                </a:moveTo>
                <a:cubicBezTo>
                  <a:pt x="11591" y="2349"/>
                  <a:pt x="7416" y="3306"/>
                  <a:pt x="4458" y="6524"/>
                </a:cubicBezTo>
                <a:cubicBezTo>
                  <a:pt x="1501" y="9743"/>
                  <a:pt x="-1457" y="16702"/>
                  <a:pt x="805" y="20616"/>
                </a:cubicBezTo>
                <a:cubicBezTo>
                  <a:pt x="3067" y="24531"/>
                  <a:pt x="10460" y="29054"/>
                  <a:pt x="18028" y="30011"/>
                </a:cubicBezTo>
                <a:cubicBezTo>
                  <a:pt x="25596" y="30968"/>
                  <a:pt x="39688" y="28097"/>
                  <a:pt x="46212" y="26357"/>
                </a:cubicBezTo>
                <a:cubicBezTo>
                  <a:pt x="52736" y="24617"/>
                  <a:pt x="55519" y="23225"/>
                  <a:pt x="57172" y="19572"/>
                </a:cubicBezTo>
                <a:cubicBezTo>
                  <a:pt x="58825" y="15919"/>
                  <a:pt x="57955" y="7656"/>
                  <a:pt x="56128" y="4437"/>
                </a:cubicBezTo>
                <a:cubicBezTo>
                  <a:pt x="54301" y="1219"/>
                  <a:pt x="52475" y="783"/>
                  <a:pt x="46212" y="261"/>
                </a:cubicBezTo>
                <a:cubicBezTo>
                  <a:pt x="39949" y="-261"/>
                  <a:pt x="25509" y="261"/>
                  <a:pt x="18550" y="130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7" name="Google Shape;437;p19"/>
          <p:cNvSpPr/>
          <p:nvPr/>
        </p:nvSpPr>
        <p:spPr>
          <a:xfrm>
            <a:off x="5339225" y="2522931"/>
            <a:ext cx="2061575" cy="483300"/>
          </a:xfrm>
          <a:custGeom>
            <a:rect b="b" l="l" r="r" t="t"/>
            <a:pathLst>
              <a:path extrusionOk="0" h="19332" w="82463">
                <a:moveTo>
                  <a:pt x="0" y="19333"/>
                </a:moveTo>
                <a:cubicBezTo>
                  <a:pt x="1653" y="17419"/>
                  <a:pt x="3305" y="11070"/>
                  <a:pt x="9916" y="7851"/>
                </a:cubicBezTo>
                <a:cubicBezTo>
                  <a:pt x="16527" y="4633"/>
                  <a:pt x="29141" y="-65"/>
                  <a:pt x="39666" y="22"/>
                </a:cubicBezTo>
                <a:cubicBezTo>
                  <a:pt x="50191" y="109"/>
                  <a:pt x="65935" y="5503"/>
                  <a:pt x="73068" y="8373"/>
                </a:cubicBezTo>
                <a:cubicBezTo>
                  <a:pt x="80201" y="11244"/>
                  <a:pt x="80897" y="15766"/>
                  <a:pt x="82463" y="172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438" name="Google Shape;438;p19"/>
          <p:cNvSpPr/>
          <p:nvPr/>
        </p:nvSpPr>
        <p:spPr>
          <a:xfrm>
            <a:off x="5391400" y="3149775"/>
            <a:ext cx="2035500" cy="430300"/>
          </a:xfrm>
          <a:custGeom>
            <a:rect b="b" l="l" r="r" t="t"/>
            <a:pathLst>
              <a:path extrusionOk="0" h="17212" w="81420">
                <a:moveTo>
                  <a:pt x="81420" y="0"/>
                </a:moveTo>
                <a:cubicBezTo>
                  <a:pt x="79506" y="1392"/>
                  <a:pt x="74460" y="5915"/>
                  <a:pt x="69937" y="8351"/>
                </a:cubicBezTo>
                <a:cubicBezTo>
                  <a:pt x="65414" y="10787"/>
                  <a:pt x="60717" y="13222"/>
                  <a:pt x="54280" y="14614"/>
                </a:cubicBezTo>
                <a:cubicBezTo>
                  <a:pt x="47843" y="16006"/>
                  <a:pt x="40362" y="18180"/>
                  <a:pt x="31315" y="16701"/>
                </a:cubicBezTo>
                <a:cubicBezTo>
                  <a:pt x="22268" y="15222"/>
                  <a:pt x="5219" y="7568"/>
                  <a:pt x="0" y="574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439" name="Google Shape;439;p19"/>
          <p:cNvSpPr txBox="1"/>
          <p:nvPr/>
        </p:nvSpPr>
        <p:spPr>
          <a:xfrm>
            <a:off x="5600175" y="3945700"/>
            <a:ext cx="295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collected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</a:t>
            </a:r>
            <a:r>
              <a:rPr lang="en-US"/>
              <a:t>Node Removal (Tail)</a:t>
            </a:r>
            <a:endParaRPr/>
          </a:p>
        </p:txBody>
      </p:sp>
      <p:sp>
        <p:nvSpPr>
          <p:cNvPr id="445" name="Google Shape;445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6" name="Google Shape;4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25" y="4818175"/>
            <a:ext cx="4591050" cy="1647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7" name="Google Shape;447;p20"/>
          <p:cNvSpPr/>
          <p:nvPr/>
        </p:nvSpPr>
        <p:spPr>
          <a:xfrm>
            <a:off x="2849700" y="24797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58977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7345500" y="24797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 txBox="1"/>
          <p:nvPr/>
        </p:nvSpPr>
        <p:spPr>
          <a:xfrm>
            <a:off x="76542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20"/>
          <p:cNvCxnSpPr/>
          <p:nvPr/>
        </p:nvCxnSpPr>
        <p:spPr>
          <a:xfrm>
            <a:off x="81840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20"/>
          <p:cNvCxnSpPr/>
          <p:nvPr/>
        </p:nvCxnSpPr>
        <p:spPr>
          <a:xfrm>
            <a:off x="75744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20"/>
          <p:cNvSpPr txBox="1"/>
          <p:nvPr/>
        </p:nvSpPr>
        <p:spPr>
          <a:xfrm>
            <a:off x="62064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" name="Google Shape;454;p20"/>
          <p:cNvCxnSpPr/>
          <p:nvPr/>
        </p:nvCxnSpPr>
        <p:spPr>
          <a:xfrm>
            <a:off x="6736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20"/>
          <p:cNvCxnSpPr/>
          <p:nvPr/>
        </p:nvCxnSpPr>
        <p:spPr>
          <a:xfrm>
            <a:off x="61266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20"/>
          <p:cNvSpPr txBox="1"/>
          <p:nvPr/>
        </p:nvSpPr>
        <p:spPr>
          <a:xfrm>
            <a:off x="3138448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7" name="Google Shape;457;p20"/>
          <p:cNvCxnSpPr/>
          <p:nvPr/>
        </p:nvCxnSpPr>
        <p:spPr>
          <a:xfrm>
            <a:off x="36682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20"/>
          <p:cNvCxnSpPr/>
          <p:nvPr/>
        </p:nvCxnSpPr>
        <p:spPr>
          <a:xfrm>
            <a:off x="30586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20"/>
          <p:cNvSpPr txBox="1"/>
          <p:nvPr/>
        </p:nvSpPr>
        <p:spPr>
          <a:xfrm>
            <a:off x="30094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20"/>
          <p:cNvCxnSpPr/>
          <p:nvPr/>
        </p:nvCxnSpPr>
        <p:spPr>
          <a:xfrm flipH="1" rot="10800000">
            <a:off x="67632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61" name="Google Shape;461;p20"/>
          <p:cNvCxnSpPr/>
          <p:nvPr/>
        </p:nvCxnSpPr>
        <p:spPr>
          <a:xfrm flipH="1">
            <a:off x="69156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62" name="Google Shape;462;p20"/>
          <p:cNvSpPr txBox="1"/>
          <p:nvPr/>
        </p:nvSpPr>
        <p:spPr>
          <a:xfrm>
            <a:off x="75052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4394850" y="24770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 txBox="1"/>
          <p:nvPr/>
        </p:nvSpPr>
        <p:spPr>
          <a:xfrm>
            <a:off x="4703581" y="24034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5" name="Google Shape;465;p20"/>
          <p:cNvCxnSpPr/>
          <p:nvPr/>
        </p:nvCxnSpPr>
        <p:spPr>
          <a:xfrm>
            <a:off x="5233350" y="24770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20"/>
          <p:cNvCxnSpPr/>
          <p:nvPr/>
        </p:nvCxnSpPr>
        <p:spPr>
          <a:xfrm>
            <a:off x="4623750" y="24399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20"/>
          <p:cNvCxnSpPr/>
          <p:nvPr/>
        </p:nvCxnSpPr>
        <p:spPr>
          <a:xfrm flipH="1" rot="10800000">
            <a:off x="5315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68" name="Google Shape;468;p20"/>
          <p:cNvCxnSpPr/>
          <p:nvPr/>
        </p:nvCxnSpPr>
        <p:spPr>
          <a:xfrm flipH="1">
            <a:off x="5467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69" name="Google Shape;469;p20"/>
          <p:cNvCxnSpPr/>
          <p:nvPr/>
        </p:nvCxnSpPr>
        <p:spPr>
          <a:xfrm flipH="1" rot="10800000">
            <a:off x="3791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70" name="Google Shape;470;p20"/>
          <p:cNvCxnSpPr/>
          <p:nvPr/>
        </p:nvCxnSpPr>
        <p:spPr>
          <a:xfrm flipH="1">
            <a:off x="3943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71" name="Google Shape;471;p20"/>
          <p:cNvCxnSpPr/>
          <p:nvPr/>
        </p:nvCxnSpPr>
        <p:spPr>
          <a:xfrm rot="10800000">
            <a:off x="2771563" y="2194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72" name="Google Shape;472;p20"/>
          <p:cNvSpPr txBox="1"/>
          <p:nvPr/>
        </p:nvSpPr>
        <p:spPr>
          <a:xfrm>
            <a:off x="2399075" y="17590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446250" y="5863750"/>
            <a:ext cx="4449300" cy="19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20"/>
          <p:cNvCxnSpPr/>
          <p:nvPr/>
        </p:nvCxnSpPr>
        <p:spPr>
          <a:xfrm>
            <a:off x="8254940" y="265164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75" name="Google Shape;475;p20"/>
          <p:cNvSpPr txBox="1"/>
          <p:nvPr/>
        </p:nvSpPr>
        <p:spPr>
          <a:xfrm>
            <a:off x="8153052" y="296244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 txBox="1"/>
          <p:nvPr/>
        </p:nvSpPr>
        <p:spPr>
          <a:xfrm>
            <a:off x="3453775" y="3470663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optimize tail deletions?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 txBox="1"/>
          <p:nvPr/>
        </p:nvSpPr>
        <p:spPr>
          <a:xfrm>
            <a:off x="7976225" y="5241900"/>
            <a:ext cx="3237900" cy="800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27B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tail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000">
                <a:solidFill>
                  <a:srgbClr val="C27B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tail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>
                <a:solidFill>
                  <a:srgbClr val="C27B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prev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20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27B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tail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>
                <a:solidFill>
                  <a:srgbClr val="C27B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000">
                <a:solidFill>
                  <a:srgbClr val="6D9E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20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5313125" y="5537550"/>
            <a:ext cx="2387700" cy="37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9" name="Google Shape;47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0114" y="5866126"/>
            <a:ext cx="756219" cy="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7050" y="6042294"/>
            <a:ext cx="756225" cy="500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Doubly Linked Lists – Continued</a:t>
            </a:r>
            <a:endParaRPr/>
          </a:p>
        </p:txBody>
      </p:sp>
      <p:sp>
        <p:nvSpPr>
          <p:cNvPr id="486" name="Google Shape;486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600"/>
              <a:t>DLLs provide efficient node insertions and deletions on the head and tail. But…</a:t>
            </a:r>
            <a:endParaRPr sz="2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Problem in Traditional DLLs: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9144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, insertions and deletions require extra handling.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When inserting at the beginning,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must be updated explicitly.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Edge cases exist when deleting the first or last node.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487" name="Google Shape;487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Dummy Headed Circular DLLs</a:t>
            </a:r>
            <a:endParaRPr/>
          </a:p>
        </p:txBody>
      </p:sp>
      <p:sp>
        <p:nvSpPr>
          <p:cNvPr id="493" name="Google Shape;493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Almost same as DLLs, except: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DLL has a dummy head (a head containing null as the element)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head.prev</a:t>
            </a:r>
            <a:r>
              <a:rPr lang="en-US"/>
              <a:t> points to tail,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tail.next</a:t>
            </a:r>
            <a:r>
              <a:rPr lang="en-US"/>
              <a:t> points to head.</a:t>
            </a:r>
            <a:endParaRPr/>
          </a:p>
        </p:txBody>
      </p:sp>
      <p:sp>
        <p:nvSpPr>
          <p:cNvPr id="494" name="Google Shape;494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5" name="Google Shape;495;p22"/>
          <p:cNvSpPr/>
          <p:nvPr/>
        </p:nvSpPr>
        <p:spPr>
          <a:xfrm>
            <a:off x="41409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55887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70365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8484325" y="44197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2"/>
          <p:cNvSpPr txBox="1"/>
          <p:nvPr/>
        </p:nvSpPr>
        <p:spPr>
          <a:xfrm>
            <a:off x="87930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22"/>
          <p:cNvCxnSpPr/>
          <p:nvPr/>
        </p:nvCxnSpPr>
        <p:spPr>
          <a:xfrm>
            <a:off x="93228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22"/>
          <p:cNvCxnSpPr/>
          <p:nvPr/>
        </p:nvCxnSpPr>
        <p:spPr>
          <a:xfrm>
            <a:off x="9406813" y="45806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02" name="Google Shape;502;p22"/>
          <p:cNvSpPr txBox="1"/>
          <p:nvPr/>
        </p:nvSpPr>
        <p:spPr>
          <a:xfrm>
            <a:off x="9304925" y="48914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22"/>
          <p:cNvCxnSpPr/>
          <p:nvPr/>
        </p:nvCxnSpPr>
        <p:spPr>
          <a:xfrm>
            <a:off x="87132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22"/>
          <p:cNvSpPr txBox="1"/>
          <p:nvPr/>
        </p:nvSpPr>
        <p:spPr>
          <a:xfrm>
            <a:off x="73452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5" name="Google Shape;505;p22"/>
          <p:cNvCxnSpPr/>
          <p:nvPr/>
        </p:nvCxnSpPr>
        <p:spPr>
          <a:xfrm>
            <a:off x="78750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22"/>
          <p:cNvCxnSpPr/>
          <p:nvPr/>
        </p:nvCxnSpPr>
        <p:spPr>
          <a:xfrm>
            <a:off x="72654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22"/>
          <p:cNvSpPr txBox="1"/>
          <p:nvPr/>
        </p:nvSpPr>
        <p:spPr>
          <a:xfrm>
            <a:off x="58974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Google Shape;508;p22"/>
          <p:cNvCxnSpPr/>
          <p:nvPr/>
        </p:nvCxnSpPr>
        <p:spPr>
          <a:xfrm>
            <a:off x="64272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22"/>
          <p:cNvCxnSpPr/>
          <p:nvPr/>
        </p:nvCxnSpPr>
        <p:spPr>
          <a:xfrm>
            <a:off x="58176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22"/>
          <p:cNvSpPr txBox="1"/>
          <p:nvPr/>
        </p:nvSpPr>
        <p:spPr>
          <a:xfrm>
            <a:off x="4429673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1" name="Google Shape;511;p22"/>
          <p:cNvCxnSpPr/>
          <p:nvPr/>
        </p:nvCxnSpPr>
        <p:spPr>
          <a:xfrm>
            <a:off x="4959442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22"/>
          <p:cNvCxnSpPr/>
          <p:nvPr/>
        </p:nvCxnSpPr>
        <p:spPr>
          <a:xfrm>
            <a:off x="4349842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22"/>
          <p:cNvSpPr txBox="1"/>
          <p:nvPr/>
        </p:nvSpPr>
        <p:spPr>
          <a:xfrm>
            <a:off x="2852871" y="39452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4" name="Google Shape;514;p22"/>
          <p:cNvCxnSpPr/>
          <p:nvPr/>
        </p:nvCxnSpPr>
        <p:spPr>
          <a:xfrm flipH="1">
            <a:off x="51588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15" name="Google Shape;515;p22"/>
          <p:cNvCxnSpPr/>
          <p:nvPr/>
        </p:nvCxnSpPr>
        <p:spPr>
          <a:xfrm flipH="1" rot="10800000">
            <a:off x="64542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16" name="Google Shape;516;p22"/>
          <p:cNvCxnSpPr/>
          <p:nvPr/>
        </p:nvCxnSpPr>
        <p:spPr>
          <a:xfrm flipH="1">
            <a:off x="66066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17" name="Google Shape;517;p22"/>
          <p:cNvCxnSpPr/>
          <p:nvPr/>
        </p:nvCxnSpPr>
        <p:spPr>
          <a:xfrm flipH="1" rot="10800000">
            <a:off x="79020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18" name="Google Shape;518;p22"/>
          <p:cNvCxnSpPr/>
          <p:nvPr/>
        </p:nvCxnSpPr>
        <p:spPr>
          <a:xfrm flipH="1">
            <a:off x="80544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19" name="Google Shape;519;p22"/>
          <p:cNvSpPr txBox="1"/>
          <p:nvPr/>
        </p:nvSpPr>
        <p:spPr>
          <a:xfrm>
            <a:off x="8644071" y="39452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2693125" y="44197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 txBox="1"/>
          <p:nvPr/>
        </p:nvSpPr>
        <p:spPr>
          <a:xfrm>
            <a:off x="2949693" y="43461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22"/>
          <p:cNvCxnSpPr/>
          <p:nvPr/>
        </p:nvCxnSpPr>
        <p:spPr>
          <a:xfrm>
            <a:off x="35316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22"/>
          <p:cNvCxnSpPr/>
          <p:nvPr/>
        </p:nvCxnSpPr>
        <p:spPr>
          <a:xfrm>
            <a:off x="29220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22"/>
          <p:cNvCxnSpPr/>
          <p:nvPr/>
        </p:nvCxnSpPr>
        <p:spPr>
          <a:xfrm rot="10800000">
            <a:off x="2614988" y="41346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25" name="Google Shape;525;p22"/>
          <p:cNvSpPr txBox="1"/>
          <p:nvPr/>
        </p:nvSpPr>
        <p:spPr>
          <a:xfrm>
            <a:off x="2242500" y="36990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22"/>
          <p:cNvCxnSpPr/>
          <p:nvPr/>
        </p:nvCxnSpPr>
        <p:spPr>
          <a:xfrm flipH="1" rot="10800000">
            <a:off x="35586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27" name="Google Shape;527;p22"/>
          <p:cNvCxnSpPr/>
          <p:nvPr/>
        </p:nvCxnSpPr>
        <p:spPr>
          <a:xfrm flipH="1" rot="10800000">
            <a:off x="50064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28" name="Google Shape;528;p22"/>
          <p:cNvCxnSpPr/>
          <p:nvPr/>
        </p:nvCxnSpPr>
        <p:spPr>
          <a:xfrm flipH="1">
            <a:off x="37110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Dummy Headed Circular DLLs</a:t>
            </a:r>
            <a:endParaRPr/>
          </a:p>
        </p:txBody>
      </p:sp>
      <p:sp>
        <p:nvSpPr>
          <p:cNvPr id="534" name="Google Shape;534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Almost same as DLLs, except: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DLL has a dummy head (a head containing null as the element)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head.prev</a:t>
            </a:r>
            <a:r>
              <a:rPr lang="en-US"/>
              <a:t> points to tail,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tail.next</a:t>
            </a:r>
            <a:r>
              <a:rPr lang="en-US"/>
              <a:t> points to head.</a:t>
            </a:r>
            <a:endParaRPr/>
          </a:p>
        </p:txBody>
      </p:sp>
      <p:sp>
        <p:nvSpPr>
          <p:cNvPr id="535" name="Google Shape;535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6" name="Google Shape;536;p23"/>
          <p:cNvSpPr/>
          <p:nvPr/>
        </p:nvSpPr>
        <p:spPr>
          <a:xfrm>
            <a:off x="41409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55887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70365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8484325" y="44197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 txBox="1"/>
          <p:nvPr/>
        </p:nvSpPr>
        <p:spPr>
          <a:xfrm>
            <a:off x="87930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1" name="Google Shape;541;p23"/>
          <p:cNvCxnSpPr/>
          <p:nvPr/>
        </p:nvCxnSpPr>
        <p:spPr>
          <a:xfrm>
            <a:off x="93228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23"/>
          <p:cNvCxnSpPr/>
          <p:nvPr/>
        </p:nvCxnSpPr>
        <p:spPr>
          <a:xfrm>
            <a:off x="9406813" y="45806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43" name="Google Shape;543;p23"/>
          <p:cNvSpPr txBox="1"/>
          <p:nvPr/>
        </p:nvSpPr>
        <p:spPr>
          <a:xfrm>
            <a:off x="9304925" y="48914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4" name="Google Shape;544;p23"/>
          <p:cNvCxnSpPr/>
          <p:nvPr/>
        </p:nvCxnSpPr>
        <p:spPr>
          <a:xfrm>
            <a:off x="87132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23"/>
          <p:cNvSpPr txBox="1"/>
          <p:nvPr/>
        </p:nvSpPr>
        <p:spPr>
          <a:xfrm>
            <a:off x="73452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23"/>
          <p:cNvCxnSpPr/>
          <p:nvPr/>
        </p:nvCxnSpPr>
        <p:spPr>
          <a:xfrm>
            <a:off x="78750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23"/>
          <p:cNvCxnSpPr/>
          <p:nvPr/>
        </p:nvCxnSpPr>
        <p:spPr>
          <a:xfrm>
            <a:off x="72654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23"/>
          <p:cNvSpPr txBox="1"/>
          <p:nvPr/>
        </p:nvSpPr>
        <p:spPr>
          <a:xfrm>
            <a:off x="58974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p23"/>
          <p:cNvCxnSpPr/>
          <p:nvPr/>
        </p:nvCxnSpPr>
        <p:spPr>
          <a:xfrm>
            <a:off x="64272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23"/>
          <p:cNvCxnSpPr/>
          <p:nvPr/>
        </p:nvCxnSpPr>
        <p:spPr>
          <a:xfrm>
            <a:off x="58176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23"/>
          <p:cNvSpPr txBox="1"/>
          <p:nvPr/>
        </p:nvSpPr>
        <p:spPr>
          <a:xfrm>
            <a:off x="4429673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23"/>
          <p:cNvCxnSpPr/>
          <p:nvPr/>
        </p:nvCxnSpPr>
        <p:spPr>
          <a:xfrm>
            <a:off x="4959442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23"/>
          <p:cNvCxnSpPr/>
          <p:nvPr/>
        </p:nvCxnSpPr>
        <p:spPr>
          <a:xfrm>
            <a:off x="4349842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" name="Google Shape;554;p23"/>
          <p:cNvSpPr txBox="1"/>
          <p:nvPr/>
        </p:nvSpPr>
        <p:spPr>
          <a:xfrm>
            <a:off x="2852871" y="39452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23"/>
          <p:cNvCxnSpPr/>
          <p:nvPr/>
        </p:nvCxnSpPr>
        <p:spPr>
          <a:xfrm flipH="1">
            <a:off x="51588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56" name="Google Shape;556;p23"/>
          <p:cNvCxnSpPr/>
          <p:nvPr/>
        </p:nvCxnSpPr>
        <p:spPr>
          <a:xfrm flipH="1" rot="10800000">
            <a:off x="64542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57" name="Google Shape;557;p23"/>
          <p:cNvCxnSpPr/>
          <p:nvPr/>
        </p:nvCxnSpPr>
        <p:spPr>
          <a:xfrm flipH="1">
            <a:off x="66066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58" name="Google Shape;558;p23"/>
          <p:cNvCxnSpPr/>
          <p:nvPr/>
        </p:nvCxnSpPr>
        <p:spPr>
          <a:xfrm flipH="1" rot="10800000">
            <a:off x="79020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59" name="Google Shape;559;p23"/>
          <p:cNvCxnSpPr/>
          <p:nvPr/>
        </p:nvCxnSpPr>
        <p:spPr>
          <a:xfrm flipH="1">
            <a:off x="80544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60" name="Google Shape;560;p23"/>
          <p:cNvSpPr txBox="1"/>
          <p:nvPr/>
        </p:nvSpPr>
        <p:spPr>
          <a:xfrm>
            <a:off x="8644071" y="39452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2693125" y="44197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2" name="Google Shape;562;p23"/>
          <p:cNvCxnSpPr/>
          <p:nvPr/>
        </p:nvCxnSpPr>
        <p:spPr>
          <a:xfrm>
            <a:off x="35316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23"/>
          <p:cNvCxnSpPr/>
          <p:nvPr/>
        </p:nvCxnSpPr>
        <p:spPr>
          <a:xfrm>
            <a:off x="29220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23"/>
          <p:cNvCxnSpPr/>
          <p:nvPr/>
        </p:nvCxnSpPr>
        <p:spPr>
          <a:xfrm flipH="1" rot="10800000">
            <a:off x="35586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65" name="Google Shape;565;p23"/>
          <p:cNvCxnSpPr/>
          <p:nvPr/>
        </p:nvCxnSpPr>
        <p:spPr>
          <a:xfrm flipH="1" rot="10800000">
            <a:off x="50064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66" name="Google Shape;566;p23"/>
          <p:cNvCxnSpPr/>
          <p:nvPr/>
        </p:nvCxnSpPr>
        <p:spPr>
          <a:xfrm flipH="1">
            <a:off x="37110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67" name="Google Shape;567;p23"/>
          <p:cNvSpPr/>
          <p:nvPr/>
        </p:nvSpPr>
        <p:spPr>
          <a:xfrm>
            <a:off x="2426459" y="46206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568" name="Google Shape;568;p23"/>
          <p:cNvSpPr txBox="1"/>
          <p:nvPr/>
        </p:nvSpPr>
        <p:spPr>
          <a:xfrm>
            <a:off x="2949693" y="43461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Dummy Headed Circular DLLs</a:t>
            </a:r>
            <a:endParaRPr/>
          </a:p>
        </p:txBody>
      </p:sp>
      <p:sp>
        <p:nvSpPr>
          <p:cNvPr id="574" name="Google Shape;574;p24"/>
          <p:cNvSpPr txBox="1"/>
          <p:nvPr>
            <p:ph idx="1" type="body"/>
          </p:nvPr>
        </p:nvSpPr>
        <p:spPr>
          <a:xfrm>
            <a:off x="838200" y="1825625"/>
            <a:ext cx="10515600" cy="174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Almost same as DLLs, except: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DLL has a dummy head (a head containing null as the element)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head.prev</a:t>
            </a:r>
            <a:r>
              <a:rPr lang="en-US"/>
              <a:t> points to tail,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tail.next</a:t>
            </a:r>
            <a:r>
              <a:rPr lang="en-US"/>
              <a:t> points to head.</a:t>
            </a:r>
            <a:endParaRPr/>
          </a:p>
        </p:txBody>
      </p:sp>
      <p:sp>
        <p:nvSpPr>
          <p:cNvPr id="575" name="Google Shape;575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6" name="Google Shape;576;p24"/>
          <p:cNvSpPr/>
          <p:nvPr/>
        </p:nvSpPr>
        <p:spPr>
          <a:xfrm>
            <a:off x="41409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/>
          <p:nvPr/>
        </p:nvSpPr>
        <p:spPr>
          <a:xfrm>
            <a:off x="55887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4"/>
          <p:cNvSpPr/>
          <p:nvPr/>
        </p:nvSpPr>
        <p:spPr>
          <a:xfrm>
            <a:off x="70365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8484325" y="44197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 txBox="1"/>
          <p:nvPr/>
        </p:nvSpPr>
        <p:spPr>
          <a:xfrm>
            <a:off x="87930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" name="Google Shape;581;p24"/>
          <p:cNvCxnSpPr/>
          <p:nvPr/>
        </p:nvCxnSpPr>
        <p:spPr>
          <a:xfrm>
            <a:off x="93228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24"/>
          <p:cNvCxnSpPr/>
          <p:nvPr/>
        </p:nvCxnSpPr>
        <p:spPr>
          <a:xfrm>
            <a:off x="87132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24"/>
          <p:cNvSpPr txBox="1"/>
          <p:nvPr/>
        </p:nvSpPr>
        <p:spPr>
          <a:xfrm>
            <a:off x="73452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24"/>
          <p:cNvCxnSpPr/>
          <p:nvPr/>
        </p:nvCxnSpPr>
        <p:spPr>
          <a:xfrm>
            <a:off x="78750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24"/>
          <p:cNvCxnSpPr/>
          <p:nvPr/>
        </p:nvCxnSpPr>
        <p:spPr>
          <a:xfrm>
            <a:off x="72654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24"/>
          <p:cNvSpPr txBox="1"/>
          <p:nvPr/>
        </p:nvSpPr>
        <p:spPr>
          <a:xfrm>
            <a:off x="58974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7" name="Google Shape;587;p24"/>
          <p:cNvCxnSpPr/>
          <p:nvPr/>
        </p:nvCxnSpPr>
        <p:spPr>
          <a:xfrm>
            <a:off x="64272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24"/>
          <p:cNvCxnSpPr/>
          <p:nvPr/>
        </p:nvCxnSpPr>
        <p:spPr>
          <a:xfrm>
            <a:off x="58176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24"/>
          <p:cNvSpPr txBox="1"/>
          <p:nvPr/>
        </p:nvSpPr>
        <p:spPr>
          <a:xfrm>
            <a:off x="4429673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0" name="Google Shape;590;p24"/>
          <p:cNvCxnSpPr/>
          <p:nvPr/>
        </p:nvCxnSpPr>
        <p:spPr>
          <a:xfrm>
            <a:off x="4959442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24"/>
          <p:cNvCxnSpPr/>
          <p:nvPr/>
        </p:nvCxnSpPr>
        <p:spPr>
          <a:xfrm>
            <a:off x="4349842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24"/>
          <p:cNvSpPr txBox="1"/>
          <p:nvPr/>
        </p:nvSpPr>
        <p:spPr>
          <a:xfrm>
            <a:off x="2852871" y="39452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3" name="Google Shape;593;p24"/>
          <p:cNvCxnSpPr/>
          <p:nvPr/>
        </p:nvCxnSpPr>
        <p:spPr>
          <a:xfrm flipH="1">
            <a:off x="51588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94" name="Google Shape;594;p24"/>
          <p:cNvCxnSpPr/>
          <p:nvPr/>
        </p:nvCxnSpPr>
        <p:spPr>
          <a:xfrm flipH="1" rot="10800000">
            <a:off x="64542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95" name="Google Shape;595;p24"/>
          <p:cNvCxnSpPr/>
          <p:nvPr/>
        </p:nvCxnSpPr>
        <p:spPr>
          <a:xfrm flipH="1">
            <a:off x="66066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96" name="Google Shape;596;p24"/>
          <p:cNvCxnSpPr/>
          <p:nvPr/>
        </p:nvCxnSpPr>
        <p:spPr>
          <a:xfrm flipH="1" rot="10800000">
            <a:off x="79020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97" name="Google Shape;597;p24"/>
          <p:cNvCxnSpPr/>
          <p:nvPr/>
        </p:nvCxnSpPr>
        <p:spPr>
          <a:xfrm flipH="1">
            <a:off x="80544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98" name="Google Shape;598;p24"/>
          <p:cNvSpPr txBox="1"/>
          <p:nvPr/>
        </p:nvSpPr>
        <p:spPr>
          <a:xfrm>
            <a:off x="8644071" y="39452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2693125" y="44197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0" name="Google Shape;600;p24"/>
          <p:cNvCxnSpPr/>
          <p:nvPr/>
        </p:nvCxnSpPr>
        <p:spPr>
          <a:xfrm>
            <a:off x="35316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24"/>
          <p:cNvCxnSpPr/>
          <p:nvPr/>
        </p:nvCxnSpPr>
        <p:spPr>
          <a:xfrm>
            <a:off x="29220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24"/>
          <p:cNvCxnSpPr/>
          <p:nvPr/>
        </p:nvCxnSpPr>
        <p:spPr>
          <a:xfrm flipH="1" rot="10800000">
            <a:off x="35586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03" name="Google Shape;603;p24"/>
          <p:cNvCxnSpPr/>
          <p:nvPr/>
        </p:nvCxnSpPr>
        <p:spPr>
          <a:xfrm flipH="1" rot="10800000">
            <a:off x="50064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04" name="Google Shape;604;p24"/>
          <p:cNvCxnSpPr/>
          <p:nvPr/>
        </p:nvCxnSpPr>
        <p:spPr>
          <a:xfrm flipH="1">
            <a:off x="37110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05" name="Google Shape;605;p24"/>
          <p:cNvSpPr/>
          <p:nvPr/>
        </p:nvSpPr>
        <p:spPr>
          <a:xfrm>
            <a:off x="2426459" y="46206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06" name="Google Shape;606;p24"/>
          <p:cNvSpPr/>
          <p:nvPr/>
        </p:nvSpPr>
        <p:spPr>
          <a:xfrm>
            <a:off x="2265249" y="38461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07" name="Google Shape;607;p24"/>
          <p:cNvSpPr txBox="1"/>
          <p:nvPr/>
        </p:nvSpPr>
        <p:spPr>
          <a:xfrm>
            <a:off x="2949693" y="43461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 txBox="1"/>
          <p:nvPr/>
        </p:nvSpPr>
        <p:spPr>
          <a:xfrm>
            <a:off x="3761850" y="5555975"/>
            <a:ext cx="4668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implementations use -1 instead of NULL as the dummy head element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Dummy Headed Circular DLLs</a:t>
            </a:r>
            <a:endParaRPr/>
          </a:p>
        </p:txBody>
      </p:sp>
      <p:sp>
        <p:nvSpPr>
          <p:cNvPr id="614" name="Google Shape;614;p25"/>
          <p:cNvSpPr txBox="1"/>
          <p:nvPr>
            <p:ph idx="1" type="body"/>
          </p:nvPr>
        </p:nvSpPr>
        <p:spPr>
          <a:xfrm>
            <a:off x="838200" y="1825625"/>
            <a:ext cx="10515600" cy="174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Almost same as DLLs, except: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DLL has a dummy head (a head containing null as the element)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head.prev</a:t>
            </a:r>
            <a:r>
              <a:rPr lang="en-US"/>
              <a:t> points to tail,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tail.next</a:t>
            </a:r>
            <a:r>
              <a:rPr lang="en-US"/>
              <a:t> points to head.</a:t>
            </a:r>
            <a:endParaRPr/>
          </a:p>
        </p:txBody>
      </p:sp>
      <p:sp>
        <p:nvSpPr>
          <p:cNvPr id="615" name="Google Shape;615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6" name="Google Shape;616;p25"/>
          <p:cNvSpPr/>
          <p:nvPr/>
        </p:nvSpPr>
        <p:spPr>
          <a:xfrm>
            <a:off x="41409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5"/>
          <p:cNvSpPr/>
          <p:nvPr/>
        </p:nvSpPr>
        <p:spPr>
          <a:xfrm>
            <a:off x="55887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5"/>
          <p:cNvSpPr/>
          <p:nvPr/>
        </p:nvSpPr>
        <p:spPr>
          <a:xfrm>
            <a:off x="7036525" y="44197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5"/>
          <p:cNvSpPr/>
          <p:nvPr/>
        </p:nvSpPr>
        <p:spPr>
          <a:xfrm>
            <a:off x="8484325" y="44197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5"/>
          <p:cNvSpPr txBox="1"/>
          <p:nvPr/>
        </p:nvSpPr>
        <p:spPr>
          <a:xfrm>
            <a:off x="87930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25"/>
          <p:cNvCxnSpPr/>
          <p:nvPr/>
        </p:nvCxnSpPr>
        <p:spPr>
          <a:xfrm>
            <a:off x="93228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25"/>
          <p:cNvCxnSpPr/>
          <p:nvPr/>
        </p:nvCxnSpPr>
        <p:spPr>
          <a:xfrm>
            <a:off x="87132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25"/>
          <p:cNvSpPr txBox="1"/>
          <p:nvPr/>
        </p:nvSpPr>
        <p:spPr>
          <a:xfrm>
            <a:off x="73452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4" name="Google Shape;624;p25"/>
          <p:cNvCxnSpPr/>
          <p:nvPr/>
        </p:nvCxnSpPr>
        <p:spPr>
          <a:xfrm>
            <a:off x="78750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25"/>
          <p:cNvCxnSpPr/>
          <p:nvPr/>
        </p:nvCxnSpPr>
        <p:spPr>
          <a:xfrm>
            <a:off x="72654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25"/>
          <p:cNvSpPr txBox="1"/>
          <p:nvPr/>
        </p:nvSpPr>
        <p:spPr>
          <a:xfrm>
            <a:off x="5897456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7" name="Google Shape;627;p25"/>
          <p:cNvCxnSpPr/>
          <p:nvPr/>
        </p:nvCxnSpPr>
        <p:spPr>
          <a:xfrm>
            <a:off x="64272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25"/>
          <p:cNvCxnSpPr/>
          <p:nvPr/>
        </p:nvCxnSpPr>
        <p:spPr>
          <a:xfrm>
            <a:off x="58176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9" name="Google Shape;629;p25"/>
          <p:cNvSpPr txBox="1"/>
          <p:nvPr/>
        </p:nvSpPr>
        <p:spPr>
          <a:xfrm>
            <a:off x="4429673" y="4346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0" name="Google Shape;630;p25"/>
          <p:cNvCxnSpPr/>
          <p:nvPr/>
        </p:nvCxnSpPr>
        <p:spPr>
          <a:xfrm>
            <a:off x="4959442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25"/>
          <p:cNvCxnSpPr/>
          <p:nvPr/>
        </p:nvCxnSpPr>
        <p:spPr>
          <a:xfrm>
            <a:off x="4349842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25"/>
          <p:cNvSpPr txBox="1"/>
          <p:nvPr/>
        </p:nvSpPr>
        <p:spPr>
          <a:xfrm>
            <a:off x="2852871" y="39452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3" name="Google Shape;633;p25"/>
          <p:cNvCxnSpPr/>
          <p:nvPr/>
        </p:nvCxnSpPr>
        <p:spPr>
          <a:xfrm flipH="1">
            <a:off x="51588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34" name="Google Shape;634;p25"/>
          <p:cNvCxnSpPr/>
          <p:nvPr/>
        </p:nvCxnSpPr>
        <p:spPr>
          <a:xfrm flipH="1" rot="10800000">
            <a:off x="64542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35" name="Google Shape;635;p25"/>
          <p:cNvCxnSpPr/>
          <p:nvPr/>
        </p:nvCxnSpPr>
        <p:spPr>
          <a:xfrm flipH="1">
            <a:off x="66066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36" name="Google Shape;636;p25"/>
          <p:cNvCxnSpPr/>
          <p:nvPr/>
        </p:nvCxnSpPr>
        <p:spPr>
          <a:xfrm flipH="1" rot="10800000">
            <a:off x="79020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37" name="Google Shape;637;p25"/>
          <p:cNvCxnSpPr/>
          <p:nvPr/>
        </p:nvCxnSpPr>
        <p:spPr>
          <a:xfrm flipH="1">
            <a:off x="80544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38" name="Google Shape;638;p25"/>
          <p:cNvSpPr txBox="1"/>
          <p:nvPr/>
        </p:nvSpPr>
        <p:spPr>
          <a:xfrm>
            <a:off x="8644071" y="39452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5"/>
          <p:cNvSpPr/>
          <p:nvPr/>
        </p:nvSpPr>
        <p:spPr>
          <a:xfrm>
            <a:off x="2693125" y="44197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0" name="Google Shape;640;p25"/>
          <p:cNvCxnSpPr/>
          <p:nvPr/>
        </p:nvCxnSpPr>
        <p:spPr>
          <a:xfrm>
            <a:off x="35316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25"/>
          <p:cNvCxnSpPr/>
          <p:nvPr/>
        </p:nvCxnSpPr>
        <p:spPr>
          <a:xfrm>
            <a:off x="2922025" y="44197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25"/>
          <p:cNvCxnSpPr/>
          <p:nvPr/>
        </p:nvCxnSpPr>
        <p:spPr>
          <a:xfrm flipH="1" rot="10800000">
            <a:off x="35586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43" name="Google Shape;643;p25"/>
          <p:cNvCxnSpPr/>
          <p:nvPr/>
        </p:nvCxnSpPr>
        <p:spPr>
          <a:xfrm flipH="1" rot="10800000">
            <a:off x="5006456" y="44854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44" name="Google Shape;644;p25"/>
          <p:cNvCxnSpPr/>
          <p:nvPr/>
        </p:nvCxnSpPr>
        <p:spPr>
          <a:xfrm flipH="1">
            <a:off x="3711056" y="4637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45" name="Google Shape;645;p25"/>
          <p:cNvSpPr/>
          <p:nvPr/>
        </p:nvSpPr>
        <p:spPr>
          <a:xfrm>
            <a:off x="2426459" y="46206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46" name="Google Shape;646;p25"/>
          <p:cNvSpPr/>
          <p:nvPr/>
        </p:nvSpPr>
        <p:spPr>
          <a:xfrm>
            <a:off x="2265249" y="38461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47" name="Google Shape;647;p25"/>
          <p:cNvSpPr txBox="1"/>
          <p:nvPr/>
        </p:nvSpPr>
        <p:spPr>
          <a:xfrm>
            <a:off x="2949693" y="43461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5"/>
          <p:cNvSpPr txBox="1"/>
          <p:nvPr/>
        </p:nvSpPr>
        <p:spPr>
          <a:xfrm>
            <a:off x="3761850" y="5555975"/>
            <a:ext cx="4668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implementations use -1 instead of NULL as the dummy head element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Dummy Headed Circular DLLs</a:t>
            </a:r>
            <a:endParaRPr/>
          </a:p>
        </p:txBody>
      </p:sp>
      <p:sp>
        <p:nvSpPr>
          <p:cNvPr id="654" name="Google Shape;654;p26"/>
          <p:cNvSpPr txBox="1"/>
          <p:nvPr>
            <p:ph idx="1" type="body"/>
          </p:nvPr>
        </p:nvSpPr>
        <p:spPr>
          <a:xfrm>
            <a:off x="838200" y="1825625"/>
            <a:ext cx="10515600" cy="67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 called “Circular”?</a:t>
            </a:r>
            <a:endParaRPr/>
          </a:p>
        </p:txBody>
      </p:sp>
      <p:sp>
        <p:nvSpPr>
          <p:cNvPr id="655" name="Google Shape;655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6" name="Google Shape;656;p26"/>
          <p:cNvSpPr/>
          <p:nvPr/>
        </p:nvSpPr>
        <p:spPr>
          <a:xfrm>
            <a:off x="4140925" y="5486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6"/>
          <p:cNvSpPr/>
          <p:nvPr/>
        </p:nvSpPr>
        <p:spPr>
          <a:xfrm>
            <a:off x="5588725" y="5486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6"/>
          <p:cNvSpPr/>
          <p:nvPr/>
        </p:nvSpPr>
        <p:spPr>
          <a:xfrm>
            <a:off x="7036525" y="5486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6"/>
          <p:cNvSpPr/>
          <p:nvPr/>
        </p:nvSpPr>
        <p:spPr>
          <a:xfrm>
            <a:off x="8484325" y="5486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6"/>
          <p:cNvSpPr txBox="1"/>
          <p:nvPr/>
        </p:nvSpPr>
        <p:spPr>
          <a:xfrm>
            <a:off x="87930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1" name="Google Shape;661;p26"/>
          <p:cNvCxnSpPr/>
          <p:nvPr/>
        </p:nvCxnSpPr>
        <p:spPr>
          <a:xfrm>
            <a:off x="93228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26"/>
          <p:cNvCxnSpPr/>
          <p:nvPr/>
        </p:nvCxnSpPr>
        <p:spPr>
          <a:xfrm>
            <a:off x="87132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3" name="Google Shape;663;p26"/>
          <p:cNvSpPr txBox="1"/>
          <p:nvPr/>
        </p:nvSpPr>
        <p:spPr>
          <a:xfrm>
            <a:off x="73452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4" name="Google Shape;664;p26"/>
          <p:cNvCxnSpPr/>
          <p:nvPr/>
        </p:nvCxnSpPr>
        <p:spPr>
          <a:xfrm>
            <a:off x="78750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26"/>
          <p:cNvCxnSpPr/>
          <p:nvPr/>
        </p:nvCxnSpPr>
        <p:spPr>
          <a:xfrm>
            <a:off x="72654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26"/>
          <p:cNvSpPr txBox="1"/>
          <p:nvPr/>
        </p:nvSpPr>
        <p:spPr>
          <a:xfrm>
            <a:off x="5897456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7" name="Google Shape;667;p26"/>
          <p:cNvCxnSpPr/>
          <p:nvPr/>
        </p:nvCxnSpPr>
        <p:spPr>
          <a:xfrm>
            <a:off x="64272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26"/>
          <p:cNvCxnSpPr/>
          <p:nvPr/>
        </p:nvCxnSpPr>
        <p:spPr>
          <a:xfrm>
            <a:off x="58176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26"/>
          <p:cNvSpPr txBox="1"/>
          <p:nvPr/>
        </p:nvSpPr>
        <p:spPr>
          <a:xfrm>
            <a:off x="4429673" y="5412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0" name="Google Shape;670;p26"/>
          <p:cNvCxnSpPr/>
          <p:nvPr/>
        </p:nvCxnSpPr>
        <p:spPr>
          <a:xfrm>
            <a:off x="4959442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26"/>
          <p:cNvCxnSpPr/>
          <p:nvPr/>
        </p:nvCxnSpPr>
        <p:spPr>
          <a:xfrm>
            <a:off x="4349842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26"/>
          <p:cNvSpPr txBox="1"/>
          <p:nvPr/>
        </p:nvSpPr>
        <p:spPr>
          <a:xfrm>
            <a:off x="2852871" y="5012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3" name="Google Shape;673;p26"/>
          <p:cNvCxnSpPr/>
          <p:nvPr/>
        </p:nvCxnSpPr>
        <p:spPr>
          <a:xfrm flipH="1">
            <a:off x="51588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74" name="Google Shape;674;p26"/>
          <p:cNvCxnSpPr/>
          <p:nvPr/>
        </p:nvCxnSpPr>
        <p:spPr>
          <a:xfrm flipH="1" rot="10800000">
            <a:off x="6454256" y="5552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75" name="Google Shape;675;p26"/>
          <p:cNvCxnSpPr/>
          <p:nvPr/>
        </p:nvCxnSpPr>
        <p:spPr>
          <a:xfrm flipH="1">
            <a:off x="66066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76" name="Google Shape;676;p26"/>
          <p:cNvCxnSpPr/>
          <p:nvPr/>
        </p:nvCxnSpPr>
        <p:spPr>
          <a:xfrm flipH="1" rot="10800000">
            <a:off x="7902056" y="5552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77" name="Google Shape;677;p26"/>
          <p:cNvCxnSpPr/>
          <p:nvPr/>
        </p:nvCxnSpPr>
        <p:spPr>
          <a:xfrm flipH="1">
            <a:off x="80544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78" name="Google Shape;678;p26"/>
          <p:cNvSpPr txBox="1"/>
          <p:nvPr/>
        </p:nvSpPr>
        <p:spPr>
          <a:xfrm>
            <a:off x="8644071" y="5012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6"/>
          <p:cNvSpPr/>
          <p:nvPr/>
        </p:nvSpPr>
        <p:spPr>
          <a:xfrm>
            <a:off x="2693125" y="5486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0" name="Google Shape;680;p26"/>
          <p:cNvCxnSpPr/>
          <p:nvPr/>
        </p:nvCxnSpPr>
        <p:spPr>
          <a:xfrm>
            <a:off x="35316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26"/>
          <p:cNvCxnSpPr/>
          <p:nvPr/>
        </p:nvCxnSpPr>
        <p:spPr>
          <a:xfrm>
            <a:off x="2922025" y="5486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26"/>
          <p:cNvCxnSpPr/>
          <p:nvPr/>
        </p:nvCxnSpPr>
        <p:spPr>
          <a:xfrm flipH="1" rot="10800000">
            <a:off x="3558656" y="5552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83" name="Google Shape;683;p26"/>
          <p:cNvCxnSpPr/>
          <p:nvPr/>
        </p:nvCxnSpPr>
        <p:spPr>
          <a:xfrm flipH="1" rot="10800000">
            <a:off x="5006456" y="5552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84" name="Google Shape;684;p26"/>
          <p:cNvCxnSpPr/>
          <p:nvPr/>
        </p:nvCxnSpPr>
        <p:spPr>
          <a:xfrm flipH="1">
            <a:off x="3711056" y="5704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85" name="Google Shape;685;p26"/>
          <p:cNvSpPr/>
          <p:nvPr/>
        </p:nvSpPr>
        <p:spPr>
          <a:xfrm>
            <a:off x="2426459" y="5687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86" name="Google Shape;686;p26"/>
          <p:cNvSpPr/>
          <p:nvPr/>
        </p:nvSpPr>
        <p:spPr>
          <a:xfrm>
            <a:off x="2265249" y="4912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687" name="Google Shape;687;p26"/>
          <p:cNvSpPr txBox="1"/>
          <p:nvPr/>
        </p:nvSpPr>
        <p:spPr>
          <a:xfrm>
            <a:off x="8488250" y="1945175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6"/>
          <p:cNvSpPr txBox="1"/>
          <p:nvPr/>
        </p:nvSpPr>
        <p:spPr>
          <a:xfrm>
            <a:off x="7477673" y="28221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6"/>
          <p:cNvSpPr txBox="1"/>
          <p:nvPr/>
        </p:nvSpPr>
        <p:spPr>
          <a:xfrm>
            <a:off x="7991606" y="387609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6"/>
          <p:cNvSpPr txBox="1"/>
          <p:nvPr/>
        </p:nvSpPr>
        <p:spPr>
          <a:xfrm>
            <a:off x="2949693" y="5412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6"/>
          <p:cNvSpPr txBox="1"/>
          <p:nvPr/>
        </p:nvSpPr>
        <p:spPr>
          <a:xfrm>
            <a:off x="9340681" y="387609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6"/>
          <p:cNvSpPr txBox="1"/>
          <p:nvPr/>
        </p:nvSpPr>
        <p:spPr>
          <a:xfrm>
            <a:off x="9610556" y="2630620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3" name="Google Shape;693;p26"/>
          <p:cNvCxnSpPr/>
          <p:nvPr/>
        </p:nvCxnSpPr>
        <p:spPr>
          <a:xfrm>
            <a:off x="9178950" y="2160825"/>
            <a:ext cx="587700" cy="4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4" name="Google Shape;694;p26"/>
          <p:cNvCxnSpPr/>
          <p:nvPr/>
        </p:nvCxnSpPr>
        <p:spPr>
          <a:xfrm>
            <a:off x="9071125" y="2265600"/>
            <a:ext cx="587700" cy="4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95" name="Google Shape;695;p26"/>
          <p:cNvCxnSpPr/>
          <p:nvPr/>
        </p:nvCxnSpPr>
        <p:spPr>
          <a:xfrm flipH="1">
            <a:off x="9658825" y="3069775"/>
            <a:ext cx="234600" cy="8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26"/>
          <p:cNvCxnSpPr/>
          <p:nvPr/>
        </p:nvCxnSpPr>
        <p:spPr>
          <a:xfrm flipH="1">
            <a:off x="9509431" y="3061720"/>
            <a:ext cx="247200" cy="78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97" name="Google Shape;697;p26"/>
          <p:cNvCxnSpPr/>
          <p:nvPr/>
        </p:nvCxnSpPr>
        <p:spPr>
          <a:xfrm>
            <a:off x="8386406" y="4027020"/>
            <a:ext cx="94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8" name="Google Shape;698;p26"/>
          <p:cNvCxnSpPr/>
          <p:nvPr/>
        </p:nvCxnSpPr>
        <p:spPr>
          <a:xfrm>
            <a:off x="8386406" y="4159020"/>
            <a:ext cx="94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99" name="Google Shape;699;p26"/>
          <p:cNvCxnSpPr/>
          <p:nvPr/>
        </p:nvCxnSpPr>
        <p:spPr>
          <a:xfrm flipH="1" rot="-2106721">
            <a:off x="7844524" y="3153013"/>
            <a:ext cx="234710" cy="81632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0" name="Google Shape;700;p26"/>
          <p:cNvCxnSpPr/>
          <p:nvPr/>
        </p:nvCxnSpPr>
        <p:spPr>
          <a:xfrm flipH="1" rot="-2107041">
            <a:off x="7708091" y="3231402"/>
            <a:ext cx="247196" cy="78661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01" name="Google Shape;701;p26"/>
          <p:cNvCxnSpPr/>
          <p:nvPr/>
        </p:nvCxnSpPr>
        <p:spPr>
          <a:xfrm flipH="1" rot="1599800">
            <a:off x="8065657" y="2198128"/>
            <a:ext cx="234653" cy="81612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2" name="Google Shape;702;p26"/>
          <p:cNvCxnSpPr/>
          <p:nvPr/>
        </p:nvCxnSpPr>
        <p:spPr>
          <a:xfrm flipH="1" rot="1593903">
            <a:off x="7941921" y="2128636"/>
            <a:ext cx="246862" cy="786604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03" name="Google Shape;703;p26"/>
          <p:cNvSpPr txBox="1"/>
          <p:nvPr/>
        </p:nvSpPr>
        <p:spPr>
          <a:xfrm>
            <a:off x="8509100" y="1593900"/>
            <a:ext cx="69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6"/>
          <p:cNvSpPr txBox="1"/>
          <p:nvPr/>
        </p:nvSpPr>
        <p:spPr>
          <a:xfrm rot="3452523">
            <a:off x="9867327" y="2570117"/>
            <a:ext cx="696504" cy="4310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Dummy Headed Circular DLLs</a:t>
            </a:r>
            <a:endParaRPr/>
          </a:p>
        </p:txBody>
      </p:sp>
      <p:sp>
        <p:nvSpPr>
          <p:cNvPr id="710" name="Google Shape;710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Advantage of Dummy Head: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dummy node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always exists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so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is never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Insertions at the start don’t need to update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separately.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Deletions are uniform—no need to check if the node is the first or last.</a:t>
            </a:r>
            <a:endParaRPr sz="3200"/>
          </a:p>
        </p:txBody>
      </p:sp>
      <p:sp>
        <p:nvSpPr>
          <p:cNvPr id="711" name="Google Shape;711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Dummy Headed DLL Class</a:t>
            </a:r>
            <a:endParaRPr/>
          </a:p>
        </p:txBody>
      </p:sp>
      <p:sp>
        <p:nvSpPr>
          <p:cNvPr id="717" name="Google Shape;71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8" name="Google Shape;7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050" y="2012850"/>
            <a:ext cx="3000375" cy="39052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9" name="Google Shape;719;p28"/>
          <p:cNvSpPr txBox="1"/>
          <p:nvPr/>
        </p:nvSpPr>
        <p:spPr>
          <a:xfrm>
            <a:off x="1178500" y="1505725"/>
            <a:ext cx="7509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DLL Class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8"/>
          <p:cNvSpPr/>
          <p:nvPr/>
        </p:nvSpPr>
        <p:spPr>
          <a:xfrm>
            <a:off x="904475" y="1505725"/>
            <a:ext cx="3849300" cy="4932000"/>
          </a:xfrm>
          <a:prstGeom prst="roundRect">
            <a:avLst>
              <a:gd fmla="val 576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1" name="Google Shape;721;p28"/>
          <p:cNvCxnSpPr/>
          <p:nvPr/>
        </p:nvCxnSpPr>
        <p:spPr>
          <a:xfrm rot="10800000">
            <a:off x="3709825" y="5550600"/>
            <a:ext cx="1722300" cy="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2" name="Google Shape;722;p28"/>
          <p:cNvSpPr txBox="1"/>
          <p:nvPr/>
        </p:nvSpPr>
        <p:spPr>
          <a:xfrm>
            <a:off x="5398650" y="5299650"/>
            <a:ext cx="429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3" name="Google Shape;72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1075" y="2836275"/>
            <a:ext cx="4429125" cy="14763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Iteration</a:t>
            </a:r>
            <a:endParaRPr/>
          </a:p>
        </p:txBody>
      </p:sp>
      <p:sp>
        <p:nvSpPr>
          <p:cNvPr id="729" name="Google Shape;729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0" name="Google Shape;730;p29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9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9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9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9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5" name="Google Shape;735;p29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29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7" name="Google Shape;737;p29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8" name="Google Shape;738;p29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29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29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1" name="Google Shape;741;p29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29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3" name="Google Shape;743;p29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29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29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29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7" name="Google Shape;747;p29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48" name="Google Shape;748;p29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49" name="Google Shape;749;p29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50" name="Google Shape;750;p29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51" name="Google Shape;751;p29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52" name="Google Shape;752;p29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9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4" name="Google Shape;754;p29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29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29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57" name="Google Shape;757;p29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58" name="Google Shape;758;p29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59" name="Google Shape;759;p29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60" name="Google Shape;760;p29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761" name="Google Shape;761;p29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2" name="Google Shape;7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13" y="3484963"/>
            <a:ext cx="5648325" cy="3019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3" name="Google Shape;763;p29"/>
          <p:cNvSpPr/>
          <p:nvPr/>
        </p:nvSpPr>
        <p:spPr>
          <a:xfrm>
            <a:off x="720250" y="4219700"/>
            <a:ext cx="4984200" cy="19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Iteration</a:t>
            </a:r>
            <a:endParaRPr/>
          </a:p>
        </p:txBody>
      </p:sp>
      <p:sp>
        <p:nvSpPr>
          <p:cNvPr id="769" name="Google Shape;769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0" name="Google Shape;770;p30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0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0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0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0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5" name="Google Shape;775;p30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30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7" name="Google Shape;777;p30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8" name="Google Shape;778;p30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30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30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30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30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30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4" name="Google Shape;784;p30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30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6" name="Google Shape;786;p30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7" name="Google Shape;787;p30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8" name="Google Shape;788;p30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9" name="Google Shape;789;p30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90" name="Google Shape;790;p30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91" name="Google Shape;791;p30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92" name="Google Shape;792;p30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0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4" name="Google Shape;794;p30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30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30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97" name="Google Shape;797;p30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98" name="Google Shape;798;p30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99" name="Google Shape;799;p30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00" name="Google Shape;800;p30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01" name="Google Shape;801;p30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2" name="Google Shape;8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13" y="3484963"/>
            <a:ext cx="5648325" cy="3019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3" name="Google Shape;803;p30"/>
          <p:cNvSpPr/>
          <p:nvPr/>
        </p:nvSpPr>
        <p:spPr>
          <a:xfrm>
            <a:off x="720250" y="4572000"/>
            <a:ext cx="4984200" cy="160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0"/>
          <p:cNvSpPr/>
          <p:nvPr/>
        </p:nvSpPr>
        <p:spPr>
          <a:xfrm>
            <a:off x="5794200" y="23147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Iteration</a:t>
            </a:r>
            <a:endParaRPr/>
          </a:p>
        </p:txBody>
      </p:sp>
      <p:sp>
        <p:nvSpPr>
          <p:cNvPr id="810" name="Google Shape;810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1" name="Google Shape;811;p31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1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1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1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1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6" name="Google Shape;816;p31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31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8" name="Google Shape;818;p31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9" name="Google Shape;819;p31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1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1" name="Google Shape;821;p31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2" name="Google Shape;822;p31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1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4" name="Google Shape;824;p31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5" name="Google Shape;825;p31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6" name="Google Shape;826;p31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31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8" name="Google Shape;828;p31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29" name="Google Shape;829;p31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30" name="Google Shape;830;p31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31" name="Google Shape;831;p31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32" name="Google Shape;832;p31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33" name="Google Shape;833;p31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1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" name="Google Shape;835;p31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31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31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38" name="Google Shape;838;p31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39" name="Google Shape;839;p31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40" name="Google Shape;840;p31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41" name="Google Shape;841;p31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42" name="Google Shape;842;p31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3" name="Google Shape;84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13" y="3484963"/>
            <a:ext cx="5648325" cy="3019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4" name="Google Shape;844;p31"/>
          <p:cNvSpPr/>
          <p:nvPr/>
        </p:nvSpPr>
        <p:spPr>
          <a:xfrm>
            <a:off x="581200" y="4846000"/>
            <a:ext cx="5110500" cy="55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1"/>
          <p:cNvSpPr/>
          <p:nvPr/>
        </p:nvSpPr>
        <p:spPr>
          <a:xfrm>
            <a:off x="5794200" y="23147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1"/>
          <p:cNvSpPr/>
          <p:nvPr/>
        </p:nvSpPr>
        <p:spPr>
          <a:xfrm>
            <a:off x="707500" y="5742150"/>
            <a:ext cx="4984200" cy="55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Iteration</a:t>
            </a:r>
            <a:endParaRPr/>
          </a:p>
        </p:txBody>
      </p:sp>
      <p:sp>
        <p:nvSpPr>
          <p:cNvPr id="852" name="Google Shape;852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3" name="Google Shape;853;p32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2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2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2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2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8" name="Google Shape;858;p32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32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0" name="Google Shape;860;p32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1" name="Google Shape;861;p32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32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32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4" name="Google Shape;864;p32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32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32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7" name="Google Shape;867;p32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32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32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0" name="Google Shape;870;p32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71" name="Google Shape;871;p32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72" name="Google Shape;872;p32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73" name="Google Shape;873;p32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74" name="Google Shape;874;p32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75" name="Google Shape;875;p32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2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7" name="Google Shape;877;p32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32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32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80" name="Google Shape;880;p32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81" name="Google Shape;881;p32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82" name="Google Shape;882;p32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83" name="Google Shape;883;p32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884" name="Google Shape;884;p32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5" name="Google Shape;8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13" y="3484963"/>
            <a:ext cx="5648325" cy="3019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6" name="Google Shape;886;p32"/>
          <p:cNvSpPr/>
          <p:nvPr/>
        </p:nvSpPr>
        <p:spPr>
          <a:xfrm>
            <a:off x="581200" y="5211350"/>
            <a:ext cx="5110500" cy="18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2"/>
          <p:cNvSpPr/>
          <p:nvPr/>
        </p:nvSpPr>
        <p:spPr>
          <a:xfrm>
            <a:off x="5794200" y="23147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2"/>
          <p:cNvSpPr/>
          <p:nvPr/>
        </p:nvSpPr>
        <p:spPr>
          <a:xfrm>
            <a:off x="707500" y="5742150"/>
            <a:ext cx="4984200" cy="55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2"/>
          <p:cNvSpPr txBox="1"/>
          <p:nvPr/>
        </p:nvSpPr>
        <p:spPr>
          <a:xfrm>
            <a:off x="7087650" y="5399750"/>
            <a:ext cx="456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Iteration</a:t>
            </a:r>
            <a:endParaRPr/>
          </a:p>
        </p:txBody>
      </p:sp>
      <p:sp>
        <p:nvSpPr>
          <p:cNvPr id="895" name="Google Shape;895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6" name="Google Shape;896;p33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3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3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3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3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1" name="Google Shape;901;p33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33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3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4" name="Google Shape;904;p33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33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3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7" name="Google Shape;907;p33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33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9" name="Google Shape;909;p33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0" name="Google Shape;910;p33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33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2" name="Google Shape;912;p33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3" name="Google Shape;913;p33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14" name="Google Shape;914;p33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15" name="Google Shape;915;p33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16" name="Google Shape;916;p33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17" name="Google Shape;917;p33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18" name="Google Shape;918;p33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3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0" name="Google Shape;920;p33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33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2" name="Google Shape;922;p33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23" name="Google Shape;923;p33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24" name="Google Shape;924;p33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25" name="Google Shape;925;p33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926" name="Google Shape;926;p33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927" name="Google Shape;927;p33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8" name="Google Shape;9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13" y="3484963"/>
            <a:ext cx="5648325" cy="3019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9" name="Google Shape;929;p33"/>
          <p:cNvSpPr/>
          <p:nvPr/>
        </p:nvSpPr>
        <p:spPr>
          <a:xfrm>
            <a:off x="7242000" y="23147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3"/>
          <p:cNvSpPr/>
          <p:nvPr/>
        </p:nvSpPr>
        <p:spPr>
          <a:xfrm>
            <a:off x="707500" y="5742150"/>
            <a:ext cx="4984200" cy="55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3"/>
          <p:cNvSpPr txBox="1"/>
          <p:nvPr/>
        </p:nvSpPr>
        <p:spPr>
          <a:xfrm>
            <a:off x="7087650" y="5399750"/>
            <a:ext cx="456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60 40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Iteration</a:t>
            </a:r>
            <a:endParaRPr/>
          </a:p>
        </p:txBody>
      </p:sp>
      <p:sp>
        <p:nvSpPr>
          <p:cNvPr id="937" name="Google Shape;937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8" name="Google Shape;938;p34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4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4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4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4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3" name="Google Shape;943;p34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34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5" name="Google Shape;945;p34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6" name="Google Shape;946;p34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34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8" name="Google Shape;948;p34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9" name="Google Shape;949;p34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" name="Google Shape;950;p34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1" name="Google Shape;951;p34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2" name="Google Shape;952;p34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34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34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5" name="Google Shape;955;p34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56" name="Google Shape;956;p34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57" name="Google Shape;957;p34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58" name="Google Shape;958;p34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59" name="Google Shape;959;p34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60" name="Google Shape;960;p34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4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2" name="Google Shape;962;p34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34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34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65" name="Google Shape;965;p34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66" name="Google Shape;966;p34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67" name="Google Shape;967;p34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968" name="Google Shape;968;p34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969" name="Google Shape;969;p34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0" name="Google Shape;9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13" y="3484963"/>
            <a:ext cx="5648325" cy="3019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1" name="Google Shape;971;p34"/>
          <p:cNvSpPr/>
          <p:nvPr/>
        </p:nvSpPr>
        <p:spPr>
          <a:xfrm>
            <a:off x="8695525" y="23036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4"/>
          <p:cNvSpPr/>
          <p:nvPr/>
        </p:nvSpPr>
        <p:spPr>
          <a:xfrm>
            <a:off x="707500" y="5742150"/>
            <a:ext cx="4984200" cy="55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4"/>
          <p:cNvSpPr txBox="1"/>
          <p:nvPr/>
        </p:nvSpPr>
        <p:spPr>
          <a:xfrm>
            <a:off x="7087650" y="5399750"/>
            <a:ext cx="456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60 40 20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Iteration</a:t>
            </a:r>
            <a:endParaRPr/>
          </a:p>
        </p:txBody>
      </p:sp>
      <p:sp>
        <p:nvSpPr>
          <p:cNvPr id="979" name="Google Shape;979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0" name="Google Shape;980;p35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5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5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5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5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5" name="Google Shape;985;p35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35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7" name="Google Shape;987;p35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8" name="Google Shape;988;p35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35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35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1" name="Google Shape;991;p35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35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3" name="Google Shape;993;p35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4" name="Google Shape;994;p35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35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35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7" name="Google Shape;997;p35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98" name="Google Shape;998;p35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99" name="Google Shape;999;p35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00" name="Google Shape;1000;p35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01" name="Google Shape;1001;p35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02" name="Google Shape;1002;p35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5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4" name="Google Shape;1004;p35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35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35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07" name="Google Shape;1007;p35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08" name="Google Shape;1008;p35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09" name="Google Shape;1009;p35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10" name="Google Shape;1010;p35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11" name="Google Shape;1011;p35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2" name="Google Shape;101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13" y="3484963"/>
            <a:ext cx="5648325" cy="3019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3" name="Google Shape;1013;p35"/>
          <p:cNvSpPr/>
          <p:nvPr/>
        </p:nvSpPr>
        <p:spPr>
          <a:xfrm>
            <a:off x="10143325" y="23110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5"/>
          <p:cNvSpPr/>
          <p:nvPr/>
        </p:nvSpPr>
        <p:spPr>
          <a:xfrm>
            <a:off x="707500" y="5742150"/>
            <a:ext cx="4984200" cy="55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5"/>
          <p:cNvSpPr txBox="1"/>
          <p:nvPr/>
        </p:nvSpPr>
        <p:spPr>
          <a:xfrm>
            <a:off x="7087650" y="5399750"/>
            <a:ext cx="456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60 40 20 10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Iteration</a:t>
            </a:r>
            <a:endParaRPr/>
          </a:p>
        </p:txBody>
      </p:sp>
      <p:sp>
        <p:nvSpPr>
          <p:cNvPr id="1021" name="Google Shape;1021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2" name="Google Shape;1022;p36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6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6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6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7" name="Google Shape;1027;p36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36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9" name="Google Shape;1029;p36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0" name="Google Shape;1030;p36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36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36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3" name="Google Shape;1033;p36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36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36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6" name="Google Shape;1036;p36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36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8" name="Google Shape;1038;p36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9" name="Google Shape;1039;p36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0" name="Google Shape;1040;p36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1" name="Google Shape;1041;p36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2" name="Google Shape;1042;p36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3" name="Google Shape;1043;p36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44" name="Google Shape;1044;p36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6" name="Google Shape;1046;p36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36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36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9" name="Google Shape;1049;p36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50" name="Google Shape;1050;p36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51" name="Google Shape;1051;p36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52" name="Google Shape;1052;p36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53" name="Google Shape;1053;p36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4" name="Google Shape;105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13" y="3484963"/>
            <a:ext cx="5648325" cy="3019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5" name="Google Shape;1055;p36"/>
          <p:cNvSpPr/>
          <p:nvPr/>
        </p:nvSpPr>
        <p:spPr>
          <a:xfrm>
            <a:off x="4407675" y="23110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6"/>
          <p:cNvSpPr/>
          <p:nvPr/>
        </p:nvSpPr>
        <p:spPr>
          <a:xfrm>
            <a:off x="707500" y="5742150"/>
            <a:ext cx="4984200" cy="55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6"/>
          <p:cNvSpPr txBox="1"/>
          <p:nvPr/>
        </p:nvSpPr>
        <p:spPr>
          <a:xfrm>
            <a:off x="7087650" y="5399750"/>
            <a:ext cx="456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60 40 20 10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6"/>
          <p:cNvSpPr/>
          <p:nvPr/>
        </p:nvSpPr>
        <p:spPr>
          <a:xfrm>
            <a:off x="720250" y="4532850"/>
            <a:ext cx="3144600" cy="2988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9" name="Google Shape;1059;p36"/>
          <p:cNvCxnSpPr>
            <a:endCxn id="1058" idx="3"/>
          </p:cNvCxnSpPr>
          <p:nvPr/>
        </p:nvCxnSpPr>
        <p:spPr>
          <a:xfrm rot="10800000">
            <a:off x="3864850" y="4682250"/>
            <a:ext cx="4162200" cy="37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0" name="Google Shape;1060;p36"/>
          <p:cNvSpPr txBox="1"/>
          <p:nvPr/>
        </p:nvSpPr>
        <p:spPr>
          <a:xfrm>
            <a:off x="7974150" y="4686888"/>
            <a:ext cx="401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InsertAtStart</a:t>
            </a:r>
            <a:endParaRPr/>
          </a:p>
        </p:txBody>
      </p:sp>
      <p:sp>
        <p:nvSpPr>
          <p:cNvPr id="1066" name="Google Shape;1066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7" name="Google Shape;1067;p37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7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7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7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7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2" name="Google Shape;1072;p37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37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4" name="Google Shape;1074;p37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5" name="Google Shape;1075;p37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37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7" name="Google Shape;1077;p37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8" name="Google Shape;1078;p37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37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0" name="Google Shape;1080;p37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1" name="Google Shape;1081;p37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37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3" name="Google Shape;1083;p37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4" name="Google Shape;1084;p37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85" name="Google Shape;1085;p37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86" name="Google Shape;1086;p37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87" name="Google Shape;1087;p37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88" name="Google Shape;1088;p37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89" name="Google Shape;1089;p37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7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1" name="Google Shape;1091;p37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37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37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94" name="Google Shape;1094;p37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95" name="Google Shape;1095;p37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96" name="Google Shape;1096;p37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97" name="Google Shape;1097;p37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98" name="Google Shape;1098;p37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9" name="Google Shape;109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13" y="35883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0" name="Google Shape;1100;p37"/>
          <p:cNvSpPr/>
          <p:nvPr/>
        </p:nvSpPr>
        <p:spPr>
          <a:xfrm>
            <a:off x="902925" y="3945700"/>
            <a:ext cx="3627300" cy="229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7"/>
          <p:cNvSpPr txBox="1"/>
          <p:nvPr/>
        </p:nvSpPr>
        <p:spPr>
          <a:xfrm>
            <a:off x="328800" y="1779750"/>
            <a:ext cx="25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30 at start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InsertAtStart</a:t>
            </a:r>
            <a:endParaRPr/>
          </a:p>
        </p:txBody>
      </p:sp>
      <p:sp>
        <p:nvSpPr>
          <p:cNvPr id="1107" name="Google Shape;1107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8" name="Google Shape;1108;p38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8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8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8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8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3" name="Google Shape;1113;p38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38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5" name="Google Shape;1115;p38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6" name="Google Shape;1116;p38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7" name="Google Shape;1117;p38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8" name="Google Shape;1118;p38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9" name="Google Shape;1119;p38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38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1" name="Google Shape;1121;p38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2" name="Google Shape;1122;p38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38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38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5" name="Google Shape;1125;p38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26" name="Google Shape;1126;p38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27" name="Google Shape;1127;p38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28" name="Google Shape;1128;p38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29" name="Google Shape;1129;p38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30" name="Google Shape;1130;p38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38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2" name="Google Shape;1132;p38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38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4" name="Google Shape;1134;p38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35" name="Google Shape;1135;p38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36" name="Google Shape;1136;p38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37" name="Google Shape;1137;p38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138" name="Google Shape;1138;p38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139" name="Google Shape;1139;p38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0" name="Google Shape;11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13" y="35883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1" name="Google Shape;1141;p38"/>
          <p:cNvSpPr/>
          <p:nvPr/>
        </p:nvSpPr>
        <p:spPr>
          <a:xfrm>
            <a:off x="902925" y="4350175"/>
            <a:ext cx="3627300" cy="189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8"/>
          <p:cNvSpPr txBox="1"/>
          <p:nvPr/>
        </p:nvSpPr>
        <p:spPr>
          <a:xfrm>
            <a:off x="328800" y="1779750"/>
            <a:ext cx="25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30 at start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8"/>
          <p:cNvSpPr/>
          <p:nvPr/>
        </p:nvSpPr>
        <p:spPr>
          <a:xfrm>
            <a:off x="5207725" y="1295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8"/>
          <p:cNvSpPr txBox="1"/>
          <p:nvPr/>
        </p:nvSpPr>
        <p:spPr>
          <a:xfrm>
            <a:off x="5496473" y="1221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5" name="Google Shape;1145;p38"/>
          <p:cNvCxnSpPr/>
          <p:nvPr/>
        </p:nvCxnSpPr>
        <p:spPr>
          <a:xfrm>
            <a:off x="60262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6" name="Google Shape;1146;p38"/>
          <p:cNvCxnSpPr/>
          <p:nvPr/>
        </p:nvCxnSpPr>
        <p:spPr>
          <a:xfrm>
            <a:off x="54166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7" name="Google Shape;1147;p38"/>
          <p:cNvCxnSpPr/>
          <p:nvPr/>
        </p:nvCxnSpPr>
        <p:spPr>
          <a:xfrm flipH="1" rot="10800000">
            <a:off x="6073256" y="136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48" name="Google Shape;1148;p38"/>
          <p:cNvCxnSpPr/>
          <p:nvPr/>
        </p:nvCxnSpPr>
        <p:spPr>
          <a:xfrm flipH="1">
            <a:off x="4777856" y="1513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InsertAtStart</a:t>
            </a:r>
            <a:endParaRPr/>
          </a:p>
        </p:txBody>
      </p:sp>
      <p:sp>
        <p:nvSpPr>
          <p:cNvPr id="1154" name="Google Shape;1154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5" name="Google Shape;1155;p39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39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9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39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39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0" name="Google Shape;1160;p39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39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2" name="Google Shape;1162;p39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3" name="Google Shape;1163;p39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39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5" name="Google Shape;1165;p39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6" name="Google Shape;1166;p39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7" name="Google Shape;1167;p39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8" name="Google Shape;1168;p39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9" name="Google Shape;1169;p39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0" name="Google Shape;1170;p39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1" name="Google Shape;1171;p39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2" name="Google Shape;1172;p39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73" name="Google Shape;1173;p39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74" name="Google Shape;1174;p39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75" name="Google Shape;1175;p39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76" name="Google Shape;1176;p39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77" name="Google Shape;1177;p39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9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9" name="Google Shape;1179;p39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39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39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82" name="Google Shape;1182;p39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83" name="Google Shape;1183;p39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84" name="Google Shape;1184;p39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185" name="Google Shape;1185;p39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186" name="Google Shape;1186;p39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7" name="Google Shape;118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13" y="35883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8" name="Google Shape;1188;p39"/>
          <p:cNvSpPr/>
          <p:nvPr/>
        </p:nvSpPr>
        <p:spPr>
          <a:xfrm>
            <a:off x="902925" y="4859050"/>
            <a:ext cx="3627300" cy="13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9"/>
          <p:cNvSpPr txBox="1"/>
          <p:nvPr/>
        </p:nvSpPr>
        <p:spPr>
          <a:xfrm>
            <a:off x="328800" y="1779750"/>
            <a:ext cx="25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30 at start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39"/>
          <p:cNvSpPr/>
          <p:nvPr/>
        </p:nvSpPr>
        <p:spPr>
          <a:xfrm>
            <a:off x="5207725" y="1295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9"/>
          <p:cNvSpPr txBox="1"/>
          <p:nvPr/>
        </p:nvSpPr>
        <p:spPr>
          <a:xfrm>
            <a:off x="5496473" y="1221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2" name="Google Shape;1192;p39"/>
          <p:cNvCxnSpPr/>
          <p:nvPr/>
        </p:nvCxnSpPr>
        <p:spPr>
          <a:xfrm>
            <a:off x="60262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3" name="Google Shape;1193;p39"/>
          <p:cNvCxnSpPr/>
          <p:nvPr/>
        </p:nvCxnSpPr>
        <p:spPr>
          <a:xfrm>
            <a:off x="54166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4" name="Google Shape;1194;p39"/>
          <p:cNvCxnSpPr/>
          <p:nvPr/>
        </p:nvCxnSpPr>
        <p:spPr>
          <a:xfrm flipH="1" rot="10800000">
            <a:off x="6073256" y="1361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95" name="Google Shape;1195;p39"/>
          <p:cNvCxnSpPr/>
          <p:nvPr/>
        </p:nvCxnSpPr>
        <p:spPr>
          <a:xfrm flipH="1">
            <a:off x="4777856" y="1513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96" name="Google Shape;1196;p39"/>
          <p:cNvSpPr/>
          <p:nvPr/>
        </p:nvSpPr>
        <p:spPr>
          <a:xfrm>
            <a:off x="5784813" y="23036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InsertAtStart</a:t>
            </a:r>
            <a:endParaRPr/>
          </a:p>
        </p:txBody>
      </p:sp>
      <p:sp>
        <p:nvSpPr>
          <p:cNvPr id="1202" name="Google Shape;1202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3" name="Google Shape;1203;p40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40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40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40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40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8" name="Google Shape;1208;p40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9" name="Google Shape;1209;p40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0" name="Google Shape;1210;p40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1" name="Google Shape;1211;p40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40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3" name="Google Shape;1213;p40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4" name="Google Shape;1214;p40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5" name="Google Shape;1215;p40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6" name="Google Shape;1216;p40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7" name="Google Shape;1217;p40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40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9" name="Google Shape;1219;p40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0" name="Google Shape;1220;p40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21" name="Google Shape;1221;p40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22" name="Google Shape;1222;p40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23" name="Google Shape;1223;p40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24" name="Google Shape;1224;p40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25" name="Google Shape;1225;p40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40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7" name="Google Shape;1227;p40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40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40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30" name="Google Shape;1230;p40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31" name="Google Shape;1231;p40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32" name="Google Shape;1232;p40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233" name="Google Shape;1233;p40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234" name="Google Shape;1234;p40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5" name="Google Shape;12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13" y="35883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6" name="Google Shape;1236;p40"/>
          <p:cNvSpPr/>
          <p:nvPr/>
        </p:nvSpPr>
        <p:spPr>
          <a:xfrm>
            <a:off x="902925" y="5276600"/>
            <a:ext cx="3627300" cy="96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40"/>
          <p:cNvSpPr txBox="1"/>
          <p:nvPr/>
        </p:nvSpPr>
        <p:spPr>
          <a:xfrm>
            <a:off x="328800" y="1779750"/>
            <a:ext cx="25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30 at start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40"/>
          <p:cNvSpPr/>
          <p:nvPr/>
        </p:nvSpPr>
        <p:spPr>
          <a:xfrm>
            <a:off x="5207725" y="1295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40"/>
          <p:cNvSpPr txBox="1"/>
          <p:nvPr/>
        </p:nvSpPr>
        <p:spPr>
          <a:xfrm>
            <a:off x="5496473" y="1221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0" name="Google Shape;1240;p40"/>
          <p:cNvCxnSpPr/>
          <p:nvPr/>
        </p:nvCxnSpPr>
        <p:spPr>
          <a:xfrm>
            <a:off x="60262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1" name="Google Shape;1241;p40"/>
          <p:cNvCxnSpPr/>
          <p:nvPr/>
        </p:nvCxnSpPr>
        <p:spPr>
          <a:xfrm>
            <a:off x="54166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2" name="Google Shape;1242;p40"/>
          <p:cNvCxnSpPr/>
          <p:nvPr/>
        </p:nvCxnSpPr>
        <p:spPr>
          <a:xfrm flipH="1">
            <a:off x="5970150" y="1510400"/>
            <a:ext cx="200700" cy="8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43" name="Google Shape;1243;p40"/>
          <p:cNvCxnSpPr/>
          <p:nvPr/>
        </p:nvCxnSpPr>
        <p:spPr>
          <a:xfrm flipH="1">
            <a:off x="4777856" y="1513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44" name="Google Shape;1244;p40"/>
          <p:cNvSpPr/>
          <p:nvPr/>
        </p:nvSpPr>
        <p:spPr>
          <a:xfrm>
            <a:off x="5784813" y="23036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InsertAtStart</a:t>
            </a:r>
            <a:endParaRPr/>
          </a:p>
        </p:txBody>
      </p:sp>
      <p:sp>
        <p:nvSpPr>
          <p:cNvPr id="1250" name="Google Shape;1250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1" name="Google Shape;1251;p41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41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41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41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41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6" name="Google Shape;1256;p41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41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8" name="Google Shape;1258;p41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9" name="Google Shape;1259;p41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41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1" name="Google Shape;1261;p41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2" name="Google Shape;1262;p41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41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4" name="Google Shape;1264;p41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5" name="Google Shape;1265;p41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6" name="Google Shape;1266;p41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41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8" name="Google Shape;1268;p41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69" name="Google Shape;1269;p41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70" name="Google Shape;1270;p41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71" name="Google Shape;1271;p41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72" name="Google Shape;1272;p41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73" name="Google Shape;1273;p41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41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5" name="Google Shape;1275;p41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6" name="Google Shape;1276;p41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7" name="Google Shape;1277;p41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78" name="Google Shape;1278;p41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79" name="Google Shape;1279;p41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80" name="Google Shape;1280;p41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281" name="Google Shape;1281;p41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282" name="Google Shape;1282;p41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3" name="Google Shape;128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13" y="35883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4" name="Google Shape;1284;p41"/>
          <p:cNvSpPr/>
          <p:nvPr/>
        </p:nvSpPr>
        <p:spPr>
          <a:xfrm>
            <a:off x="902925" y="5571675"/>
            <a:ext cx="3627300" cy="67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41"/>
          <p:cNvSpPr txBox="1"/>
          <p:nvPr/>
        </p:nvSpPr>
        <p:spPr>
          <a:xfrm>
            <a:off x="328800" y="1779750"/>
            <a:ext cx="25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30 at start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1"/>
          <p:cNvSpPr/>
          <p:nvPr/>
        </p:nvSpPr>
        <p:spPr>
          <a:xfrm>
            <a:off x="5207725" y="1295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41"/>
          <p:cNvSpPr txBox="1"/>
          <p:nvPr/>
        </p:nvSpPr>
        <p:spPr>
          <a:xfrm>
            <a:off x="5496473" y="1221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8" name="Google Shape;1288;p41"/>
          <p:cNvCxnSpPr/>
          <p:nvPr/>
        </p:nvCxnSpPr>
        <p:spPr>
          <a:xfrm>
            <a:off x="60262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41"/>
          <p:cNvCxnSpPr/>
          <p:nvPr/>
        </p:nvCxnSpPr>
        <p:spPr>
          <a:xfrm>
            <a:off x="54166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0" name="Google Shape;1290;p41"/>
          <p:cNvCxnSpPr/>
          <p:nvPr/>
        </p:nvCxnSpPr>
        <p:spPr>
          <a:xfrm flipH="1">
            <a:off x="5970150" y="1510400"/>
            <a:ext cx="200700" cy="8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91" name="Google Shape;1291;p41"/>
          <p:cNvCxnSpPr/>
          <p:nvPr/>
        </p:nvCxnSpPr>
        <p:spPr>
          <a:xfrm>
            <a:off x="5364056" y="1513695"/>
            <a:ext cx="72600" cy="90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92" name="Google Shape;1292;p41"/>
          <p:cNvSpPr/>
          <p:nvPr/>
        </p:nvSpPr>
        <p:spPr>
          <a:xfrm>
            <a:off x="5784813" y="23036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InsertAtStart</a:t>
            </a:r>
            <a:endParaRPr/>
          </a:p>
        </p:txBody>
      </p:sp>
      <p:sp>
        <p:nvSpPr>
          <p:cNvPr id="1298" name="Google Shape;1298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9" name="Google Shape;1299;p42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42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42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42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42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4" name="Google Shape;1304;p42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42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6" name="Google Shape;1306;p42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7" name="Google Shape;1307;p42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8" name="Google Shape;1308;p42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9" name="Google Shape;1309;p42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0" name="Google Shape;1310;p42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1" name="Google Shape;1311;p42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2" name="Google Shape;1312;p42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3" name="Google Shape;1313;p42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4" name="Google Shape;1314;p42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5" name="Google Shape;1315;p42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6" name="Google Shape;1316;p42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17" name="Google Shape;1317;p42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18" name="Google Shape;1318;p42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19" name="Google Shape;1319;p42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20" name="Google Shape;1320;p42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21" name="Google Shape;1321;p42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42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3" name="Google Shape;1323;p42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4" name="Google Shape;1324;p42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5" name="Google Shape;1325;p42"/>
          <p:cNvCxnSpPr/>
          <p:nvPr/>
        </p:nvCxnSpPr>
        <p:spPr>
          <a:xfrm rot="10800000">
            <a:off x="5256356" y="1619295"/>
            <a:ext cx="54900" cy="8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26" name="Google Shape;1326;p42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27" name="Google Shape;1327;p42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28" name="Google Shape;1328;p42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329" name="Google Shape;1329;p42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330" name="Google Shape;1330;p42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1" name="Google Shape;133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13" y="35883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2" name="Google Shape;1332;p42"/>
          <p:cNvSpPr/>
          <p:nvPr/>
        </p:nvSpPr>
        <p:spPr>
          <a:xfrm>
            <a:off x="902925" y="5943075"/>
            <a:ext cx="36273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42"/>
          <p:cNvSpPr txBox="1"/>
          <p:nvPr/>
        </p:nvSpPr>
        <p:spPr>
          <a:xfrm>
            <a:off x="328800" y="1779750"/>
            <a:ext cx="25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30 at start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42"/>
          <p:cNvSpPr/>
          <p:nvPr/>
        </p:nvSpPr>
        <p:spPr>
          <a:xfrm>
            <a:off x="5207725" y="1295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42"/>
          <p:cNvSpPr txBox="1"/>
          <p:nvPr/>
        </p:nvSpPr>
        <p:spPr>
          <a:xfrm>
            <a:off x="5496473" y="1221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6" name="Google Shape;1336;p42"/>
          <p:cNvCxnSpPr/>
          <p:nvPr/>
        </p:nvCxnSpPr>
        <p:spPr>
          <a:xfrm>
            <a:off x="60262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7" name="Google Shape;1337;p42"/>
          <p:cNvCxnSpPr/>
          <p:nvPr/>
        </p:nvCxnSpPr>
        <p:spPr>
          <a:xfrm>
            <a:off x="54166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42"/>
          <p:cNvCxnSpPr/>
          <p:nvPr/>
        </p:nvCxnSpPr>
        <p:spPr>
          <a:xfrm flipH="1">
            <a:off x="5970150" y="1510400"/>
            <a:ext cx="200700" cy="8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39" name="Google Shape;1339;p42"/>
          <p:cNvSpPr/>
          <p:nvPr/>
        </p:nvSpPr>
        <p:spPr>
          <a:xfrm>
            <a:off x="5784813" y="23036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0" name="Google Shape;1340;p42"/>
          <p:cNvCxnSpPr/>
          <p:nvPr/>
        </p:nvCxnSpPr>
        <p:spPr>
          <a:xfrm>
            <a:off x="5364056" y="1513695"/>
            <a:ext cx="72600" cy="90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InsertAtStart</a:t>
            </a:r>
            <a:endParaRPr/>
          </a:p>
        </p:txBody>
      </p:sp>
      <p:sp>
        <p:nvSpPr>
          <p:cNvPr id="1346" name="Google Shape;1346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7" name="Google Shape;1347;p43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43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43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43"/>
          <p:cNvSpPr/>
          <p:nvPr/>
        </p:nvSpPr>
        <p:spPr>
          <a:xfrm>
            <a:off x="102369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43"/>
          <p:cNvSpPr txBox="1"/>
          <p:nvPr/>
        </p:nvSpPr>
        <p:spPr>
          <a:xfrm>
            <a:off x="105456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2" name="Google Shape;1352;p43"/>
          <p:cNvCxnSpPr/>
          <p:nvPr/>
        </p:nvCxnSpPr>
        <p:spPr>
          <a:xfrm>
            <a:off x="11075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43"/>
          <p:cNvCxnSpPr/>
          <p:nvPr/>
        </p:nvCxnSpPr>
        <p:spPr>
          <a:xfrm>
            <a:off x="10465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4" name="Google Shape;1354;p43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5" name="Google Shape;1355;p43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6" name="Google Shape;1356;p43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7" name="Google Shape;1357;p43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8" name="Google Shape;1358;p43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9" name="Google Shape;1359;p43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0" name="Google Shape;1360;p43"/>
          <p:cNvSpPr txBox="1"/>
          <p:nvPr/>
        </p:nvSpPr>
        <p:spPr>
          <a:xfrm>
            <a:off x="61822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1" name="Google Shape;1361;p43"/>
          <p:cNvCxnSpPr/>
          <p:nvPr/>
        </p:nvCxnSpPr>
        <p:spPr>
          <a:xfrm>
            <a:off x="67120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2" name="Google Shape;1362;p43"/>
          <p:cNvCxnSpPr/>
          <p:nvPr/>
        </p:nvCxnSpPr>
        <p:spPr>
          <a:xfrm>
            <a:off x="61024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3" name="Google Shape;1363;p43"/>
          <p:cNvSpPr txBox="1"/>
          <p:nvPr/>
        </p:nvSpPr>
        <p:spPr>
          <a:xfrm>
            <a:off x="46054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4" name="Google Shape;1364;p43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65" name="Google Shape;1365;p43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66" name="Google Shape;1366;p43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67" name="Google Shape;1367;p43"/>
          <p:cNvCxnSpPr/>
          <p:nvPr/>
        </p:nvCxnSpPr>
        <p:spPr>
          <a:xfrm flipH="1" rot="10800000">
            <a:off x="96546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68" name="Google Shape;1368;p43"/>
          <p:cNvCxnSpPr/>
          <p:nvPr/>
        </p:nvCxnSpPr>
        <p:spPr>
          <a:xfrm flipH="1">
            <a:off x="98070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69" name="Google Shape;1369;p43"/>
          <p:cNvSpPr txBox="1"/>
          <p:nvPr/>
        </p:nvSpPr>
        <p:spPr>
          <a:xfrm>
            <a:off x="10396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43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1" name="Google Shape;1371;p43"/>
          <p:cNvCxnSpPr/>
          <p:nvPr/>
        </p:nvCxnSpPr>
        <p:spPr>
          <a:xfrm>
            <a:off x="5284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2" name="Google Shape;1372;p43"/>
          <p:cNvCxnSpPr/>
          <p:nvPr/>
        </p:nvCxnSpPr>
        <p:spPr>
          <a:xfrm>
            <a:off x="4674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3" name="Google Shape;1373;p43"/>
          <p:cNvCxnSpPr/>
          <p:nvPr/>
        </p:nvCxnSpPr>
        <p:spPr>
          <a:xfrm rot="10800000">
            <a:off x="5256356" y="1619295"/>
            <a:ext cx="54900" cy="8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74" name="Google Shape;1374;p43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75" name="Google Shape;1375;p43"/>
          <p:cNvCxnSpPr/>
          <p:nvPr/>
        </p:nvCxnSpPr>
        <p:spPr>
          <a:xfrm flipH="1" rot="10800000">
            <a:off x="6026250" y="1606100"/>
            <a:ext cx="222600" cy="89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76" name="Google Shape;1376;p43"/>
          <p:cNvSpPr/>
          <p:nvPr/>
        </p:nvSpPr>
        <p:spPr>
          <a:xfrm>
            <a:off x="41790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377" name="Google Shape;1377;p43"/>
          <p:cNvSpPr/>
          <p:nvPr/>
        </p:nvSpPr>
        <p:spPr>
          <a:xfrm>
            <a:off x="40178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378" name="Google Shape;1378;p43"/>
          <p:cNvSpPr txBox="1"/>
          <p:nvPr/>
        </p:nvSpPr>
        <p:spPr>
          <a:xfrm>
            <a:off x="47022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9" name="Google Shape;137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13" y="35883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80" name="Google Shape;1380;p43"/>
          <p:cNvSpPr txBox="1"/>
          <p:nvPr/>
        </p:nvSpPr>
        <p:spPr>
          <a:xfrm>
            <a:off x="328800" y="1779750"/>
            <a:ext cx="25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30 at start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43"/>
          <p:cNvSpPr/>
          <p:nvPr/>
        </p:nvSpPr>
        <p:spPr>
          <a:xfrm>
            <a:off x="5207725" y="1295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43"/>
          <p:cNvSpPr txBox="1"/>
          <p:nvPr/>
        </p:nvSpPr>
        <p:spPr>
          <a:xfrm>
            <a:off x="5496473" y="1221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3" name="Google Shape;1383;p43"/>
          <p:cNvCxnSpPr/>
          <p:nvPr/>
        </p:nvCxnSpPr>
        <p:spPr>
          <a:xfrm>
            <a:off x="60262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4" name="Google Shape;1384;p43"/>
          <p:cNvCxnSpPr/>
          <p:nvPr/>
        </p:nvCxnSpPr>
        <p:spPr>
          <a:xfrm>
            <a:off x="5416642" y="1295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5" name="Google Shape;1385;p43"/>
          <p:cNvCxnSpPr/>
          <p:nvPr/>
        </p:nvCxnSpPr>
        <p:spPr>
          <a:xfrm flipH="1">
            <a:off x="5970150" y="1510400"/>
            <a:ext cx="200700" cy="8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86" name="Google Shape;1386;p43"/>
          <p:cNvCxnSpPr/>
          <p:nvPr/>
        </p:nvCxnSpPr>
        <p:spPr>
          <a:xfrm>
            <a:off x="5364056" y="1513695"/>
            <a:ext cx="72600" cy="90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87" name="Google Shape;1387;p43"/>
          <p:cNvSpPr/>
          <p:nvPr/>
        </p:nvSpPr>
        <p:spPr>
          <a:xfrm>
            <a:off x="5784813" y="23036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InsertAtEnd</a:t>
            </a:r>
            <a:endParaRPr/>
          </a:p>
        </p:txBody>
      </p:sp>
      <p:sp>
        <p:nvSpPr>
          <p:cNvPr id="1393" name="Google Shape;1393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4" name="Google Shape;1394;p44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44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44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44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44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9" name="Google Shape;1399;p44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0" name="Google Shape;1400;p44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1" name="Google Shape;1401;p44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2" name="Google Shape;1402;p44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3" name="Google Shape;1403;p44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4" name="Google Shape;1404;p44"/>
          <p:cNvSpPr txBox="1"/>
          <p:nvPr/>
        </p:nvSpPr>
        <p:spPr>
          <a:xfrm>
            <a:off x="62022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5" name="Google Shape;1405;p44"/>
          <p:cNvCxnSpPr/>
          <p:nvPr/>
        </p:nvCxnSpPr>
        <p:spPr>
          <a:xfrm>
            <a:off x="6732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6" name="Google Shape;1406;p44"/>
          <p:cNvCxnSpPr/>
          <p:nvPr/>
        </p:nvCxnSpPr>
        <p:spPr>
          <a:xfrm>
            <a:off x="6122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7" name="Google Shape;1407;p44"/>
          <p:cNvSpPr txBox="1"/>
          <p:nvPr/>
        </p:nvSpPr>
        <p:spPr>
          <a:xfrm>
            <a:off x="4734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8" name="Google Shape;1408;p44"/>
          <p:cNvCxnSpPr/>
          <p:nvPr/>
        </p:nvCxnSpPr>
        <p:spPr>
          <a:xfrm>
            <a:off x="5264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9" name="Google Shape;1409;p44"/>
          <p:cNvCxnSpPr/>
          <p:nvPr/>
        </p:nvCxnSpPr>
        <p:spPr>
          <a:xfrm>
            <a:off x="4654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0" name="Google Shape;1410;p44"/>
          <p:cNvSpPr txBox="1"/>
          <p:nvPr/>
        </p:nvSpPr>
        <p:spPr>
          <a:xfrm>
            <a:off x="3157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1" name="Google Shape;1411;p44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12" name="Google Shape;1412;p44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13" name="Google Shape;1413;p44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14" name="Google Shape;1414;p44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15" name="Google Shape;1415;p44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16" name="Google Shape;1416;p44"/>
          <p:cNvSpPr/>
          <p:nvPr/>
        </p:nvSpPr>
        <p:spPr>
          <a:xfrm>
            <a:off x="29979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7" name="Google Shape;1417;p44"/>
          <p:cNvCxnSpPr/>
          <p:nvPr/>
        </p:nvCxnSpPr>
        <p:spPr>
          <a:xfrm>
            <a:off x="3836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8" name="Google Shape;1418;p44"/>
          <p:cNvCxnSpPr/>
          <p:nvPr/>
        </p:nvCxnSpPr>
        <p:spPr>
          <a:xfrm>
            <a:off x="3226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9" name="Google Shape;1419;p44"/>
          <p:cNvCxnSpPr/>
          <p:nvPr/>
        </p:nvCxnSpPr>
        <p:spPr>
          <a:xfrm flipH="1" rot="10800000">
            <a:off x="38634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20" name="Google Shape;1420;p44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21" name="Google Shape;1421;p44"/>
          <p:cNvCxnSpPr/>
          <p:nvPr/>
        </p:nvCxnSpPr>
        <p:spPr>
          <a:xfrm flipH="1">
            <a:off x="40158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22" name="Google Shape;1422;p44"/>
          <p:cNvSpPr/>
          <p:nvPr/>
        </p:nvSpPr>
        <p:spPr>
          <a:xfrm>
            <a:off x="27312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423" name="Google Shape;1423;p44"/>
          <p:cNvSpPr/>
          <p:nvPr/>
        </p:nvSpPr>
        <p:spPr>
          <a:xfrm>
            <a:off x="25700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424" name="Google Shape;1424;p44"/>
          <p:cNvSpPr txBox="1"/>
          <p:nvPr/>
        </p:nvSpPr>
        <p:spPr>
          <a:xfrm>
            <a:off x="32544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5" name="Google Shape;142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13" y="36064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6" name="Google Shape;1426;p44"/>
          <p:cNvSpPr/>
          <p:nvPr/>
        </p:nvSpPr>
        <p:spPr>
          <a:xfrm>
            <a:off x="902925" y="4384350"/>
            <a:ext cx="3702600" cy="185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44"/>
          <p:cNvSpPr txBox="1"/>
          <p:nvPr/>
        </p:nvSpPr>
        <p:spPr>
          <a:xfrm>
            <a:off x="5661000" y="5166250"/>
            <a:ext cx="294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80 at end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44"/>
          <p:cNvSpPr/>
          <p:nvPr/>
        </p:nvSpPr>
        <p:spPr>
          <a:xfrm>
            <a:off x="10541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44"/>
          <p:cNvSpPr txBox="1"/>
          <p:nvPr/>
        </p:nvSpPr>
        <p:spPr>
          <a:xfrm>
            <a:off x="10830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0" name="Google Shape;1430;p44"/>
          <p:cNvCxnSpPr/>
          <p:nvPr/>
        </p:nvCxnSpPr>
        <p:spPr>
          <a:xfrm>
            <a:off x="11360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44"/>
          <p:cNvCxnSpPr/>
          <p:nvPr/>
        </p:nvCxnSpPr>
        <p:spPr>
          <a:xfrm>
            <a:off x="10750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2" name="Google Shape;1432;p44"/>
          <p:cNvCxnSpPr/>
          <p:nvPr/>
        </p:nvCxnSpPr>
        <p:spPr>
          <a:xfrm>
            <a:off x="11407256" y="2509395"/>
            <a:ext cx="381000" cy="3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33" name="Google Shape;1433;p44"/>
          <p:cNvCxnSpPr/>
          <p:nvPr/>
        </p:nvCxnSpPr>
        <p:spPr>
          <a:xfrm rot="10800000">
            <a:off x="10210256" y="2194995"/>
            <a:ext cx="487800" cy="4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InsertAtEnd</a:t>
            </a:r>
            <a:endParaRPr/>
          </a:p>
        </p:txBody>
      </p:sp>
      <p:sp>
        <p:nvSpPr>
          <p:cNvPr id="1439" name="Google Shape;1439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0" name="Google Shape;1440;p45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45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45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45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45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5" name="Google Shape;1445;p45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6" name="Google Shape;1446;p45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7" name="Google Shape;1447;p45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8" name="Google Shape;1448;p45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9" name="Google Shape;1449;p45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0" name="Google Shape;1450;p45"/>
          <p:cNvSpPr txBox="1"/>
          <p:nvPr/>
        </p:nvSpPr>
        <p:spPr>
          <a:xfrm>
            <a:off x="62022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1" name="Google Shape;1451;p45"/>
          <p:cNvCxnSpPr/>
          <p:nvPr/>
        </p:nvCxnSpPr>
        <p:spPr>
          <a:xfrm>
            <a:off x="6732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2" name="Google Shape;1452;p45"/>
          <p:cNvCxnSpPr/>
          <p:nvPr/>
        </p:nvCxnSpPr>
        <p:spPr>
          <a:xfrm>
            <a:off x="6122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3" name="Google Shape;1453;p45"/>
          <p:cNvSpPr txBox="1"/>
          <p:nvPr/>
        </p:nvSpPr>
        <p:spPr>
          <a:xfrm>
            <a:off x="4734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4" name="Google Shape;1454;p45"/>
          <p:cNvCxnSpPr/>
          <p:nvPr/>
        </p:nvCxnSpPr>
        <p:spPr>
          <a:xfrm>
            <a:off x="5264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45"/>
          <p:cNvCxnSpPr/>
          <p:nvPr/>
        </p:nvCxnSpPr>
        <p:spPr>
          <a:xfrm>
            <a:off x="4654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6" name="Google Shape;1456;p45"/>
          <p:cNvSpPr txBox="1"/>
          <p:nvPr/>
        </p:nvSpPr>
        <p:spPr>
          <a:xfrm>
            <a:off x="3157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7" name="Google Shape;1457;p45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58" name="Google Shape;1458;p45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59" name="Google Shape;1459;p45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60" name="Google Shape;1460;p45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61" name="Google Shape;1461;p45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62" name="Google Shape;1462;p45"/>
          <p:cNvSpPr/>
          <p:nvPr/>
        </p:nvSpPr>
        <p:spPr>
          <a:xfrm>
            <a:off x="29979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3" name="Google Shape;1463;p45"/>
          <p:cNvCxnSpPr/>
          <p:nvPr/>
        </p:nvCxnSpPr>
        <p:spPr>
          <a:xfrm>
            <a:off x="3836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4" name="Google Shape;1464;p45"/>
          <p:cNvCxnSpPr/>
          <p:nvPr/>
        </p:nvCxnSpPr>
        <p:spPr>
          <a:xfrm>
            <a:off x="3226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5" name="Google Shape;1465;p45"/>
          <p:cNvCxnSpPr/>
          <p:nvPr/>
        </p:nvCxnSpPr>
        <p:spPr>
          <a:xfrm flipH="1" rot="10800000">
            <a:off x="38634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66" name="Google Shape;1466;p45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67" name="Google Shape;1467;p45"/>
          <p:cNvCxnSpPr/>
          <p:nvPr/>
        </p:nvCxnSpPr>
        <p:spPr>
          <a:xfrm flipH="1">
            <a:off x="40158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68" name="Google Shape;1468;p45"/>
          <p:cNvSpPr/>
          <p:nvPr/>
        </p:nvSpPr>
        <p:spPr>
          <a:xfrm>
            <a:off x="27312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469" name="Google Shape;1469;p45"/>
          <p:cNvSpPr/>
          <p:nvPr/>
        </p:nvSpPr>
        <p:spPr>
          <a:xfrm>
            <a:off x="25700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470" name="Google Shape;1470;p45"/>
          <p:cNvSpPr txBox="1"/>
          <p:nvPr/>
        </p:nvSpPr>
        <p:spPr>
          <a:xfrm>
            <a:off x="32544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1" name="Google Shape;147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13" y="36064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2" name="Google Shape;1472;p45"/>
          <p:cNvSpPr/>
          <p:nvPr/>
        </p:nvSpPr>
        <p:spPr>
          <a:xfrm>
            <a:off x="902925" y="4654450"/>
            <a:ext cx="3702600" cy="158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45"/>
          <p:cNvSpPr txBox="1"/>
          <p:nvPr/>
        </p:nvSpPr>
        <p:spPr>
          <a:xfrm>
            <a:off x="5661000" y="5166250"/>
            <a:ext cx="294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80 at end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45"/>
          <p:cNvSpPr/>
          <p:nvPr/>
        </p:nvSpPr>
        <p:spPr>
          <a:xfrm>
            <a:off x="10541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45"/>
          <p:cNvSpPr txBox="1"/>
          <p:nvPr/>
        </p:nvSpPr>
        <p:spPr>
          <a:xfrm>
            <a:off x="10830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6" name="Google Shape;1476;p45"/>
          <p:cNvCxnSpPr/>
          <p:nvPr/>
        </p:nvCxnSpPr>
        <p:spPr>
          <a:xfrm>
            <a:off x="11360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7" name="Google Shape;1477;p45"/>
          <p:cNvCxnSpPr/>
          <p:nvPr/>
        </p:nvCxnSpPr>
        <p:spPr>
          <a:xfrm>
            <a:off x="10750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8" name="Google Shape;1478;p45"/>
          <p:cNvCxnSpPr/>
          <p:nvPr/>
        </p:nvCxnSpPr>
        <p:spPr>
          <a:xfrm>
            <a:off x="11407256" y="2509395"/>
            <a:ext cx="381000" cy="3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79" name="Google Shape;1479;p45"/>
          <p:cNvCxnSpPr/>
          <p:nvPr/>
        </p:nvCxnSpPr>
        <p:spPr>
          <a:xfrm rot="10800000">
            <a:off x="10210256" y="2194995"/>
            <a:ext cx="487800" cy="4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80" name="Google Shape;1480;p45"/>
          <p:cNvSpPr/>
          <p:nvPr/>
        </p:nvSpPr>
        <p:spPr>
          <a:xfrm>
            <a:off x="8682175" y="23036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InsertAtEnd</a:t>
            </a:r>
            <a:endParaRPr/>
          </a:p>
        </p:txBody>
      </p:sp>
      <p:sp>
        <p:nvSpPr>
          <p:cNvPr id="1486" name="Google Shape;1486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7" name="Google Shape;1487;p46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46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46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46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46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2" name="Google Shape;1492;p46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3" name="Google Shape;1493;p46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4" name="Google Shape;1494;p46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5" name="Google Shape;1495;p46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6" name="Google Shape;1496;p46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7" name="Google Shape;1497;p46"/>
          <p:cNvSpPr txBox="1"/>
          <p:nvPr/>
        </p:nvSpPr>
        <p:spPr>
          <a:xfrm>
            <a:off x="62022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8" name="Google Shape;1498;p46"/>
          <p:cNvCxnSpPr/>
          <p:nvPr/>
        </p:nvCxnSpPr>
        <p:spPr>
          <a:xfrm>
            <a:off x="6732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9" name="Google Shape;1499;p46"/>
          <p:cNvCxnSpPr/>
          <p:nvPr/>
        </p:nvCxnSpPr>
        <p:spPr>
          <a:xfrm>
            <a:off x="6122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0" name="Google Shape;1500;p46"/>
          <p:cNvSpPr txBox="1"/>
          <p:nvPr/>
        </p:nvSpPr>
        <p:spPr>
          <a:xfrm>
            <a:off x="4734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1" name="Google Shape;1501;p46"/>
          <p:cNvCxnSpPr/>
          <p:nvPr/>
        </p:nvCxnSpPr>
        <p:spPr>
          <a:xfrm>
            <a:off x="5264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46"/>
          <p:cNvCxnSpPr/>
          <p:nvPr/>
        </p:nvCxnSpPr>
        <p:spPr>
          <a:xfrm>
            <a:off x="4654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46"/>
          <p:cNvSpPr txBox="1"/>
          <p:nvPr/>
        </p:nvSpPr>
        <p:spPr>
          <a:xfrm>
            <a:off x="3157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4" name="Google Shape;1504;p46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05" name="Google Shape;1505;p46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06" name="Google Shape;1506;p46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07" name="Google Shape;1507;p46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08" name="Google Shape;1508;p46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09" name="Google Shape;1509;p46"/>
          <p:cNvSpPr/>
          <p:nvPr/>
        </p:nvSpPr>
        <p:spPr>
          <a:xfrm>
            <a:off x="29979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0" name="Google Shape;1510;p46"/>
          <p:cNvCxnSpPr/>
          <p:nvPr/>
        </p:nvCxnSpPr>
        <p:spPr>
          <a:xfrm>
            <a:off x="3836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1" name="Google Shape;1511;p46"/>
          <p:cNvCxnSpPr/>
          <p:nvPr/>
        </p:nvCxnSpPr>
        <p:spPr>
          <a:xfrm>
            <a:off x="3226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2" name="Google Shape;1512;p46"/>
          <p:cNvCxnSpPr/>
          <p:nvPr/>
        </p:nvCxnSpPr>
        <p:spPr>
          <a:xfrm flipH="1" rot="10800000">
            <a:off x="38634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13" name="Google Shape;1513;p46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14" name="Google Shape;1514;p46"/>
          <p:cNvCxnSpPr/>
          <p:nvPr/>
        </p:nvCxnSpPr>
        <p:spPr>
          <a:xfrm flipH="1">
            <a:off x="40158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15" name="Google Shape;1515;p46"/>
          <p:cNvSpPr/>
          <p:nvPr/>
        </p:nvSpPr>
        <p:spPr>
          <a:xfrm>
            <a:off x="27312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516" name="Google Shape;1516;p46"/>
          <p:cNvSpPr/>
          <p:nvPr/>
        </p:nvSpPr>
        <p:spPr>
          <a:xfrm>
            <a:off x="25700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517" name="Google Shape;1517;p46"/>
          <p:cNvSpPr txBox="1"/>
          <p:nvPr/>
        </p:nvSpPr>
        <p:spPr>
          <a:xfrm>
            <a:off x="32544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8" name="Google Shape;151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13" y="36064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9" name="Google Shape;1519;p46"/>
          <p:cNvSpPr/>
          <p:nvPr/>
        </p:nvSpPr>
        <p:spPr>
          <a:xfrm>
            <a:off x="902925" y="5308400"/>
            <a:ext cx="3702600" cy="93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46"/>
          <p:cNvSpPr txBox="1"/>
          <p:nvPr/>
        </p:nvSpPr>
        <p:spPr>
          <a:xfrm>
            <a:off x="5661000" y="5166250"/>
            <a:ext cx="294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80 at end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46"/>
          <p:cNvSpPr/>
          <p:nvPr/>
        </p:nvSpPr>
        <p:spPr>
          <a:xfrm>
            <a:off x="10541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46"/>
          <p:cNvSpPr txBox="1"/>
          <p:nvPr/>
        </p:nvSpPr>
        <p:spPr>
          <a:xfrm>
            <a:off x="10830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3" name="Google Shape;1523;p46"/>
          <p:cNvCxnSpPr/>
          <p:nvPr/>
        </p:nvCxnSpPr>
        <p:spPr>
          <a:xfrm>
            <a:off x="11360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4" name="Google Shape;1524;p46"/>
          <p:cNvCxnSpPr/>
          <p:nvPr/>
        </p:nvCxnSpPr>
        <p:spPr>
          <a:xfrm>
            <a:off x="10750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5" name="Google Shape;1525;p46"/>
          <p:cNvCxnSpPr/>
          <p:nvPr/>
        </p:nvCxnSpPr>
        <p:spPr>
          <a:xfrm rot="10800000">
            <a:off x="10210256" y="2194995"/>
            <a:ext cx="487800" cy="4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26" name="Google Shape;1526;p46"/>
          <p:cNvSpPr/>
          <p:nvPr/>
        </p:nvSpPr>
        <p:spPr>
          <a:xfrm>
            <a:off x="8682175" y="23036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46"/>
          <p:cNvSpPr/>
          <p:nvPr/>
        </p:nvSpPr>
        <p:spPr>
          <a:xfrm>
            <a:off x="2501250" y="1402850"/>
            <a:ext cx="9136819" cy="1132328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InsertAtEnd</a:t>
            </a:r>
            <a:endParaRPr/>
          </a:p>
        </p:txBody>
      </p:sp>
      <p:sp>
        <p:nvSpPr>
          <p:cNvPr id="1533" name="Google Shape;1533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4" name="Google Shape;1534;p47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47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47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47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47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9" name="Google Shape;1539;p47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0" name="Google Shape;1540;p47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1" name="Google Shape;1541;p47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2" name="Google Shape;1542;p47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3" name="Google Shape;1543;p47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4" name="Google Shape;1544;p47"/>
          <p:cNvSpPr txBox="1"/>
          <p:nvPr/>
        </p:nvSpPr>
        <p:spPr>
          <a:xfrm>
            <a:off x="62022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5" name="Google Shape;1545;p47"/>
          <p:cNvCxnSpPr/>
          <p:nvPr/>
        </p:nvCxnSpPr>
        <p:spPr>
          <a:xfrm>
            <a:off x="6732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47"/>
          <p:cNvCxnSpPr/>
          <p:nvPr/>
        </p:nvCxnSpPr>
        <p:spPr>
          <a:xfrm>
            <a:off x="6122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7" name="Google Shape;1547;p47"/>
          <p:cNvSpPr txBox="1"/>
          <p:nvPr/>
        </p:nvSpPr>
        <p:spPr>
          <a:xfrm>
            <a:off x="4734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8" name="Google Shape;1548;p47"/>
          <p:cNvCxnSpPr/>
          <p:nvPr/>
        </p:nvCxnSpPr>
        <p:spPr>
          <a:xfrm>
            <a:off x="5264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47"/>
          <p:cNvCxnSpPr/>
          <p:nvPr/>
        </p:nvCxnSpPr>
        <p:spPr>
          <a:xfrm>
            <a:off x="4654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0" name="Google Shape;1550;p47"/>
          <p:cNvSpPr txBox="1"/>
          <p:nvPr/>
        </p:nvSpPr>
        <p:spPr>
          <a:xfrm>
            <a:off x="3157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1" name="Google Shape;1551;p47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52" name="Google Shape;1552;p47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53" name="Google Shape;1553;p47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54" name="Google Shape;1554;p47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55" name="Google Shape;1555;p47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56" name="Google Shape;1556;p47"/>
          <p:cNvSpPr/>
          <p:nvPr/>
        </p:nvSpPr>
        <p:spPr>
          <a:xfrm>
            <a:off x="29979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7" name="Google Shape;1557;p47"/>
          <p:cNvCxnSpPr/>
          <p:nvPr/>
        </p:nvCxnSpPr>
        <p:spPr>
          <a:xfrm>
            <a:off x="3836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8" name="Google Shape;1558;p47"/>
          <p:cNvCxnSpPr/>
          <p:nvPr/>
        </p:nvCxnSpPr>
        <p:spPr>
          <a:xfrm>
            <a:off x="3226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9" name="Google Shape;1559;p47"/>
          <p:cNvCxnSpPr/>
          <p:nvPr/>
        </p:nvCxnSpPr>
        <p:spPr>
          <a:xfrm flipH="1" rot="10800000">
            <a:off x="38634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60" name="Google Shape;1560;p47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61" name="Google Shape;1561;p47"/>
          <p:cNvCxnSpPr/>
          <p:nvPr/>
        </p:nvCxnSpPr>
        <p:spPr>
          <a:xfrm flipH="1">
            <a:off x="40158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62" name="Google Shape;1562;p47"/>
          <p:cNvSpPr/>
          <p:nvPr/>
        </p:nvSpPr>
        <p:spPr>
          <a:xfrm>
            <a:off x="27312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563" name="Google Shape;1563;p47"/>
          <p:cNvSpPr/>
          <p:nvPr/>
        </p:nvSpPr>
        <p:spPr>
          <a:xfrm>
            <a:off x="2570049" y="1864999"/>
            <a:ext cx="7345300" cy="670175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564" name="Google Shape;1564;p47"/>
          <p:cNvSpPr txBox="1"/>
          <p:nvPr/>
        </p:nvSpPr>
        <p:spPr>
          <a:xfrm>
            <a:off x="32544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5" name="Google Shape;156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13" y="36064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6" name="Google Shape;1566;p47"/>
          <p:cNvSpPr/>
          <p:nvPr/>
        </p:nvSpPr>
        <p:spPr>
          <a:xfrm>
            <a:off x="902925" y="5626400"/>
            <a:ext cx="3702600" cy="61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47"/>
          <p:cNvSpPr txBox="1"/>
          <p:nvPr/>
        </p:nvSpPr>
        <p:spPr>
          <a:xfrm>
            <a:off x="5661000" y="5166250"/>
            <a:ext cx="294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80 at end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47"/>
          <p:cNvSpPr/>
          <p:nvPr/>
        </p:nvSpPr>
        <p:spPr>
          <a:xfrm>
            <a:off x="10541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47"/>
          <p:cNvSpPr txBox="1"/>
          <p:nvPr/>
        </p:nvSpPr>
        <p:spPr>
          <a:xfrm>
            <a:off x="10830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0" name="Google Shape;1570;p47"/>
          <p:cNvCxnSpPr/>
          <p:nvPr/>
        </p:nvCxnSpPr>
        <p:spPr>
          <a:xfrm>
            <a:off x="11360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1" name="Google Shape;1571;p47"/>
          <p:cNvCxnSpPr/>
          <p:nvPr/>
        </p:nvCxnSpPr>
        <p:spPr>
          <a:xfrm>
            <a:off x="10750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2" name="Google Shape;1572;p47"/>
          <p:cNvCxnSpPr/>
          <p:nvPr/>
        </p:nvCxnSpPr>
        <p:spPr>
          <a:xfrm flipH="1">
            <a:off x="9920575" y="2656700"/>
            <a:ext cx="777600" cy="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73" name="Google Shape;1573;p47"/>
          <p:cNvSpPr/>
          <p:nvPr/>
        </p:nvSpPr>
        <p:spPr>
          <a:xfrm>
            <a:off x="8682175" y="23036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47"/>
          <p:cNvSpPr/>
          <p:nvPr/>
        </p:nvSpPr>
        <p:spPr>
          <a:xfrm>
            <a:off x="2501250" y="1402850"/>
            <a:ext cx="9136819" cy="1132328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InsertAtEnd</a:t>
            </a:r>
            <a:endParaRPr/>
          </a:p>
        </p:txBody>
      </p:sp>
      <p:sp>
        <p:nvSpPr>
          <p:cNvPr id="1580" name="Google Shape;1580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1" name="Google Shape;1581;p48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48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48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48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48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6" name="Google Shape;1586;p48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7" name="Google Shape;1587;p48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8" name="Google Shape;1588;p48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9" name="Google Shape;1589;p48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0" name="Google Shape;1590;p48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1" name="Google Shape;1591;p48"/>
          <p:cNvSpPr txBox="1"/>
          <p:nvPr/>
        </p:nvSpPr>
        <p:spPr>
          <a:xfrm>
            <a:off x="62022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2" name="Google Shape;1592;p48"/>
          <p:cNvCxnSpPr/>
          <p:nvPr/>
        </p:nvCxnSpPr>
        <p:spPr>
          <a:xfrm>
            <a:off x="6732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3" name="Google Shape;1593;p48"/>
          <p:cNvCxnSpPr/>
          <p:nvPr/>
        </p:nvCxnSpPr>
        <p:spPr>
          <a:xfrm>
            <a:off x="6122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4" name="Google Shape;1594;p48"/>
          <p:cNvSpPr txBox="1"/>
          <p:nvPr/>
        </p:nvSpPr>
        <p:spPr>
          <a:xfrm>
            <a:off x="4734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5" name="Google Shape;1595;p48"/>
          <p:cNvCxnSpPr/>
          <p:nvPr/>
        </p:nvCxnSpPr>
        <p:spPr>
          <a:xfrm>
            <a:off x="5264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48"/>
          <p:cNvCxnSpPr/>
          <p:nvPr/>
        </p:nvCxnSpPr>
        <p:spPr>
          <a:xfrm>
            <a:off x="4654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7" name="Google Shape;1597;p48"/>
          <p:cNvSpPr txBox="1"/>
          <p:nvPr/>
        </p:nvSpPr>
        <p:spPr>
          <a:xfrm>
            <a:off x="3157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8" name="Google Shape;1598;p48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99" name="Google Shape;1599;p48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00" name="Google Shape;1600;p48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01" name="Google Shape;1601;p48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02" name="Google Shape;1602;p48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03" name="Google Shape;1603;p48"/>
          <p:cNvSpPr/>
          <p:nvPr/>
        </p:nvSpPr>
        <p:spPr>
          <a:xfrm>
            <a:off x="29979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4" name="Google Shape;1604;p48"/>
          <p:cNvCxnSpPr/>
          <p:nvPr/>
        </p:nvCxnSpPr>
        <p:spPr>
          <a:xfrm>
            <a:off x="3836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5" name="Google Shape;1605;p48"/>
          <p:cNvCxnSpPr/>
          <p:nvPr/>
        </p:nvCxnSpPr>
        <p:spPr>
          <a:xfrm>
            <a:off x="3226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6" name="Google Shape;1606;p48"/>
          <p:cNvCxnSpPr/>
          <p:nvPr/>
        </p:nvCxnSpPr>
        <p:spPr>
          <a:xfrm flipH="1" rot="10800000">
            <a:off x="38634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07" name="Google Shape;1607;p48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08" name="Google Shape;1608;p48"/>
          <p:cNvCxnSpPr/>
          <p:nvPr/>
        </p:nvCxnSpPr>
        <p:spPr>
          <a:xfrm flipH="1">
            <a:off x="40158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09" name="Google Shape;1609;p48"/>
          <p:cNvSpPr/>
          <p:nvPr/>
        </p:nvSpPr>
        <p:spPr>
          <a:xfrm>
            <a:off x="2731259" y="2639475"/>
            <a:ext cx="7615875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610" name="Google Shape;1610;p48"/>
          <p:cNvSpPr txBox="1"/>
          <p:nvPr/>
        </p:nvSpPr>
        <p:spPr>
          <a:xfrm>
            <a:off x="32544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1" name="Google Shape;161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13" y="36064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2" name="Google Shape;1612;p48"/>
          <p:cNvSpPr/>
          <p:nvPr/>
        </p:nvSpPr>
        <p:spPr>
          <a:xfrm>
            <a:off x="902925" y="5943200"/>
            <a:ext cx="37026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48"/>
          <p:cNvSpPr txBox="1"/>
          <p:nvPr/>
        </p:nvSpPr>
        <p:spPr>
          <a:xfrm>
            <a:off x="5661000" y="5166250"/>
            <a:ext cx="294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80 at end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48"/>
          <p:cNvSpPr/>
          <p:nvPr/>
        </p:nvSpPr>
        <p:spPr>
          <a:xfrm>
            <a:off x="10541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48"/>
          <p:cNvSpPr txBox="1"/>
          <p:nvPr/>
        </p:nvSpPr>
        <p:spPr>
          <a:xfrm>
            <a:off x="10830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6" name="Google Shape;1616;p48"/>
          <p:cNvCxnSpPr/>
          <p:nvPr/>
        </p:nvCxnSpPr>
        <p:spPr>
          <a:xfrm>
            <a:off x="11360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48"/>
          <p:cNvCxnSpPr/>
          <p:nvPr/>
        </p:nvCxnSpPr>
        <p:spPr>
          <a:xfrm>
            <a:off x="10750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48"/>
          <p:cNvCxnSpPr/>
          <p:nvPr/>
        </p:nvCxnSpPr>
        <p:spPr>
          <a:xfrm flipH="1">
            <a:off x="9920575" y="2656700"/>
            <a:ext cx="777600" cy="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19" name="Google Shape;1619;p48"/>
          <p:cNvSpPr/>
          <p:nvPr/>
        </p:nvSpPr>
        <p:spPr>
          <a:xfrm>
            <a:off x="8682175" y="23036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48"/>
          <p:cNvSpPr/>
          <p:nvPr/>
        </p:nvSpPr>
        <p:spPr>
          <a:xfrm>
            <a:off x="2501250" y="1402850"/>
            <a:ext cx="9136819" cy="1132328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cxnSp>
        <p:nvCxnSpPr>
          <p:cNvPr id="1621" name="Google Shape;1621;p48"/>
          <p:cNvCxnSpPr/>
          <p:nvPr/>
        </p:nvCxnSpPr>
        <p:spPr>
          <a:xfrm flipH="1" rot="10800000">
            <a:off x="9838125" y="2518050"/>
            <a:ext cx="6882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InsertAtEnd</a:t>
            </a:r>
            <a:endParaRPr/>
          </a:p>
        </p:txBody>
      </p:sp>
      <p:sp>
        <p:nvSpPr>
          <p:cNvPr id="1627" name="Google Shape;1627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8" name="Google Shape;1628;p49"/>
          <p:cNvSpPr/>
          <p:nvPr/>
        </p:nvSpPr>
        <p:spPr>
          <a:xfrm>
            <a:off x="4445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49"/>
          <p:cNvSpPr/>
          <p:nvPr/>
        </p:nvSpPr>
        <p:spPr>
          <a:xfrm>
            <a:off x="58935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49"/>
          <p:cNvSpPr/>
          <p:nvPr/>
        </p:nvSpPr>
        <p:spPr>
          <a:xfrm>
            <a:off x="73413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49"/>
          <p:cNvSpPr/>
          <p:nvPr/>
        </p:nvSpPr>
        <p:spPr>
          <a:xfrm>
            <a:off x="8789125" y="2438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49"/>
          <p:cNvSpPr txBox="1"/>
          <p:nvPr/>
        </p:nvSpPr>
        <p:spPr>
          <a:xfrm>
            <a:off x="90978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3" name="Google Shape;1633;p49"/>
          <p:cNvCxnSpPr/>
          <p:nvPr/>
        </p:nvCxnSpPr>
        <p:spPr>
          <a:xfrm>
            <a:off x="96276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4" name="Google Shape;1634;p49"/>
          <p:cNvCxnSpPr/>
          <p:nvPr/>
        </p:nvCxnSpPr>
        <p:spPr>
          <a:xfrm>
            <a:off x="9018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5" name="Google Shape;1635;p49"/>
          <p:cNvSpPr txBox="1"/>
          <p:nvPr/>
        </p:nvSpPr>
        <p:spPr>
          <a:xfrm>
            <a:off x="76500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6" name="Google Shape;1636;p49"/>
          <p:cNvCxnSpPr/>
          <p:nvPr/>
        </p:nvCxnSpPr>
        <p:spPr>
          <a:xfrm>
            <a:off x="8179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7" name="Google Shape;1637;p49"/>
          <p:cNvCxnSpPr/>
          <p:nvPr/>
        </p:nvCxnSpPr>
        <p:spPr>
          <a:xfrm>
            <a:off x="75702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8" name="Google Shape;1638;p49"/>
          <p:cNvSpPr txBox="1"/>
          <p:nvPr/>
        </p:nvSpPr>
        <p:spPr>
          <a:xfrm>
            <a:off x="6202256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9" name="Google Shape;1639;p49"/>
          <p:cNvCxnSpPr/>
          <p:nvPr/>
        </p:nvCxnSpPr>
        <p:spPr>
          <a:xfrm>
            <a:off x="67320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49"/>
          <p:cNvCxnSpPr/>
          <p:nvPr/>
        </p:nvCxnSpPr>
        <p:spPr>
          <a:xfrm>
            <a:off x="6122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1" name="Google Shape;1641;p49"/>
          <p:cNvSpPr txBox="1"/>
          <p:nvPr/>
        </p:nvSpPr>
        <p:spPr>
          <a:xfrm>
            <a:off x="4734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2" name="Google Shape;1642;p49"/>
          <p:cNvCxnSpPr/>
          <p:nvPr/>
        </p:nvCxnSpPr>
        <p:spPr>
          <a:xfrm>
            <a:off x="5264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3" name="Google Shape;1643;p49"/>
          <p:cNvCxnSpPr/>
          <p:nvPr/>
        </p:nvCxnSpPr>
        <p:spPr>
          <a:xfrm>
            <a:off x="4654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4" name="Google Shape;1644;p49"/>
          <p:cNvSpPr txBox="1"/>
          <p:nvPr/>
        </p:nvSpPr>
        <p:spPr>
          <a:xfrm>
            <a:off x="3157671" y="1964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5" name="Google Shape;1645;p49"/>
          <p:cNvCxnSpPr/>
          <p:nvPr/>
        </p:nvCxnSpPr>
        <p:spPr>
          <a:xfrm flipH="1">
            <a:off x="54636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46" name="Google Shape;1646;p49"/>
          <p:cNvCxnSpPr/>
          <p:nvPr/>
        </p:nvCxnSpPr>
        <p:spPr>
          <a:xfrm flipH="1" rot="10800000">
            <a:off x="67590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47" name="Google Shape;1647;p49"/>
          <p:cNvCxnSpPr/>
          <p:nvPr/>
        </p:nvCxnSpPr>
        <p:spPr>
          <a:xfrm flipH="1">
            <a:off x="69114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48" name="Google Shape;1648;p49"/>
          <p:cNvCxnSpPr/>
          <p:nvPr/>
        </p:nvCxnSpPr>
        <p:spPr>
          <a:xfrm flipH="1" rot="10800000">
            <a:off x="82068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49" name="Google Shape;1649;p49"/>
          <p:cNvCxnSpPr/>
          <p:nvPr/>
        </p:nvCxnSpPr>
        <p:spPr>
          <a:xfrm flipH="1">
            <a:off x="83592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50" name="Google Shape;1650;p49"/>
          <p:cNvSpPr/>
          <p:nvPr/>
        </p:nvSpPr>
        <p:spPr>
          <a:xfrm>
            <a:off x="2997925" y="2438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1" name="Google Shape;1651;p49"/>
          <p:cNvCxnSpPr/>
          <p:nvPr/>
        </p:nvCxnSpPr>
        <p:spPr>
          <a:xfrm>
            <a:off x="38364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2" name="Google Shape;1652;p49"/>
          <p:cNvCxnSpPr/>
          <p:nvPr/>
        </p:nvCxnSpPr>
        <p:spPr>
          <a:xfrm>
            <a:off x="3226825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3" name="Google Shape;1653;p49"/>
          <p:cNvCxnSpPr/>
          <p:nvPr/>
        </p:nvCxnSpPr>
        <p:spPr>
          <a:xfrm flipH="1" rot="10800000">
            <a:off x="38634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54" name="Google Shape;1654;p49"/>
          <p:cNvCxnSpPr/>
          <p:nvPr/>
        </p:nvCxnSpPr>
        <p:spPr>
          <a:xfrm flipH="1" rot="10800000">
            <a:off x="5311256" y="2504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55" name="Google Shape;1655;p49"/>
          <p:cNvCxnSpPr/>
          <p:nvPr/>
        </p:nvCxnSpPr>
        <p:spPr>
          <a:xfrm flipH="1">
            <a:off x="4015856" y="2656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56" name="Google Shape;1656;p49"/>
          <p:cNvSpPr/>
          <p:nvPr/>
        </p:nvSpPr>
        <p:spPr>
          <a:xfrm>
            <a:off x="2731248" y="2639475"/>
            <a:ext cx="9460440" cy="489450"/>
          </a:xfrm>
          <a:custGeom>
            <a:rect b="b" l="l" r="r" t="t"/>
            <a:pathLst>
              <a:path extrusionOk="0" h="19578" w="304635">
                <a:moveTo>
                  <a:pt x="13609" y="0"/>
                </a:moveTo>
                <a:cubicBezTo>
                  <a:pt x="11523" y="1738"/>
                  <a:pt x="1961" y="7301"/>
                  <a:pt x="1092" y="10430"/>
                </a:cubicBezTo>
                <a:cubicBezTo>
                  <a:pt x="223" y="13559"/>
                  <a:pt x="-2645" y="17471"/>
                  <a:pt x="8394" y="18775"/>
                </a:cubicBezTo>
                <a:cubicBezTo>
                  <a:pt x="19433" y="20079"/>
                  <a:pt x="20475" y="18340"/>
                  <a:pt x="67325" y="18253"/>
                </a:cubicBezTo>
                <a:cubicBezTo>
                  <a:pt x="114175" y="18166"/>
                  <a:pt x="253247" y="21121"/>
                  <a:pt x="289493" y="18253"/>
                </a:cubicBezTo>
                <a:cubicBezTo>
                  <a:pt x="325739" y="15385"/>
                  <a:pt x="285582" y="3911"/>
                  <a:pt x="284800" y="104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657" name="Google Shape;1657;p49"/>
          <p:cNvSpPr txBox="1"/>
          <p:nvPr/>
        </p:nvSpPr>
        <p:spPr>
          <a:xfrm>
            <a:off x="3254493" y="2364950"/>
            <a:ext cx="7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8" name="Google Shape;165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13" y="3606488"/>
            <a:ext cx="4638675" cy="2943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9" name="Google Shape;1659;p49"/>
          <p:cNvSpPr txBox="1"/>
          <p:nvPr/>
        </p:nvSpPr>
        <p:spPr>
          <a:xfrm>
            <a:off x="5661000" y="5166250"/>
            <a:ext cx="294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80 at end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49"/>
          <p:cNvSpPr/>
          <p:nvPr/>
        </p:nvSpPr>
        <p:spPr>
          <a:xfrm>
            <a:off x="10541725" y="2438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49"/>
          <p:cNvSpPr txBox="1"/>
          <p:nvPr/>
        </p:nvSpPr>
        <p:spPr>
          <a:xfrm>
            <a:off x="10830473" y="2364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2" name="Google Shape;1662;p49"/>
          <p:cNvCxnSpPr/>
          <p:nvPr/>
        </p:nvCxnSpPr>
        <p:spPr>
          <a:xfrm>
            <a:off x="113602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49"/>
          <p:cNvCxnSpPr/>
          <p:nvPr/>
        </p:nvCxnSpPr>
        <p:spPr>
          <a:xfrm>
            <a:off x="10750642" y="2438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49"/>
          <p:cNvCxnSpPr/>
          <p:nvPr/>
        </p:nvCxnSpPr>
        <p:spPr>
          <a:xfrm flipH="1">
            <a:off x="9920575" y="2656700"/>
            <a:ext cx="777600" cy="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65" name="Google Shape;1665;p49"/>
          <p:cNvSpPr/>
          <p:nvPr/>
        </p:nvSpPr>
        <p:spPr>
          <a:xfrm>
            <a:off x="8682175" y="2303600"/>
            <a:ext cx="1212300" cy="553800"/>
          </a:xfrm>
          <a:prstGeom prst="roundRect">
            <a:avLst>
              <a:gd fmla="val 16667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49"/>
          <p:cNvSpPr/>
          <p:nvPr/>
        </p:nvSpPr>
        <p:spPr>
          <a:xfrm>
            <a:off x="2501250" y="1402850"/>
            <a:ext cx="9136819" cy="1132328"/>
          </a:xfrm>
          <a:custGeom>
            <a:rect b="b" l="l" r="r" t="t"/>
            <a:pathLst>
              <a:path extrusionOk="0" h="26807" w="293812">
                <a:moveTo>
                  <a:pt x="287075" y="26285"/>
                </a:moveTo>
                <a:cubicBezTo>
                  <a:pt x="287944" y="25242"/>
                  <a:pt x="291769" y="22895"/>
                  <a:pt x="292291" y="20027"/>
                </a:cubicBezTo>
                <a:cubicBezTo>
                  <a:pt x="292813" y="17159"/>
                  <a:pt x="296290" y="12291"/>
                  <a:pt x="290205" y="9075"/>
                </a:cubicBezTo>
                <a:cubicBezTo>
                  <a:pt x="284121" y="5859"/>
                  <a:pt x="277775" y="2122"/>
                  <a:pt x="255784" y="731"/>
                </a:cubicBezTo>
                <a:cubicBezTo>
                  <a:pt x="233793" y="-660"/>
                  <a:pt x="196418" y="644"/>
                  <a:pt x="158260" y="731"/>
                </a:cubicBezTo>
                <a:cubicBezTo>
                  <a:pt x="120102" y="818"/>
                  <a:pt x="53173" y="-1182"/>
                  <a:pt x="26836" y="1252"/>
                </a:cubicBezTo>
                <a:cubicBezTo>
                  <a:pt x="499" y="3686"/>
                  <a:pt x="2151" y="11074"/>
                  <a:pt x="239" y="15333"/>
                </a:cubicBezTo>
                <a:cubicBezTo>
                  <a:pt x="-1673" y="19592"/>
                  <a:pt x="12842" y="24895"/>
                  <a:pt x="15363" y="2680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cxnSp>
        <p:nvCxnSpPr>
          <p:cNvPr id="1667" name="Google Shape;1667;p49"/>
          <p:cNvCxnSpPr/>
          <p:nvPr/>
        </p:nvCxnSpPr>
        <p:spPr>
          <a:xfrm flipH="1" rot="10800000">
            <a:off x="9838125" y="2518050"/>
            <a:ext cx="6882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 Anywhere</a:t>
            </a:r>
            <a:endParaRPr/>
          </a:p>
        </p:txBody>
      </p:sp>
      <p:sp>
        <p:nvSpPr>
          <p:cNvPr id="1673" name="Google Shape;1673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74" name="Google Shape;167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7300" y="115350"/>
            <a:ext cx="4513425" cy="66080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 Anywhere</a:t>
            </a:r>
            <a:endParaRPr/>
          </a:p>
        </p:txBody>
      </p:sp>
      <p:sp>
        <p:nvSpPr>
          <p:cNvPr id="1680" name="Google Shape;1680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1" name="Google Shape;168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7300" y="115350"/>
            <a:ext cx="4513425" cy="66080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2" name="Google Shape;1682;p51"/>
          <p:cNvSpPr/>
          <p:nvPr/>
        </p:nvSpPr>
        <p:spPr>
          <a:xfrm>
            <a:off x="6485525" y="2920050"/>
            <a:ext cx="2871600" cy="1862400"/>
          </a:xfrm>
          <a:prstGeom prst="roundRect">
            <a:avLst>
              <a:gd fmla="val 6106" name="adj"/>
            </a:avLst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51"/>
          <p:cNvSpPr txBox="1"/>
          <p:nvPr/>
        </p:nvSpPr>
        <p:spPr>
          <a:xfrm>
            <a:off x="1268100" y="3474500"/>
            <a:ext cx="245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to DLLs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Creation</a:t>
            </a:r>
            <a:endParaRPr/>
          </a:p>
        </p:txBody>
      </p:sp>
      <p:sp>
        <p:nvSpPr>
          <p:cNvPr id="1689" name="Google Shape;1689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90" name="Google Shape;169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5925" y="3033674"/>
            <a:ext cx="4804575" cy="155505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Removal</a:t>
            </a:r>
            <a:endParaRPr/>
          </a:p>
        </p:txBody>
      </p:sp>
      <p:sp>
        <p:nvSpPr>
          <p:cNvPr id="1696" name="Google Shape;1696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97" name="Google Shape;169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9500" y="716500"/>
            <a:ext cx="4948825" cy="5580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1703" name="Google Shape;1703;p5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Reverse a dummy headed circular DLL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Detect cycles (hint: hare and tortoise algorithm)</a:t>
            </a:r>
            <a:endParaRPr/>
          </a:p>
        </p:txBody>
      </p:sp>
      <p:sp>
        <p:nvSpPr>
          <p:cNvPr id="1704" name="Google Shape;1704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 Problems</a:t>
            </a:r>
            <a:endParaRPr/>
          </a:p>
        </p:txBody>
      </p:sp>
      <p:sp>
        <p:nvSpPr>
          <p:cNvPr id="1710" name="Google Shape;1710;p5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•"/>
            </a:pPr>
            <a:r>
              <a:rPr lang="en-US" sz="2100"/>
              <a:t>Browser history design: </a:t>
            </a:r>
            <a:r>
              <a:rPr lang="en-US" sz="2100" u="sng">
                <a:solidFill>
                  <a:schemeClr val="hlink"/>
                </a:solidFill>
                <a:hlinkClick r:id="rId3"/>
              </a:rPr>
              <a:t>https://leetcode.com/problems/design-browser-history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Authentication manager: </a:t>
            </a:r>
            <a:r>
              <a:rPr lang="en-US" sz="2100" u="sng">
                <a:solidFill>
                  <a:schemeClr val="hlink"/>
                </a:solidFill>
                <a:hlinkClick r:id="rId4"/>
              </a:rPr>
              <a:t>https://leetcode.com/problems/design-authentication-manager</a:t>
            </a:r>
            <a:endParaRPr sz="2100"/>
          </a:p>
        </p:txBody>
      </p:sp>
      <p:sp>
        <p:nvSpPr>
          <p:cNvPr id="1711" name="Google Shape;1711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