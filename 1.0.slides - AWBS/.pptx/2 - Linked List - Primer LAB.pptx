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6858000" cx="12192000"/>
  <p:notesSz cx="6858000" cy="9144000"/>
  <p:embeddedFontLst>
    <p:embeddedFont>
      <p:font typeface="Century Schoolbook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Schoolbook-bold.fntdata"/><Relationship Id="rId20" Type="http://schemas.openxmlformats.org/officeDocument/2006/relationships/slide" Target="slides/slide16.xml"/><Relationship Id="rId42" Type="http://schemas.openxmlformats.org/officeDocument/2006/relationships/font" Target="fonts/CenturySchoolbook-boldItalic.fntdata"/><Relationship Id="rId41" Type="http://schemas.openxmlformats.org/officeDocument/2006/relationships/font" Target="fonts/CenturySchoolbook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CenturySchoolbook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41085ddfb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41085ddf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41085ddfb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41085ddf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41085ddfb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41085ddf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341085ddfb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341085ddf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41085ddfb_0_7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41085ddfb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41085ddfb_0_6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41085ddfb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41085ddfb_0_6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341085ddfb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41085ddfb_0_7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341085ddfb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341085ddfb_0_7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341085ddfb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41085ddfb_0_6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341085ddfb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341085ddfb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341085ddf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341085ddfb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341085ddf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52931a0e5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52931a0e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352931a0e5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352931a0e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352931a0e5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352931a0e5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52931a0e5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52931a0e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352931a0e5_0_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352931a0e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352931a0e5_0_2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352931a0e5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52931a0e5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52931a0e5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352931a0e5_0_2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352931a0e5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352931a0e5_0_3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352931a0e5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352931a0e5_0_3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352931a0e5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352931a0e5_0_4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352931a0e5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352931a0e5_0_4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352931a0e5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352931a0e5_0_4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352931a0e5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352931a0e5_0_5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3352931a0e5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352931a0e5_0_5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352931a0e5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352931a0e5_0_6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352931a0e5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352931a0e5_0_5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352931a0e5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352931a0e5_0_6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352931a0e5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352931a0e5_0_6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3352931a0e5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352931a0e5_0_7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352931a0e5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341085ddfb_0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3341085ddfb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4175" y="6501098"/>
            <a:ext cx="376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Anwarul Bashir Shuaib [AWBS]</a:t>
            </a:r>
            <a:endParaRPr sz="11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hyperlink" Target="https://dev.to/tastaslim/an-introduction-to-linked-list-1bmp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 </a:t>
            </a: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4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1524000" y="3602045"/>
            <a:ext cx="91440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AB 01: Arrays and Linked List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1524000" y="5009325"/>
            <a:ext cx="91440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4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Anwarul Bashir Shuaib [AWBS]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4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Lecturer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314"/>
              <a:buFont typeface="Arial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Department of Computer Science and Engineering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4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BRAC University 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Overview</a:t>
            </a:r>
            <a:endParaRPr/>
          </a:p>
        </p:txBody>
      </p:sp>
      <p:pic>
        <p:nvPicPr>
          <p:cNvPr id="127" name="Google Shape;12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9050" y="1618775"/>
            <a:ext cx="7336824" cy="41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/>
        </p:nvSpPr>
        <p:spPr>
          <a:xfrm>
            <a:off x="315525" y="2169525"/>
            <a:ext cx="3272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node is the building block for linked lists.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Contains two key things: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to next node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5335175" y="5745750"/>
            <a:ext cx="732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https://dev.to/tastaslim/an-introduction-to-linked-list-1bmp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Overview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315525" y="2169525"/>
            <a:ext cx="3272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element is often 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called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</a:t>
            </a: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last element is often called “</a:t>
            </a: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8950" y="4449125"/>
            <a:ext cx="7200900" cy="17049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8" name="Google Shape;138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375" y="2287900"/>
            <a:ext cx="3357450" cy="2794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5" name="Google Shape;14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9375" y="5394025"/>
            <a:ext cx="2360525" cy="415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" name="Google Shape;146;p16"/>
          <p:cNvSpPr/>
          <p:nvPr/>
        </p:nvSpPr>
        <p:spPr>
          <a:xfrm>
            <a:off x="3564725" y="1544850"/>
            <a:ext cx="4593000" cy="4632000"/>
          </a:xfrm>
          <a:prstGeom prst="roundRect">
            <a:avLst>
              <a:gd fmla="val 65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3564725" y="1544850"/>
            <a:ext cx="751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</a:t>
            </a:r>
            <a:r>
              <a:rPr lang="en-US"/>
              <a:t>21, 43, 31, 10</a:t>
            </a:r>
            <a:endParaRPr/>
          </a:p>
        </p:txBody>
      </p:sp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" name="Google Shape;156;p17"/>
          <p:cNvSpPr/>
          <p:nvPr/>
        </p:nvSpPr>
        <p:spPr>
          <a:xfrm>
            <a:off x="1481350" y="4355900"/>
            <a:ext cx="3824100" cy="18057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" name="Google Shape;165;p18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18"/>
          <p:cNvCxnSpPr>
            <a:stCxn id="165" idx="0"/>
            <a:endCxn id="165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8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18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8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8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18"/>
          <p:cNvSpPr/>
          <p:nvPr/>
        </p:nvSpPr>
        <p:spPr>
          <a:xfrm>
            <a:off x="1481350" y="4355900"/>
            <a:ext cx="3824100" cy="18057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18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9" name="Google Shape;179;p18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>
            <a:off x="9587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1" name="Google Shape;181;p18"/>
          <p:cNvSpPr txBox="1"/>
          <p:nvPr/>
        </p:nvSpPr>
        <p:spPr>
          <a:xfrm>
            <a:off x="9287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18"/>
          <p:cNvCxnSpPr/>
          <p:nvPr/>
        </p:nvCxnSpPr>
        <p:spPr>
          <a:xfrm>
            <a:off x="81400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3" name="Google Shape;183;p18"/>
          <p:cNvSpPr txBox="1"/>
          <p:nvPr/>
        </p:nvSpPr>
        <p:spPr>
          <a:xfrm>
            <a:off x="78400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18"/>
          <p:cNvCxnSpPr/>
          <p:nvPr/>
        </p:nvCxnSpPr>
        <p:spPr>
          <a:xfrm>
            <a:off x="66922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5" name="Google Shape;185;p18"/>
          <p:cNvSpPr txBox="1"/>
          <p:nvPr/>
        </p:nvSpPr>
        <p:spPr>
          <a:xfrm>
            <a:off x="63922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192" name="Google Shape;192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193" name="Google Shape;1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4" name="Google Shape;194;p19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19"/>
          <p:cNvCxnSpPr>
            <a:stCxn id="194" idx="0"/>
            <a:endCxn id="194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19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19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19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9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19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1481350" y="4836175"/>
            <a:ext cx="3824100" cy="13257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19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9" name="Google Shape;209;p19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19"/>
          <p:cNvCxnSpPr/>
          <p:nvPr/>
        </p:nvCxnSpPr>
        <p:spPr>
          <a:xfrm>
            <a:off x="9587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1" name="Google Shape;211;p19"/>
          <p:cNvSpPr txBox="1"/>
          <p:nvPr/>
        </p:nvSpPr>
        <p:spPr>
          <a:xfrm>
            <a:off x="9287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19"/>
          <p:cNvCxnSpPr/>
          <p:nvPr/>
        </p:nvCxnSpPr>
        <p:spPr>
          <a:xfrm>
            <a:off x="81400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3" name="Google Shape;213;p19"/>
          <p:cNvSpPr txBox="1"/>
          <p:nvPr/>
        </p:nvSpPr>
        <p:spPr>
          <a:xfrm>
            <a:off x="78400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9"/>
          <p:cNvCxnSpPr/>
          <p:nvPr/>
        </p:nvCxnSpPr>
        <p:spPr>
          <a:xfrm>
            <a:off x="66922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5" name="Google Shape;215;p19"/>
          <p:cNvSpPr txBox="1"/>
          <p:nvPr/>
        </p:nvSpPr>
        <p:spPr>
          <a:xfrm>
            <a:off x="63922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222" name="Google Shape;222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223" name="Google Shape;2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4" name="Google Shape;224;p20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20"/>
          <p:cNvCxnSpPr>
            <a:stCxn id="224" idx="0"/>
            <a:endCxn id="224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0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20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0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0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20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1481350" y="5237325"/>
            <a:ext cx="3824100" cy="9246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20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9" name="Google Shape;239;p20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20"/>
          <p:cNvCxnSpPr/>
          <p:nvPr/>
        </p:nvCxnSpPr>
        <p:spPr>
          <a:xfrm>
            <a:off x="9587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1" name="Google Shape;241;p20"/>
          <p:cNvSpPr txBox="1"/>
          <p:nvPr/>
        </p:nvSpPr>
        <p:spPr>
          <a:xfrm>
            <a:off x="9287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20"/>
          <p:cNvCxnSpPr/>
          <p:nvPr/>
        </p:nvCxnSpPr>
        <p:spPr>
          <a:xfrm>
            <a:off x="81400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3" name="Google Shape;243;p20"/>
          <p:cNvSpPr txBox="1"/>
          <p:nvPr/>
        </p:nvSpPr>
        <p:spPr>
          <a:xfrm>
            <a:off x="78400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20"/>
          <p:cNvCxnSpPr/>
          <p:nvPr/>
        </p:nvCxnSpPr>
        <p:spPr>
          <a:xfrm flipH="1" rot="10800000">
            <a:off x="67684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45" name="Google Shape;245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251" name="Google Shape;251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252" name="Google Shape;2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3" name="Google Shape;253;p21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21"/>
          <p:cNvCxnSpPr>
            <a:stCxn id="253" idx="0"/>
            <a:endCxn id="253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21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1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1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21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1481350" y="5546325"/>
            <a:ext cx="3824100" cy="6156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21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68" name="Google Shape;268;p21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21"/>
          <p:cNvCxnSpPr/>
          <p:nvPr/>
        </p:nvCxnSpPr>
        <p:spPr>
          <a:xfrm>
            <a:off x="9587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70" name="Google Shape;270;p21"/>
          <p:cNvSpPr txBox="1"/>
          <p:nvPr/>
        </p:nvSpPr>
        <p:spPr>
          <a:xfrm>
            <a:off x="9287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21"/>
          <p:cNvCxnSpPr/>
          <p:nvPr/>
        </p:nvCxnSpPr>
        <p:spPr>
          <a:xfrm flipH="1" rot="10800000">
            <a:off x="67684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72" name="Google Shape;272;p21"/>
          <p:cNvCxnSpPr/>
          <p:nvPr/>
        </p:nvCxnSpPr>
        <p:spPr>
          <a:xfrm flipH="1" rot="10800000">
            <a:off x="8216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73" name="Google Shape;273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279" name="Google Shape;279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280" name="Google Shape;28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1" name="Google Shape;281;p22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22"/>
          <p:cNvCxnSpPr>
            <a:stCxn id="281" idx="0"/>
            <a:endCxn id="281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22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22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2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2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22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1452925" y="5751125"/>
            <a:ext cx="3824100" cy="4257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22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96" name="Google Shape;296;p22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22"/>
          <p:cNvCxnSpPr/>
          <p:nvPr/>
        </p:nvCxnSpPr>
        <p:spPr>
          <a:xfrm flipH="1" rot="10800000">
            <a:off x="67684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98" name="Google Shape;298;p22"/>
          <p:cNvCxnSpPr/>
          <p:nvPr/>
        </p:nvCxnSpPr>
        <p:spPr>
          <a:xfrm flipH="1" rot="10800000">
            <a:off x="8216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299" name="Google Shape;299;p22"/>
          <p:cNvCxnSpPr/>
          <p:nvPr/>
        </p:nvCxnSpPr>
        <p:spPr>
          <a:xfrm flipH="1" rot="10800000">
            <a:off x="9740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00" name="Google Shape;300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306" name="Google Shape;306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307" name="Google Shape;3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8" name="Google Shape;308;p23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23"/>
          <p:cNvCxnSpPr>
            <a:stCxn id="308" idx="0"/>
            <a:endCxn id="308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23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23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3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3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23"/>
          <p:cNvCxnSpPr>
            <a:endCxn id="312" idx="1"/>
          </p:cNvCxnSpPr>
          <p:nvPr/>
        </p:nvCxnSpPr>
        <p:spPr>
          <a:xfrm flipH="1" rot="10800000">
            <a:off x="67684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21" name="Google Shape;321;p23"/>
          <p:cNvCxnSpPr/>
          <p:nvPr/>
        </p:nvCxnSpPr>
        <p:spPr>
          <a:xfrm flipH="1" rot="10800000">
            <a:off x="8216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22" name="Google Shape;322;p23"/>
          <p:cNvCxnSpPr/>
          <p:nvPr/>
        </p:nvCxnSpPr>
        <p:spPr>
          <a:xfrm flipH="1" rot="10800000">
            <a:off x="9740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23" name="Google Shape;323;p23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24" name="Google Shape;324;p23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10300625" y="239332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333" name="Google Shape;333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an array                        arr = [</a:t>
            </a:r>
            <a:r>
              <a:rPr lang="en-US"/>
              <a:t>21, 43, 31, 10]</a:t>
            </a:r>
            <a:endParaRPr/>
          </a:p>
        </p:txBody>
      </p:sp>
      <p:pic>
        <p:nvPicPr>
          <p:cNvPr id="334" name="Google Shape;3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9875" y="2612800"/>
            <a:ext cx="5760101" cy="2976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5" name="Google Shape;33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3400" y="4066075"/>
            <a:ext cx="916925" cy="5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Sequential Traversal</a:t>
            </a:r>
            <a:endParaRPr/>
          </a:p>
        </p:txBody>
      </p:sp>
      <p:pic>
        <p:nvPicPr>
          <p:cNvPr id="342" name="Google Shape;3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75" y="2905175"/>
            <a:ext cx="4914900" cy="240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3" name="Google Shape;3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25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25"/>
          <p:cNvCxnSpPr>
            <a:stCxn id="344" idx="0"/>
            <a:endCxn id="344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25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25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25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25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25"/>
          <p:cNvCxnSpPr>
            <a:endCxn id="348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57" name="Google Shape;357;p25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58" name="Google Shape;358;p25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59" name="Google Shape;359;p25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60" name="Google Shape;360;p25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5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p25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65" name="Google Shape;365;p25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25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498050" y="3434225"/>
            <a:ext cx="4615500" cy="159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 txBox="1"/>
          <p:nvPr/>
        </p:nvSpPr>
        <p:spPr>
          <a:xfrm>
            <a:off x="4961150" y="5475088"/>
            <a:ext cx="715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Sequential Traversal</a:t>
            </a:r>
            <a:endParaRPr/>
          </a:p>
        </p:txBody>
      </p:sp>
      <p:pic>
        <p:nvPicPr>
          <p:cNvPr id="374" name="Google Shape;3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75" y="2905175"/>
            <a:ext cx="4914900" cy="240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5" name="Google Shape;375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26"/>
          <p:cNvSpPr/>
          <p:nvPr/>
        </p:nvSpPr>
        <p:spPr>
          <a:xfrm>
            <a:off x="498050" y="3699125"/>
            <a:ext cx="4615500" cy="1325700"/>
          </a:xfrm>
          <a:prstGeom prst="roundRect">
            <a:avLst>
              <a:gd fmla="val 737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26"/>
          <p:cNvCxnSpPr>
            <a:stCxn id="377" idx="0"/>
            <a:endCxn id="377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26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26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26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26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26"/>
          <p:cNvCxnSpPr>
            <a:endCxn id="381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90" name="Google Shape;390;p26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91" name="Google Shape;391;p26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92" name="Google Shape;392;p26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93" name="Google Shape;393;p26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6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7" name="Google Shape;397;p26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98" name="Google Shape;398;p26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" name="Google Shape;399;p26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51265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01" name="Google Shape;401;p26"/>
          <p:cNvSpPr txBox="1"/>
          <p:nvPr/>
        </p:nvSpPr>
        <p:spPr>
          <a:xfrm>
            <a:off x="53481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6"/>
          <p:cNvSpPr txBox="1"/>
          <p:nvPr/>
        </p:nvSpPr>
        <p:spPr>
          <a:xfrm>
            <a:off x="4961150" y="5475088"/>
            <a:ext cx="715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Sequential Traversal</a:t>
            </a:r>
            <a:endParaRPr/>
          </a:p>
        </p:txBody>
      </p:sp>
      <p:pic>
        <p:nvPicPr>
          <p:cNvPr id="408" name="Google Shape;40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75" y="2905175"/>
            <a:ext cx="4914900" cy="240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9" name="Google Shape;40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498050" y="3942700"/>
            <a:ext cx="4615500" cy="492600"/>
          </a:xfrm>
          <a:prstGeom prst="roundRect">
            <a:avLst>
              <a:gd fmla="val 737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27"/>
          <p:cNvCxnSpPr>
            <a:stCxn id="411" idx="0"/>
            <a:endCxn id="411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27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7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7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7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7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27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27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27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27"/>
          <p:cNvCxnSpPr>
            <a:endCxn id="415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4" name="Google Shape;424;p27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5" name="Google Shape;425;p27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6" name="Google Shape;426;p27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27" name="Google Shape;427;p27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" name="Google Shape;431;p27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32" name="Google Shape;432;p27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27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51265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5" name="Google Shape;435;p27"/>
          <p:cNvSpPr txBox="1"/>
          <p:nvPr/>
        </p:nvSpPr>
        <p:spPr>
          <a:xfrm>
            <a:off x="53481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498050" y="4738025"/>
            <a:ext cx="4615500" cy="227700"/>
          </a:xfrm>
          <a:prstGeom prst="roundRect">
            <a:avLst>
              <a:gd fmla="val 737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7"/>
          <p:cNvSpPr txBox="1"/>
          <p:nvPr/>
        </p:nvSpPr>
        <p:spPr>
          <a:xfrm>
            <a:off x="4961150" y="5475088"/>
            <a:ext cx="715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Sequential Traversal</a:t>
            </a:r>
            <a:endParaRPr/>
          </a:p>
        </p:txBody>
      </p:sp>
      <p:pic>
        <p:nvPicPr>
          <p:cNvPr id="443" name="Google Shape;4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75" y="2905175"/>
            <a:ext cx="4914900" cy="240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4" name="Google Shape;444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" name="Google Shape;445;p28"/>
          <p:cNvSpPr/>
          <p:nvPr/>
        </p:nvSpPr>
        <p:spPr>
          <a:xfrm>
            <a:off x="498050" y="4207600"/>
            <a:ext cx="4615500" cy="227700"/>
          </a:xfrm>
          <a:prstGeom prst="roundRect">
            <a:avLst>
              <a:gd fmla="val 737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8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7" name="Google Shape;447;p28"/>
          <p:cNvCxnSpPr>
            <a:stCxn id="446" idx="0"/>
            <a:endCxn id="446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28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8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8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8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8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8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28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28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28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28"/>
          <p:cNvCxnSpPr>
            <a:endCxn id="450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9" name="Google Shape;459;p28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60" name="Google Shape;460;p28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61" name="Google Shape;461;p28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62" name="Google Shape;462;p28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8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8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8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6" name="Google Shape;466;p28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67" name="Google Shape;467;p28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28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51265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70" name="Google Shape;470;p28"/>
          <p:cNvSpPr txBox="1"/>
          <p:nvPr/>
        </p:nvSpPr>
        <p:spPr>
          <a:xfrm>
            <a:off x="53481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8"/>
          <p:cNvSpPr/>
          <p:nvPr/>
        </p:nvSpPr>
        <p:spPr>
          <a:xfrm>
            <a:off x="498050" y="4738025"/>
            <a:ext cx="4615500" cy="227700"/>
          </a:xfrm>
          <a:prstGeom prst="roundRect">
            <a:avLst>
              <a:gd fmla="val 737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8"/>
          <p:cNvSpPr txBox="1"/>
          <p:nvPr/>
        </p:nvSpPr>
        <p:spPr>
          <a:xfrm>
            <a:off x="4930975" y="6061700"/>
            <a:ext cx="679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99-&gt;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3" name="Google Shape;473;p28"/>
          <p:cNvSpPr txBox="1"/>
          <p:nvPr/>
        </p:nvSpPr>
        <p:spPr>
          <a:xfrm>
            <a:off x="4961150" y="5475088"/>
            <a:ext cx="715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Sequential Traversal</a:t>
            </a:r>
            <a:endParaRPr/>
          </a:p>
        </p:txBody>
      </p:sp>
      <p:pic>
        <p:nvPicPr>
          <p:cNvPr id="479" name="Google Shape;4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75" y="2905175"/>
            <a:ext cx="4914900" cy="240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0" name="Google Shape;480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1" name="Google Shape;481;p29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2" name="Google Shape;482;p29"/>
          <p:cNvCxnSpPr>
            <a:stCxn id="481" idx="0"/>
            <a:endCxn id="481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3" name="Google Shape;483;p29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9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9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9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9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9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9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0" name="Google Shape;490;p29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29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29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29"/>
          <p:cNvCxnSpPr>
            <a:endCxn id="485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94" name="Google Shape;494;p29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95" name="Google Shape;495;p29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96" name="Google Shape;496;p29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97" name="Google Shape;497;p29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9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9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9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1" name="Google Shape;501;p29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02" name="Google Shape;502;p29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" name="Google Shape;503;p29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9"/>
          <p:cNvSpPr/>
          <p:nvPr/>
        </p:nvSpPr>
        <p:spPr>
          <a:xfrm>
            <a:off x="64219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05" name="Google Shape;505;p29"/>
          <p:cNvSpPr txBox="1"/>
          <p:nvPr/>
        </p:nvSpPr>
        <p:spPr>
          <a:xfrm>
            <a:off x="66435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9"/>
          <p:cNvSpPr/>
          <p:nvPr/>
        </p:nvSpPr>
        <p:spPr>
          <a:xfrm>
            <a:off x="498050" y="4738025"/>
            <a:ext cx="4615500" cy="227700"/>
          </a:xfrm>
          <a:prstGeom prst="roundRect">
            <a:avLst>
              <a:gd fmla="val 737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9"/>
          <p:cNvSpPr txBox="1"/>
          <p:nvPr/>
        </p:nvSpPr>
        <p:spPr>
          <a:xfrm>
            <a:off x="4930975" y="6061700"/>
            <a:ext cx="679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99-&gt;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8" name="Google Shape;508;p29"/>
          <p:cNvSpPr txBox="1"/>
          <p:nvPr/>
        </p:nvSpPr>
        <p:spPr>
          <a:xfrm>
            <a:off x="4961150" y="5475088"/>
            <a:ext cx="715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Sequential Traversal</a:t>
            </a:r>
            <a:endParaRPr/>
          </a:p>
        </p:txBody>
      </p:sp>
      <p:pic>
        <p:nvPicPr>
          <p:cNvPr id="514" name="Google Shape;51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75" y="2905175"/>
            <a:ext cx="4914900" cy="240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5" name="Google Shape;515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6" name="Google Shape;516;p30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7" name="Google Shape;517;p30"/>
          <p:cNvCxnSpPr>
            <a:stCxn id="516" idx="0"/>
            <a:endCxn id="516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30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0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0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0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0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0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0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5" name="Google Shape;525;p30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0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30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30"/>
          <p:cNvCxnSpPr>
            <a:endCxn id="520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29" name="Google Shape;529;p30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30" name="Google Shape;530;p30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31" name="Google Shape;531;p30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32" name="Google Shape;532;p30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0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0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6" name="Google Shape;536;p30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37" name="Google Shape;537;p30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8" name="Google Shape;538;p30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64219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40" name="Google Shape;540;p30"/>
          <p:cNvSpPr txBox="1"/>
          <p:nvPr/>
        </p:nvSpPr>
        <p:spPr>
          <a:xfrm>
            <a:off x="66435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0"/>
          <p:cNvSpPr/>
          <p:nvPr/>
        </p:nvSpPr>
        <p:spPr>
          <a:xfrm>
            <a:off x="498050" y="4738025"/>
            <a:ext cx="4615500" cy="227700"/>
          </a:xfrm>
          <a:prstGeom prst="roundRect">
            <a:avLst>
              <a:gd fmla="val 737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0"/>
          <p:cNvSpPr txBox="1"/>
          <p:nvPr/>
        </p:nvSpPr>
        <p:spPr>
          <a:xfrm>
            <a:off x="4930975" y="6061700"/>
            <a:ext cx="679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99-&gt;21-&gt;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3" name="Google Shape;543;p30"/>
          <p:cNvSpPr txBox="1"/>
          <p:nvPr/>
        </p:nvSpPr>
        <p:spPr>
          <a:xfrm>
            <a:off x="4961150" y="5475088"/>
            <a:ext cx="715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Sequential Traversal</a:t>
            </a:r>
            <a:endParaRPr/>
          </a:p>
        </p:txBody>
      </p:sp>
      <p:pic>
        <p:nvPicPr>
          <p:cNvPr id="549" name="Google Shape;5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75" y="2905175"/>
            <a:ext cx="4914900" cy="240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0" name="Google Shape;550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1" name="Google Shape;551;p31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31"/>
          <p:cNvCxnSpPr>
            <a:stCxn id="551" idx="0"/>
            <a:endCxn id="551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" name="Google Shape;553;p31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1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1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1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1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1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1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0" name="Google Shape;560;p31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31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31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31"/>
          <p:cNvCxnSpPr>
            <a:endCxn id="555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64" name="Google Shape;564;p31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65" name="Google Shape;565;p31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66" name="Google Shape;566;p31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67" name="Google Shape;567;p31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1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1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1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1" name="Google Shape;571;p31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72" name="Google Shape;572;p31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31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1"/>
          <p:cNvSpPr/>
          <p:nvPr/>
        </p:nvSpPr>
        <p:spPr>
          <a:xfrm>
            <a:off x="77173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5" name="Google Shape;575;p31"/>
          <p:cNvSpPr txBox="1"/>
          <p:nvPr/>
        </p:nvSpPr>
        <p:spPr>
          <a:xfrm>
            <a:off x="79389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1"/>
          <p:cNvSpPr/>
          <p:nvPr/>
        </p:nvSpPr>
        <p:spPr>
          <a:xfrm>
            <a:off x="498050" y="4738025"/>
            <a:ext cx="4615500" cy="227700"/>
          </a:xfrm>
          <a:prstGeom prst="roundRect">
            <a:avLst>
              <a:gd fmla="val 737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1"/>
          <p:cNvSpPr txBox="1"/>
          <p:nvPr/>
        </p:nvSpPr>
        <p:spPr>
          <a:xfrm>
            <a:off x="4930975" y="6061700"/>
            <a:ext cx="679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99-&gt;21-&gt;43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8" name="Google Shape;578;p31"/>
          <p:cNvSpPr txBox="1"/>
          <p:nvPr/>
        </p:nvSpPr>
        <p:spPr>
          <a:xfrm>
            <a:off x="4961150" y="5475088"/>
            <a:ext cx="715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Sequential Traversal</a:t>
            </a:r>
            <a:endParaRPr/>
          </a:p>
        </p:txBody>
      </p:sp>
      <p:pic>
        <p:nvPicPr>
          <p:cNvPr id="584" name="Google Shape;5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75" y="2905175"/>
            <a:ext cx="4914900" cy="240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5" name="Google Shape;585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6" name="Google Shape;586;p32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7" name="Google Shape;587;p32"/>
          <p:cNvCxnSpPr>
            <a:stCxn id="586" idx="0"/>
            <a:endCxn id="586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" name="Google Shape;588;p32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2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2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2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2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2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2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5" name="Google Shape;595;p32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32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32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32"/>
          <p:cNvCxnSpPr>
            <a:endCxn id="590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99" name="Google Shape;599;p32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00" name="Google Shape;600;p32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01" name="Google Shape;601;p32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02" name="Google Shape;602;p32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2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2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2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6" name="Google Shape;606;p32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07" name="Google Shape;607;p32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p32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2"/>
          <p:cNvSpPr/>
          <p:nvPr/>
        </p:nvSpPr>
        <p:spPr>
          <a:xfrm>
            <a:off x="90889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10" name="Google Shape;610;p32"/>
          <p:cNvSpPr txBox="1"/>
          <p:nvPr/>
        </p:nvSpPr>
        <p:spPr>
          <a:xfrm>
            <a:off x="93105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2"/>
          <p:cNvSpPr/>
          <p:nvPr/>
        </p:nvSpPr>
        <p:spPr>
          <a:xfrm>
            <a:off x="498050" y="4738025"/>
            <a:ext cx="4615500" cy="227700"/>
          </a:xfrm>
          <a:prstGeom prst="roundRect">
            <a:avLst>
              <a:gd fmla="val 737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2"/>
          <p:cNvSpPr txBox="1"/>
          <p:nvPr/>
        </p:nvSpPr>
        <p:spPr>
          <a:xfrm>
            <a:off x="4930975" y="6061700"/>
            <a:ext cx="679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99-&gt;21-&gt;43-&gt;31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3" name="Google Shape;613;p32"/>
          <p:cNvSpPr txBox="1"/>
          <p:nvPr/>
        </p:nvSpPr>
        <p:spPr>
          <a:xfrm>
            <a:off x="4961150" y="5475088"/>
            <a:ext cx="715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Sequential Traversal</a:t>
            </a:r>
            <a:endParaRPr/>
          </a:p>
        </p:txBody>
      </p:sp>
      <p:pic>
        <p:nvPicPr>
          <p:cNvPr id="619" name="Google Shape;61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75" y="2905175"/>
            <a:ext cx="4914900" cy="240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0" name="Google Shape;620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1" name="Google Shape;621;p33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2" name="Google Shape;622;p33"/>
          <p:cNvCxnSpPr>
            <a:stCxn id="621" idx="0"/>
            <a:endCxn id="621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3" name="Google Shape;623;p33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3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3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3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3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3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3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0" name="Google Shape;630;p33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33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33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33"/>
          <p:cNvCxnSpPr>
            <a:endCxn id="625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34" name="Google Shape;634;p33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35" name="Google Shape;635;p33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36" name="Google Shape;636;p33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37" name="Google Shape;637;p33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3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3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3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1" name="Google Shape;641;p33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42" name="Google Shape;642;p33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3" name="Google Shape;643;p33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3"/>
          <p:cNvSpPr/>
          <p:nvPr/>
        </p:nvSpPr>
        <p:spPr>
          <a:xfrm>
            <a:off x="104605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45" name="Google Shape;645;p33"/>
          <p:cNvSpPr txBox="1"/>
          <p:nvPr/>
        </p:nvSpPr>
        <p:spPr>
          <a:xfrm>
            <a:off x="106821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3"/>
          <p:cNvSpPr/>
          <p:nvPr/>
        </p:nvSpPr>
        <p:spPr>
          <a:xfrm>
            <a:off x="498050" y="4738025"/>
            <a:ext cx="4615500" cy="227700"/>
          </a:xfrm>
          <a:prstGeom prst="roundRect">
            <a:avLst>
              <a:gd fmla="val 737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3"/>
          <p:cNvSpPr txBox="1"/>
          <p:nvPr/>
        </p:nvSpPr>
        <p:spPr>
          <a:xfrm>
            <a:off x="4930975" y="6061700"/>
            <a:ext cx="679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99-&gt;21-&gt;43-&gt;31-&gt;10-&gt;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8" name="Google Shape;648;p33"/>
          <p:cNvSpPr txBox="1"/>
          <p:nvPr/>
        </p:nvSpPr>
        <p:spPr>
          <a:xfrm>
            <a:off x="4961150" y="5475088"/>
            <a:ext cx="715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Sequential Traversal</a:t>
            </a:r>
            <a:endParaRPr/>
          </a:p>
        </p:txBody>
      </p:sp>
      <p:pic>
        <p:nvPicPr>
          <p:cNvPr id="654" name="Google Shape;65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75" y="2905175"/>
            <a:ext cx="4914900" cy="240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5" name="Google Shape;655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6" name="Google Shape;656;p34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7" name="Google Shape;657;p34"/>
          <p:cNvCxnSpPr>
            <a:stCxn id="656" idx="0"/>
            <a:endCxn id="656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8" name="Google Shape;658;p34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4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4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4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4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4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4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5" name="Google Shape;665;p34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34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34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34"/>
          <p:cNvCxnSpPr>
            <a:endCxn id="660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69" name="Google Shape;669;p34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70" name="Google Shape;670;p34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71" name="Google Shape;671;p34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72" name="Google Shape;672;p34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4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4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4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" name="Google Shape;676;p34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77" name="Google Shape;677;p34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8" name="Google Shape;678;p34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4"/>
          <p:cNvSpPr/>
          <p:nvPr/>
        </p:nvSpPr>
        <p:spPr>
          <a:xfrm>
            <a:off x="11065850" y="2278125"/>
            <a:ext cx="692462" cy="482369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0" name="Google Shape;680;p34"/>
          <p:cNvSpPr txBox="1"/>
          <p:nvPr/>
        </p:nvSpPr>
        <p:spPr>
          <a:xfrm>
            <a:off x="10950235" y="2630737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4"/>
          <p:cNvSpPr/>
          <p:nvPr/>
        </p:nvSpPr>
        <p:spPr>
          <a:xfrm>
            <a:off x="498050" y="4738025"/>
            <a:ext cx="4615500" cy="227700"/>
          </a:xfrm>
          <a:prstGeom prst="roundRect">
            <a:avLst>
              <a:gd fmla="val 7378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4"/>
          <p:cNvSpPr txBox="1"/>
          <p:nvPr/>
        </p:nvSpPr>
        <p:spPr>
          <a:xfrm>
            <a:off x="4930975" y="6061700"/>
            <a:ext cx="679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99-&gt;21-&gt;43-&gt;31-&gt;10-&gt;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3" name="Google Shape;683;p34"/>
          <p:cNvSpPr txBox="1"/>
          <p:nvPr/>
        </p:nvSpPr>
        <p:spPr>
          <a:xfrm>
            <a:off x="4961150" y="5475088"/>
            <a:ext cx="715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34"/>
          <p:cNvCxnSpPr/>
          <p:nvPr/>
        </p:nvCxnSpPr>
        <p:spPr>
          <a:xfrm flipH="1">
            <a:off x="3301150" y="3290800"/>
            <a:ext cx="2203500" cy="482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5" name="Google Shape;685;p34"/>
          <p:cNvSpPr txBox="1"/>
          <p:nvPr/>
        </p:nvSpPr>
        <p:spPr>
          <a:xfrm>
            <a:off x="5504650" y="3069150"/>
            <a:ext cx="6412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Termination condition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Count</a:t>
            </a:r>
            <a:endParaRPr/>
          </a:p>
        </p:txBody>
      </p:sp>
      <p:sp>
        <p:nvSpPr>
          <p:cNvPr id="691" name="Google Shape;691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2" name="Google Shape;69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75" y="2821075"/>
            <a:ext cx="4162425" cy="262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3" name="Google Shape;693;p35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4" name="Google Shape;694;p35"/>
          <p:cNvCxnSpPr>
            <a:stCxn id="693" idx="0"/>
            <a:endCxn id="693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5" name="Google Shape;695;p35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5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5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5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5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2" name="Google Shape;702;p35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35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35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35"/>
          <p:cNvCxnSpPr>
            <a:endCxn id="697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06" name="Google Shape;706;p35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07" name="Google Shape;707;p35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08" name="Google Shape;708;p35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09" name="Google Shape;709;p35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5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5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3" name="Google Shape;713;p35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14" name="Google Shape;714;p35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5" name="Google Shape;715;p35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954375" y="3369025"/>
            <a:ext cx="2829300" cy="181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Count</a:t>
            </a:r>
            <a:endParaRPr/>
          </a:p>
        </p:txBody>
      </p:sp>
      <p:sp>
        <p:nvSpPr>
          <p:cNvPr id="722" name="Google Shape;722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3" name="Google Shape;72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75" y="2821075"/>
            <a:ext cx="4162425" cy="262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4" name="Google Shape;724;p36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5" name="Google Shape;725;p36"/>
          <p:cNvCxnSpPr>
            <a:stCxn id="724" idx="0"/>
            <a:endCxn id="724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" name="Google Shape;726;p36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6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6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6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6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6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6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3" name="Google Shape;733;p36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36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36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36"/>
          <p:cNvCxnSpPr>
            <a:endCxn id="728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37" name="Google Shape;737;p36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38" name="Google Shape;738;p36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39" name="Google Shape;739;p36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40" name="Google Shape;740;p36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6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6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6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36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45" name="Google Shape;745;p36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36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6"/>
          <p:cNvSpPr/>
          <p:nvPr/>
        </p:nvSpPr>
        <p:spPr>
          <a:xfrm>
            <a:off x="954375" y="3642825"/>
            <a:ext cx="2829300" cy="15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6"/>
          <p:cNvSpPr txBox="1"/>
          <p:nvPr/>
        </p:nvSpPr>
        <p:spPr>
          <a:xfrm>
            <a:off x="5041375" y="3642825"/>
            <a:ext cx="671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= 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Count</a:t>
            </a:r>
            <a:endParaRPr/>
          </a:p>
        </p:txBody>
      </p:sp>
      <p:sp>
        <p:nvSpPr>
          <p:cNvPr id="754" name="Google Shape;754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5" name="Google Shape;75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75" y="2821075"/>
            <a:ext cx="4162425" cy="262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6" name="Google Shape;756;p37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7" name="Google Shape;757;p37"/>
          <p:cNvCxnSpPr>
            <a:stCxn id="756" idx="0"/>
            <a:endCxn id="756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8" name="Google Shape;758;p37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7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7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7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7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7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7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5" name="Google Shape;765;p37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37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37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37"/>
          <p:cNvCxnSpPr>
            <a:endCxn id="760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69" name="Google Shape;769;p37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70" name="Google Shape;770;p37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71" name="Google Shape;771;p37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72" name="Google Shape;772;p37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7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7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7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6" name="Google Shape;776;p37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77" name="Google Shape;777;p37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8" name="Google Shape;778;p37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7"/>
          <p:cNvSpPr/>
          <p:nvPr/>
        </p:nvSpPr>
        <p:spPr>
          <a:xfrm>
            <a:off x="954375" y="3855850"/>
            <a:ext cx="2829300" cy="132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7"/>
          <p:cNvSpPr txBox="1"/>
          <p:nvPr/>
        </p:nvSpPr>
        <p:spPr>
          <a:xfrm>
            <a:off x="5041375" y="3642825"/>
            <a:ext cx="671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= 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7"/>
          <p:cNvSpPr/>
          <p:nvPr/>
        </p:nvSpPr>
        <p:spPr>
          <a:xfrm>
            <a:off x="51265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2" name="Google Shape;782;p37"/>
          <p:cNvSpPr txBox="1"/>
          <p:nvPr/>
        </p:nvSpPr>
        <p:spPr>
          <a:xfrm>
            <a:off x="53481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Count</a:t>
            </a:r>
            <a:endParaRPr/>
          </a:p>
        </p:txBody>
      </p:sp>
      <p:sp>
        <p:nvSpPr>
          <p:cNvPr id="788" name="Google Shape;788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89" name="Google Shape;7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75" y="2821075"/>
            <a:ext cx="4162425" cy="262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0" name="Google Shape;790;p38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1" name="Google Shape;791;p38"/>
          <p:cNvCxnSpPr>
            <a:stCxn id="790" idx="0"/>
            <a:endCxn id="790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2" name="Google Shape;792;p38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8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8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8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8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8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8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9" name="Google Shape;799;p38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38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38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38"/>
          <p:cNvCxnSpPr>
            <a:endCxn id="794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03" name="Google Shape;803;p38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04" name="Google Shape;804;p38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05" name="Google Shape;805;p38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06" name="Google Shape;806;p38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8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8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8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0" name="Google Shape;810;p38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11" name="Google Shape;811;p38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2" name="Google Shape;812;p38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8"/>
          <p:cNvSpPr/>
          <p:nvPr/>
        </p:nvSpPr>
        <p:spPr>
          <a:xfrm>
            <a:off x="1019575" y="4125225"/>
            <a:ext cx="2829300" cy="49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8"/>
          <p:cNvSpPr txBox="1"/>
          <p:nvPr/>
        </p:nvSpPr>
        <p:spPr>
          <a:xfrm>
            <a:off x="5041375" y="3642825"/>
            <a:ext cx="671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= 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8"/>
          <p:cNvSpPr/>
          <p:nvPr/>
        </p:nvSpPr>
        <p:spPr>
          <a:xfrm>
            <a:off x="51265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6" name="Google Shape;816;p38"/>
          <p:cNvSpPr txBox="1"/>
          <p:nvPr/>
        </p:nvSpPr>
        <p:spPr>
          <a:xfrm>
            <a:off x="53481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8"/>
          <p:cNvSpPr/>
          <p:nvPr/>
        </p:nvSpPr>
        <p:spPr>
          <a:xfrm>
            <a:off x="1019575" y="4877375"/>
            <a:ext cx="2829300" cy="43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Count</a:t>
            </a:r>
            <a:endParaRPr/>
          </a:p>
        </p:txBody>
      </p:sp>
      <p:sp>
        <p:nvSpPr>
          <p:cNvPr id="823" name="Google Shape;823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4" name="Google Shape;82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75" y="2821075"/>
            <a:ext cx="4162425" cy="262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5" name="Google Shape;825;p39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6" name="Google Shape;826;p39"/>
          <p:cNvCxnSpPr>
            <a:stCxn id="825" idx="0"/>
            <a:endCxn id="825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7" name="Google Shape;827;p39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9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9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9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9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9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9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4" name="Google Shape;834;p39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39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39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39"/>
          <p:cNvCxnSpPr>
            <a:endCxn id="829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38" name="Google Shape;838;p39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39" name="Google Shape;839;p39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40" name="Google Shape;840;p39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41" name="Google Shape;841;p39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9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9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9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5" name="Google Shape;845;p39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46" name="Google Shape;846;p39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7" name="Google Shape;847;p39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9"/>
          <p:cNvSpPr txBox="1"/>
          <p:nvPr/>
        </p:nvSpPr>
        <p:spPr>
          <a:xfrm>
            <a:off x="5041375" y="3642825"/>
            <a:ext cx="671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= 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9"/>
          <p:cNvSpPr/>
          <p:nvPr/>
        </p:nvSpPr>
        <p:spPr>
          <a:xfrm>
            <a:off x="51265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0" name="Google Shape;850;p39"/>
          <p:cNvSpPr txBox="1"/>
          <p:nvPr/>
        </p:nvSpPr>
        <p:spPr>
          <a:xfrm>
            <a:off x="53481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9"/>
          <p:cNvSpPr/>
          <p:nvPr/>
        </p:nvSpPr>
        <p:spPr>
          <a:xfrm>
            <a:off x="1019575" y="4877375"/>
            <a:ext cx="2829300" cy="43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9"/>
          <p:cNvSpPr/>
          <p:nvPr/>
        </p:nvSpPr>
        <p:spPr>
          <a:xfrm>
            <a:off x="1019575" y="4399025"/>
            <a:ext cx="2829300" cy="21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Count</a:t>
            </a:r>
            <a:endParaRPr/>
          </a:p>
        </p:txBody>
      </p:sp>
      <p:sp>
        <p:nvSpPr>
          <p:cNvPr id="858" name="Google Shape;858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9" name="Google Shape;8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75" y="2821075"/>
            <a:ext cx="4162425" cy="262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0" name="Google Shape;860;p40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1" name="Google Shape;861;p40"/>
          <p:cNvCxnSpPr>
            <a:stCxn id="860" idx="0"/>
            <a:endCxn id="860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2" name="Google Shape;862;p40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0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0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40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40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40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0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9" name="Google Shape;869;p40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40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40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40"/>
          <p:cNvCxnSpPr>
            <a:endCxn id="864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73" name="Google Shape;873;p40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74" name="Google Shape;874;p40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75" name="Google Shape;875;p40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76" name="Google Shape;876;p40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0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0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0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0" name="Google Shape;880;p40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81" name="Google Shape;881;p40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40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0"/>
          <p:cNvSpPr txBox="1"/>
          <p:nvPr/>
        </p:nvSpPr>
        <p:spPr>
          <a:xfrm>
            <a:off x="5041375" y="3642825"/>
            <a:ext cx="671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= 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40"/>
          <p:cNvSpPr/>
          <p:nvPr/>
        </p:nvSpPr>
        <p:spPr>
          <a:xfrm>
            <a:off x="64219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85" name="Google Shape;885;p40"/>
          <p:cNvSpPr txBox="1"/>
          <p:nvPr/>
        </p:nvSpPr>
        <p:spPr>
          <a:xfrm>
            <a:off x="66435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0"/>
          <p:cNvSpPr/>
          <p:nvPr/>
        </p:nvSpPr>
        <p:spPr>
          <a:xfrm>
            <a:off x="1019575" y="4877375"/>
            <a:ext cx="2829300" cy="43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Count</a:t>
            </a:r>
            <a:endParaRPr/>
          </a:p>
        </p:txBody>
      </p:sp>
      <p:sp>
        <p:nvSpPr>
          <p:cNvPr id="892" name="Google Shape;892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3" name="Google Shape;89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75" y="2821075"/>
            <a:ext cx="4162425" cy="262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4" name="Google Shape;894;p41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5" name="Google Shape;895;p41"/>
          <p:cNvCxnSpPr>
            <a:stCxn id="894" idx="0"/>
            <a:endCxn id="894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6" name="Google Shape;896;p41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41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1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1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1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1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1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3" name="Google Shape;903;p41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41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41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41"/>
          <p:cNvCxnSpPr>
            <a:endCxn id="898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07" name="Google Shape;907;p41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08" name="Google Shape;908;p41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09" name="Google Shape;909;p41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10" name="Google Shape;910;p41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1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1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1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4" name="Google Shape;914;p41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15" name="Google Shape;915;p41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6" name="Google Shape;916;p41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1"/>
          <p:cNvSpPr txBox="1"/>
          <p:nvPr/>
        </p:nvSpPr>
        <p:spPr>
          <a:xfrm>
            <a:off x="5041375" y="3642825"/>
            <a:ext cx="671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=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1"/>
          <p:cNvSpPr/>
          <p:nvPr/>
        </p:nvSpPr>
        <p:spPr>
          <a:xfrm>
            <a:off x="64219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19" name="Google Shape;919;p41"/>
          <p:cNvSpPr txBox="1"/>
          <p:nvPr/>
        </p:nvSpPr>
        <p:spPr>
          <a:xfrm>
            <a:off x="66435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1"/>
          <p:cNvSpPr/>
          <p:nvPr/>
        </p:nvSpPr>
        <p:spPr>
          <a:xfrm>
            <a:off x="1019575" y="4877375"/>
            <a:ext cx="2829300" cy="43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Count</a:t>
            </a:r>
            <a:endParaRPr/>
          </a:p>
        </p:txBody>
      </p:sp>
      <p:sp>
        <p:nvSpPr>
          <p:cNvPr id="926" name="Google Shape;926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7" name="Google Shape;92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75" y="2821075"/>
            <a:ext cx="4162425" cy="262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8" name="Google Shape;928;p42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9" name="Google Shape;929;p42"/>
          <p:cNvCxnSpPr>
            <a:stCxn id="928" idx="0"/>
            <a:endCxn id="928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42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2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2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2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42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2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42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7" name="Google Shape;937;p42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" name="Google Shape;938;p42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42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0" name="Google Shape;940;p42"/>
          <p:cNvCxnSpPr>
            <a:endCxn id="932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41" name="Google Shape;941;p42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42" name="Google Shape;942;p42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43" name="Google Shape;943;p42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44" name="Google Shape;944;p42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42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2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2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8" name="Google Shape;948;p42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49" name="Google Shape;949;p42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" name="Google Shape;950;p42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2"/>
          <p:cNvSpPr txBox="1"/>
          <p:nvPr/>
        </p:nvSpPr>
        <p:spPr>
          <a:xfrm>
            <a:off x="5041375" y="3642825"/>
            <a:ext cx="671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= 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2"/>
          <p:cNvSpPr/>
          <p:nvPr/>
        </p:nvSpPr>
        <p:spPr>
          <a:xfrm>
            <a:off x="77173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53" name="Google Shape;953;p42"/>
          <p:cNvSpPr txBox="1"/>
          <p:nvPr/>
        </p:nvSpPr>
        <p:spPr>
          <a:xfrm>
            <a:off x="79389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42"/>
          <p:cNvSpPr/>
          <p:nvPr/>
        </p:nvSpPr>
        <p:spPr>
          <a:xfrm>
            <a:off x="1019575" y="4877375"/>
            <a:ext cx="2829300" cy="43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Count</a:t>
            </a:r>
            <a:endParaRPr/>
          </a:p>
        </p:txBody>
      </p:sp>
      <p:sp>
        <p:nvSpPr>
          <p:cNvPr id="960" name="Google Shape;960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1" name="Google Shape;96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75" y="2821075"/>
            <a:ext cx="4162425" cy="262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62" name="Google Shape;962;p43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3" name="Google Shape;963;p43"/>
          <p:cNvCxnSpPr>
            <a:stCxn id="962" idx="0"/>
            <a:endCxn id="962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4" name="Google Shape;964;p43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43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3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3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43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3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3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1" name="Google Shape;971;p43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43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43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43"/>
          <p:cNvCxnSpPr>
            <a:endCxn id="966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75" name="Google Shape;975;p43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76" name="Google Shape;976;p43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77" name="Google Shape;977;p43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78" name="Google Shape;978;p43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3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43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3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2" name="Google Shape;982;p43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83" name="Google Shape;983;p43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43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3"/>
          <p:cNvSpPr txBox="1"/>
          <p:nvPr/>
        </p:nvSpPr>
        <p:spPr>
          <a:xfrm>
            <a:off x="5041375" y="3642825"/>
            <a:ext cx="671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= 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43"/>
          <p:cNvSpPr/>
          <p:nvPr/>
        </p:nvSpPr>
        <p:spPr>
          <a:xfrm>
            <a:off x="90127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87" name="Google Shape;987;p43"/>
          <p:cNvSpPr txBox="1"/>
          <p:nvPr/>
        </p:nvSpPr>
        <p:spPr>
          <a:xfrm>
            <a:off x="92343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3"/>
          <p:cNvSpPr/>
          <p:nvPr/>
        </p:nvSpPr>
        <p:spPr>
          <a:xfrm>
            <a:off x="1019575" y="4877375"/>
            <a:ext cx="2829300" cy="43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Count</a:t>
            </a:r>
            <a:endParaRPr/>
          </a:p>
        </p:txBody>
      </p:sp>
      <p:sp>
        <p:nvSpPr>
          <p:cNvPr id="994" name="Google Shape;994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5" name="Google Shape;9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75" y="2821075"/>
            <a:ext cx="4162425" cy="262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6" name="Google Shape;996;p44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7" name="Google Shape;997;p44"/>
          <p:cNvCxnSpPr>
            <a:stCxn id="996" idx="0"/>
            <a:endCxn id="996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8" name="Google Shape;998;p44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44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4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44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4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44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44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5" name="Google Shape;1005;p44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44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7" name="Google Shape;1007;p44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8" name="Google Shape;1008;p44"/>
          <p:cNvCxnSpPr>
            <a:endCxn id="1000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09" name="Google Shape;1009;p44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10" name="Google Shape;1010;p44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11" name="Google Shape;1011;p44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12" name="Google Shape;1012;p44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4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44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44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6" name="Google Shape;1016;p44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17" name="Google Shape;1017;p44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8" name="Google Shape;1018;p44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44"/>
          <p:cNvSpPr txBox="1"/>
          <p:nvPr/>
        </p:nvSpPr>
        <p:spPr>
          <a:xfrm>
            <a:off x="5041375" y="3642825"/>
            <a:ext cx="671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= 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44"/>
          <p:cNvSpPr/>
          <p:nvPr/>
        </p:nvSpPr>
        <p:spPr>
          <a:xfrm>
            <a:off x="10612964" y="1608900"/>
            <a:ext cx="1234775" cy="839925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1" name="Google Shape;1021;p44"/>
          <p:cNvSpPr txBox="1"/>
          <p:nvPr/>
        </p:nvSpPr>
        <p:spPr>
          <a:xfrm>
            <a:off x="10834585" y="1185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44"/>
          <p:cNvSpPr/>
          <p:nvPr/>
        </p:nvSpPr>
        <p:spPr>
          <a:xfrm>
            <a:off x="1019575" y="4877375"/>
            <a:ext cx="2829300" cy="43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 Count</a:t>
            </a:r>
            <a:endParaRPr/>
          </a:p>
        </p:txBody>
      </p:sp>
      <p:sp>
        <p:nvSpPr>
          <p:cNvPr id="1028" name="Google Shape;1028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9" name="Google Shape;102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375" y="2821075"/>
            <a:ext cx="4162425" cy="262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0" name="Google Shape;1030;p45"/>
          <p:cNvSpPr/>
          <p:nvPr/>
        </p:nvSpPr>
        <p:spPr>
          <a:xfrm>
            <a:off x="6628911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1" name="Google Shape;1031;p45"/>
          <p:cNvCxnSpPr>
            <a:stCxn id="1030" idx="0"/>
            <a:endCxn id="1030" idx="2"/>
          </p:cNvCxnSpPr>
          <p:nvPr/>
        </p:nvCxnSpPr>
        <p:spPr>
          <a:xfrm>
            <a:off x="7075311" y="198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45"/>
          <p:cNvSpPr txBox="1"/>
          <p:nvPr/>
        </p:nvSpPr>
        <p:spPr>
          <a:xfrm>
            <a:off x="66069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45"/>
          <p:cNvSpPr/>
          <p:nvPr/>
        </p:nvSpPr>
        <p:spPr>
          <a:xfrm>
            <a:off x="7950926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5"/>
          <p:cNvSpPr txBox="1"/>
          <p:nvPr/>
        </p:nvSpPr>
        <p:spPr>
          <a:xfrm>
            <a:off x="7928964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5"/>
          <p:cNvSpPr/>
          <p:nvPr/>
        </p:nvSpPr>
        <p:spPr>
          <a:xfrm>
            <a:off x="9272940" y="198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45"/>
          <p:cNvSpPr txBox="1"/>
          <p:nvPr/>
        </p:nvSpPr>
        <p:spPr>
          <a:xfrm>
            <a:off x="9250978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45"/>
          <p:cNvSpPr/>
          <p:nvPr/>
        </p:nvSpPr>
        <p:spPr>
          <a:xfrm>
            <a:off x="10664534" y="198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5"/>
          <p:cNvSpPr txBox="1"/>
          <p:nvPr/>
        </p:nvSpPr>
        <p:spPr>
          <a:xfrm>
            <a:off x="10642572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9" name="Google Shape;1039;p45"/>
          <p:cNvCxnSpPr/>
          <p:nvPr/>
        </p:nvCxnSpPr>
        <p:spPr>
          <a:xfrm>
            <a:off x="8397487" y="197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45"/>
          <p:cNvCxnSpPr/>
          <p:nvPr/>
        </p:nvCxnSpPr>
        <p:spPr>
          <a:xfrm rot="10800000">
            <a:off x="9729066" y="196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1" name="Google Shape;1041;p45"/>
          <p:cNvCxnSpPr/>
          <p:nvPr/>
        </p:nvCxnSpPr>
        <p:spPr>
          <a:xfrm rot="10800000">
            <a:off x="11140517" y="197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2" name="Google Shape;1042;p45"/>
          <p:cNvCxnSpPr>
            <a:endCxn id="1034" idx="1"/>
          </p:cNvCxnSpPr>
          <p:nvPr/>
        </p:nvCxnSpPr>
        <p:spPr>
          <a:xfrm flipH="1" rot="10800000">
            <a:off x="73475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43" name="Google Shape;1043;p45"/>
          <p:cNvCxnSpPr/>
          <p:nvPr/>
        </p:nvCxnSpPr>
        <p:spPr>
          <a:xfrm flipH="1" rot="10800000">
            <a:off x="8669687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44" name="Google Shape;1044;p45"/>
          <p:cNvCxnSpPr/>
          <p:nvPr/>
        </p:nvCxnSpPr>
        <p:spPr>
          <a:xfrm flipH="1" rot="10800000">
            <a:off x="10061281" y="213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45" name="Google Shape;1045;p45"/>
          <p:cNvCxnSpPr/>
          <p:nvPr/>
        </p:nvCxnSpPr>
        <p:spPr>
          <a:xfrm>
            <a:off x="11313715" y="213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46" name="Google Shape;1046;p45"/>
          <p:cNvSpPr txBox="1"/>
          <p:nvPr/>
        </p:nvSpPr>
        <p:spPr>
          <a:xfrm>
            <a:off x="11065856" y="2319215"/>
            <a:ext cx="10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45"/>
          <p:cNvSpPr txBox="1"/>
          <p:nvPr/>
        </p:nvSpPr>
        <p:spPr>
          <a:xfrm>
            <a:off x="5409700" y="1562000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45"/>
          <p:cNvSpPr/>
          <p:nvPr/>
        </p:nvSpPr>
        <p:spPr>
          <a:xfrm>
            <a:off x="5333511" y="198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5"/>
          <p:cNvSpPr txBox="1"/>
          <p:nvPr/>
        </p:nvSpPr>
        <p:spPr>
          <a:xfrm>
            <a:off x="5311550" y="192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0" name="Google Shape;1050;p45"/>
          <p:cNvCxnSpPr/>
          <p:nvPr/>
        </p:nvCxnSpPr>
        <p:spPr>
          <a:xfrm flipH="1" rot="10800000">
            <a:off x="6052164" y="213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51" name="Google Shape;1051;p45"/>
          <p:cNvCxnSpPr/>
          <p:nvPr/>
        </p:nvCxnSpPr>
        <p:spPr>
          <a:xfrm flipH="1">
            <a:off x="5782375" y="197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2" name="Google Shape;1052;p45"/>
          <p:cNvSpPr txBox="1"/>
          <p:nvPr/>
        </p:nvSpPr>
        <p:spPr>
          <a:xfrm>
            <a:off x="10823575" y="1566562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5"/>
          <p:cNvSpPr txBox="1"/>
          <p:nvPr/>
        </p:nvSpPr>
        <p:spPr>
          <a:xfrm>
            <a:off x="5041375" y="3642825"/>
            <a:ext cx="671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= 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45"/>
          <p:cNvSpPr/>
          <p:nvPr/>
        </p:nvSpPr>
        <p:spPr>
          <a:xfrm>
            <a:off x="10834575" y="2354375"/>
            <a:ext cx="1234775" cy="431134"/>
          </a:xfrm>
          <a:custGeom>
            <a:rect b="b" l="l" r="r" t="t"/>
            <a:pathLst>
              <a:path extrusionOk="0" h="33597" w="49391">
                <a:moveTo>
                  <a:pt x="11994" y="3129"/>
                </a:moveTo>
                <a:cubicBezTo>
                  <a:pt x="7387" y="4607"/>
                  <a:pt x="3476" y="6693"/>
                  <a:pt x="1564" y="8866"/>
                </a:cubicBezTo>
                <a:cubicBezTo>
                  <a:pt x="-348" y="11039"/>
                  <a:pt x="-87" y="12256"/>
                  <a:pt x="521" y="16167"/>
                </a:cubicBezTo>
                <a:cubicBezTo>
                  <a:pt x="1129" y="20078"/>
                  <a:pt x="2607" y="29640"/>
                  <a:pt x="5214" y="32334"/>
                </a:cubicBezTo>
                <a:cubicBezTo>
                  <a:pt x="7822" y="35029"/>
                  <a:pt x="10690" y="32334"/>
                  <a:pt x="16166" y="32334"/>
                </a:cubicBezTo>
                <a:cubicBezTo>
                  <a:pt x="21642" y="32334"/>
                  <a:pt x="32681" y="33377"/>
                  <a:pt x="38070" y="32334"/>
                </a:cubicBezTo>
                <a:cubicBezTo>
                  <a:pt x="43459" y="31291"/>
                  <a:pt x="46849" y="29118"/>
                  <a:pt x="48500" y="26076"/>
                </a:cubicBezTo>
                <a:cubicBezTo>
                  <a:pt x="50152" y="23034"/>
                  <a:pt x="49109" y="17906"/>
                  <a:pt x="47979" y="14081"/>
                </a:cubicBezTo>
                <a:cubicBezTo>
                  <a:pt x="46849" y="10257"/>
                  <a:pt x="44850" y="5476"/>
                  <a:pt x="41721" y="3129"/>
                </a:cubicBezTo>
                <a:cubicBezTo>
                  <a:pt x="38592" y="782"/>
                  <a:pt x="34159" y="0"/>
                  <a:pt x="29204" y="0"/>
                </a:cubicBezTo>
                <a:cubicBezTo>
                  <a:pt x="24250" y="0"/>
                  <a:pt x="16601" y="1651"/>
                  <a:pt x="11994" y="3129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55" name="Google Shape;1055;p45"/>
          <p:cNvSpPr txBox="1"/>
          <p:nvPr/>
        </p:nvSpPr>
        <p:spPr>
          <a:xfrm>
            <a:off x="10913922" y="2661037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6" name="Google Shape;1056;p45"/>
          <p:cNvCxnSpPr/>
          <p:nvPr/>
        </p:nvCxnSpPr>
        <p:spPr>
          <a:xfrm rot="10800000">
            <a:off x="3574975" y="4086275"/>
            <a:ext cx="2007900" cy="97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7" name="Google Shape;1057;p45"/>
          <p:cNvSpPr txBox="1"/>
          <p:nvPr/>
        </p:nvSpPr>
        <p:spPr>
          <a:xfrm>
            <a:off x="5630025" y="4747625"/>
            <a:ext cx="636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Access</a:t>
            </a:r>
            <a:endParaRPr/>
          </a:p>
        </p:txBody>
      </p:sp>
      <p:pic>
        <p:nvPicPr>
          <p:cNvPr id="1063" name="Google Shape;106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088" y="2666888"/>
            <a:ext cx="3876675" cy="34575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4" name="Google Shape;106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1813" y="2409725"/>
            <a:ext cx="4219575" cy="3714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5" name="Google Shape;1065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9350" y="6189675"/>
            <a:ext cx="916925" cy="57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3150" y="6189675"/>
            <a:ext cx="916925" cy="5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