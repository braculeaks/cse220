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Tahoma"/>
      <p:regular r:id="rId16"/>
      <p:bold r:id="rId17"/>
    </p:embeddedFont>
    <p:embeddedFont>
      <p:font typeface="Merriweather SemiBold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SemiBold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MerriweatherSemiBold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19" Type="http://schemas.openxmlformats.org/officeDocument/2006/relationships/font" Target="fonts/MerriweatherSemiBold-bold.fntdata"/><Relationship Id="rId18" Type="http://schemas.openxmlformats.org/officeDocument/2006/relationships/font" Target="fonts/Merriweath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879a8455e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6879a8455e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879a8455e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879a8455e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811e58b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8811e58b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7136ac3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7136ac3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7136ac3e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7136ac3e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7136ac3e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7136ac3e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7136ac3e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7136ac3e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7136ac3e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7136ac3e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8811e58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8811e58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abm.muntasir@bracu.ac.b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OvnieGPBuqBfoO97whtYIscADtx043WEqYa63Zlgnl4/edit?gid=573062321#gid=57306232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05750" y="661950"/>
            <a:ext cx="72636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CSE220: Data Structures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Breaking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5" y="728700"/>
            <a:ext cx="600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Instructor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758675" y="2571750"/>
            <a:ext cx="28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1208775" y="2705425"/>
            <a:ext cx="4562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242738" y="4168275"/>
            <a:ext cx="1462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206425" y="4168275"/>
            <a:ext cx="372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41525" y="1501725"/>
            <a:ext cx="493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 B M Muntasir Rahman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Lecturer, Dept. of CSE, BRAC University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Email: </a:t>
            </a:r>
            <a:r>
              <a:rPr lang="en" sz="1600" u="sng">
                <a:solidFill>
                  <a:srgbClr val="0000FF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abm.muntasir@bracu.ac.bd</a:t>
            </a:r>
            <a:endParaRPr sz="1600">
              <a:solidFill>
                <a:srgbClr val="0000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Desk No: 4L95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Consultation Hours: Coming soon!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743631" y="755375"/>
            <a:ext cx="5008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Information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789300" y="1717975"/>
            <a:ext cx="7461300" cy="21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🗓️  </a:t>
            </a: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Theory Class Schedule: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Section 11: 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Monday - Wednesday | 11:00 AM - 12:20 PM | Room: 09H- 33C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💬  Communication Platform: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erriweather"/>
              <a:buChar char="○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Slack (Invitation Link will be sent soon)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📚  Course Materials: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Merriweather"/>
              <a:buChar char="○"/>
            </a:pPr>
            <a:r>
              <a:rPr lang="en" u="sng">
                <a:solidFill>
                  <a:srgbClr val="0000FF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CSE220 Resources [MUNR]</a:t>
            </a:r>
            <a:endParaRPr>
              <a:solidFill>
                <a:srgbClr val="0000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749881" y="777225"/>
            <a:ext cx="4997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749875" y="1592400"/>
            <a:ext cx="7295700" cy="26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Quiz</a:t>
            </a: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Total Quizzes: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5 will be conducted; 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best (n – 2)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scores will be counted.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Duration: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25–30 minutes each (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in-class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).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 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quizzes before midterm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quizzes after midterm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15% of total course marks.</a:t>
            </a:r>
            <a:b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747456" y="739950"/>
            <a:ext cx="4994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793600" y="1581450"/>
            <a:ext cx="66360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lang="en" sz="1600">
                <a:latin typeface="Merriweather SemiBold"/>
                <a:ea typeface="Merriweather SemiBold"/>
                <a:cs typeface="Merriweather SemiBold"/>
                <a:sym typeface="Merriweather SemiBold"/>
              </a:rPr>
              <a:t> </a:t>
            </a:r>
            <a:r>
              <a:rPr lang="en" sz="1800">
                <a:solidFill>
                  <a:srgbClr val="93C47D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Important Reminders</a:t>
            </a:r>
            <a:endParaRPr sz="1800">
              <a:solidFill>
                <a:srgbClr val="93C47D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○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Attend quiz only in your assigned theory section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Taking the quiz in another section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is not allowed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.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○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No makeup quizzes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■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No retake opportunity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if you miss a quiz since we are counting (n - 2) scores.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717356" y="777225"/>
            <a:ext cx="4990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764699" y="1525600"/>
            <a:ext cx="73179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Midterm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Duration: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1 hour 10 minutes - 1 hour 30 minutes (tentative)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During midterm week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(tentatively 16th November)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25% of total course marks.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717356" y="777225"/>
            <a:ext cx="4990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764699" y="1525600"/>
            <a:ext cx="73179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Final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Duration: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1 hour 20 minutes - 1 hour 50 minutes (tentative)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During final week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(tentatively 11th January)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35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% of total course marks.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717356" y="777225"/>
            <a:ext cx="4990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764699" y="1525600"/>
            <a:ext cx="73179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Lab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Criteria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Lab Performance (3%) 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Lab Exam (17%)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Assignment (5%)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25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% of total course marks.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761331" y="769375"/>
            <a:ext cx="4987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remember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65950" y="1543025"/>
            <a:ext cx="81366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70%</a:t>
            </a: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attendance is mandatory in theory classes and </a:t>
            </a: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90%</a:t>
            </a: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attendance is mandatory in lab classes to sit in </a:t>
            </a: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theory final examination.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Refrain from plagiarism in lab assignments and quizzes. 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Try to attend all quizzes - these will serve as practice material for midterm and final exams.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Consistent hard work is essential to succeed in this course. Stay engaged and proactive throughout the semester.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